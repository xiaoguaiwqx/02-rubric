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61" r:id="rId4"/>
    <p:sldId id="259" r:id="rId5"/>
  </p:sldIdLst>
  <p:sldSz cx="17145000" cy="9525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4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Reconstructed from the user-provided method figure and conversation. Input photo and response excerpts come from the supplied flower-vase preference example (sample rlhfv-000360). Response A/B labels do not reveal gold. Each whole subtree produces one report. Five reports enter one Global Arbiter. System reflection precedes subtree reflection, which guides root-local child generation. Fixed roots connect directly to editable children. Joint acceptance requires a strict increase in full-sample Discovery Strict ACC. The figure describes architecture, not empirical causal attribution. All diagram elements and labels are native editable shapes; the input photograph remains a raster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本页根据框架图及用户讨论整理，作为后续实验对照，不代表实证结论。优先验证 H1，再检查 H2 的传递链，最后验证 H3 的自动生成与泛化。PPT 的主优化对象为 Rubric 子节点；不预设需要新增 Planner 或修改 Arbiter 提示词。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762116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依据当前实验计划。系统反思对一个有上限的代表案例包执行，输出带案例依据的root反馈；子树反思按eligible root执行。原始错误案例来自Initial根Pairwise结果，不能用系统错题交集替换；未变化时可复用错误签名。生成每个root完整子节点组，所有合法修改组成一份候选；未变化报告可复用，变化root报告和Arbiter重算。Strict ACC以全部样本为分母，合法None计不正确；未解决技术失败不参与性能竞争。旧修改示意已删除，本页用实际输入、处理、输出与去向说明流程。当前为设计计划，不是实测结论。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354284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组对应R0/C/F。简单演化仍保留已有的简短联合失败反馈，不等于完全无反馈。C与F均允许替换已接受root的孩子，使用相同初始资格、最大候选数和最多三轮预算。最终取最后实际接受的结构，不按外部评测选择最佳epoch。VLRB使用已有K=3平衡顺序；不把重复输出当独立样本。需要同时记录额外模型调用与成本；本页面向读者只展示主要证据链。以上均为实验计划，未报告运行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876417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205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element-1">
            <a:extLst>
              <a:ext uri="{FF2B5EF4-FFF2-40B4-BE49-F238E27FC236}">
                <a16:creationId xmlns:a16="http://schemas.microsoft.com/office/drawing/2014/main" id="{14E03477-0982-4672-9F93-5F307EBDBD1D}"/>
              </a:ext>
            </a:extLst>
          </p:cNvPr>
          <p:cNvSpPr>
            <a:spLocks noGrp="1"/>
          </p:cNvSpPr>
          <p:nvPr/>
        </p:nvSpPr>
        <p:spPr>
          <a:xfrm>
            <a:off x="285750" y="152400"/>
            <a:ext cx="106680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400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2400" b="1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(a) Rubric-guided preference judging</a:t>
            </a:r>
          </a:p>
        </p:txBody>
      </p:sp>
      <p:sp>
        <p:nvSpPr>
          <p:cNvPr id="2" name="element-2">
            <a:extLst>
              <a:ext uri="{FF2B5EF4-FFF2-40B4-BE49-F238E27FC236}">
                <a16:creationId xmlns:a16="http://schemas.microsoft.com/office/drawing/2014/main" id="{A1DD30B5-63F5-475F-A380-942E7FECA565}"/>
              </a:ext>
            </a:extLst>
          </p:cNvPr>
          <p:cNvSpPr>
            <a:spLocks noGrp="1"/>
          </p:cNvSpPr>
          <p:nvPr/>
        </p:nvSpPr>
        <p:spPr>
          <a:xfrm>
            <a:off x="266700" y="771525"/>
            <a:ext cx="2409825" cy="4305300"/>
          </a:xfrm>
          <a:prstGeom prst="roundRect">
            <a:avLst>
              <a:gd name="adj" fmla="val 3953"/>
            </a:avLst>
          </a:prstGeom>
          <a:solidFill>
            <a:srgbClr val="F6F9FD"/>
          </a:solidFill>
          <a:ln w="14288">
            <a:solidFill>
              <a:srgbClr val="BCD0E3"/>
            </a:solidFill>
          </a:ln>
        </p:spPr>
      </p:sp>
      <p:sp>
        <p:nvSpPr>
          <p:cNvPr id="3" name="element-3">
            <a:extLst>
              <a:ext uri="{FF2B5EF4-FFF2-40B4-BE49-F238E27FC236}">
                <a16:creationId xmlns:a16="http://schemas.microsoft.com/office/drawing/2014/main" id="{8AE86B5C-1D77-4670-AE60-34855823E866}"/>
              </a:ext>
            </a:extLst>
          </p:cNvPr>
          <p:cNvSpPr>
            <a:spLocks noGrp="1"/>
          </p:cNvSpPr>
          <p:nvPr/>
        </p:nvSpPr>
        <p:spPr>
          <a:xfrm>
            <a:off x="419100" y="895350"/>
            <a:ext cx="2095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725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Shared input</a:t>
            </a:r>
          </a:p>
        </p:txBody>
      </p:sp>
      <p:pic>
        <p:nvPicPr>
          <p:cNvPr id="371" name="图片 37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29058" y="1276350"/>
            <a:ext cx="961159" cy="1285875"/>
          </a:xfrm>
          <a:prstGeom prst="rect">
            <a:avLst/>
          </a:prstGeom>
        </p:spPr>
      </p:pic>
      <p:sp>
        <p:nvSpPr>
          <p:cNvPr id="5" name="element-4">
            <a:extLst>
              <a:ext uri="{FF2B5EF4-FFF2-40B4-BE49-F238E27FC236}">
                <a16:creationId xmlns:a16="http://schemas.microsoft.com/office/drawing/2014/main" id="{DD399158-5FDB-4A8B-8889-82493B136659}"/>
              </a:ext>
            </a:extLst>
          </p:cNvPr>
          <p:cNvSpPr>
            <a:spLocks noGrp="1"/>
          </p:cNvSpPr>
          <p:nvPr/>
        </p:nvSpPr>
        <p:spPr>
          <a:xfrm>
            <a:off x="1495425" y="1276350"/>
            <a:ext cx="10287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Question</a:t>
            </a:r>
          </a:p>
        </p:txBody>
      </p:sp>
      <p:sp>
        <p:nvSpPr>
          <p:cNvPr id="6" name="element-5">
            <a:extLst>
              <a:ext uri="{FF2B5EF4-FFF2-40B4-BE49-F238E27FC236}">
                <a16:creationId xmlns:a16="http://schemas.microsoft.com/office/drawing/2014/main" id="{C912D8DA-1A65-4C4A-93AD-6C68258703B2}"/>
              </a:ext>
            </a:extLst>
          </p:cNvPr>
          <p:cNvSpPr>
            <a:spLocks noGrp="1"/>
          </p:cNvSpPr>
          <p:nvPr/>
        </p:nvSpPr>
        <p:spPr>
          <a:xfrm>
            <a:off x="1495425" y="1619250"/>
            <a:ext cx="1047750" cy="885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How are the</a:t>
            </a:r>
          </a:p>
          <a:p>
            <a:pPr algn="l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elements</a:t>
            </a:r>
          </a:p>
          <a:p>
            <a:pPr algn="l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positioned?</a:t>
            </a:r>
          </a:p>
        </p:txBody>
      </p:sp>
      <p:sp>
        <p:nvSpPr>
          <p:cNvPr id="7" name="element-6">
            <a:extLst>
              <a:ext uri="{FF2B5EF4-FFF2-40B4-BE49-F238E27FC236}">
                <a16:creationId xmlns:a16="http://schemas.microsoft.com/office/drawing/2014/main" id="{86256693-9583-41AF-BF84-90D729B574A6}"/>
              </a:ext>
            </a:extLst>
          </p:cNvPr>
          <p:cNvSpPr>
            <a:spLocks noGrp="1"/>
          </p:cNvSpPr>
          <p:nvPr/>
        </p:nvSpPr>
        <p:spPr>
          <a:xfrm>
            <a:off x="419100" y="2771775"/>
            <a:ext cx="2105025" cy="904875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4288">
            <a:solidFill>
              <a:srgbClr val="A7C6E7"/>
            </a:solidFill>
          </a:ln>
        </p:spPr>
      </p:sp>
      <p:sp>
        <p:nvSpPr>
          <p:cNvPr id="8" name="element-7">
            <a:extLst>
              <a:ext uri="{FF2B5EF4-FFF2-40B4-BE49-F238E27FC236}">
                <a16:creationId xmlns:a16="http://schemas.microsoft.com/office/drawing/2014/main" id="{8CDD5E60-CFC5-4A35-AB65-B4F87061FFD5}"/>
              </a:ext>
            </a:extLst>
          </p:cNvPr>
          <p:cNvSpPr>
            <a:spLocks noGrp="1"/>
          </p:cNvSpPr>
          <p:nvPr/>
        </p:nvSpPr>
        <p:spPr>
          <a:xfrm>
            <a:off x="533400" y="2876550"/>
            <a:ext cx="1838325" cy="219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1">
                <a:solidFill>
                  <a:srgbClr val="357FC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57FC0"/>
                </a:solidFill>
                <a:latin typeface="Arial"/>
                <a:ea typeface="Arial"/>
                <a:cs typeface="Arial"/>
              </a:rPr>
              <a:t>Response A</a:t>
            </a:r>
          </a:p>
        </p:txBody>
      </p:sp>
      <p:sp>
        <p:nvSpPr>
          <p:cNvPr id="9" name="element-8">
            <a:extLst>
              <a:ext uri="{FF2B5EF4-FFF2-40B4-BE49-F238E27FC236}">
                <a16:creationId xmlns:a16="http://schemas.microsoft.com/office/drawing/2014/main" id="{58C4FE6E-49BA-4679-88D4-F830B3B636F1}"/>
              </a:ext>
            </a:extLst>
          </p:cNvPr>
          <p:cNvSpPr>
            <a:spLocks noGrp="1"/>
          </p:cNvSpPr>
          <p:nvPr/>
        </p:nvSpPr>
        <p:spPr>
          <a:xfrm>
            <a:off x="533400" y="3143250"/>
            <a:ext cx="1857375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…vase on the wooden</a:t>
            </a:r>
          </a:p>
          <a:p>
            <a:pPr algn="l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tabletop; lamp to the</a:t>
            </a:r>
          </a:p>
          <a:p>
            <a:pPr algn="l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upper right…</a:t>
            </a:r>
          </a:p>
        </p:txBody>
      </p:sp>
      <p:sp>
        <p:nvSpPr>
          <p:cNvPr id="10" name="element-9">
            <a:extLst>
              <a:ext uri="{FF2B5EF4-FFF2-40B4-BE49-F238E27FC236}">
                <a16:creationId xmlns:a16="http://schemas.microsoft.com/office/drawing/2014/main" id="{37CA21AA-2E0C-4A58-ACAC-403097D1D4AA}"/>
              </a:ext>
            </a:extLst>
          </p:cNvPr>
          <p:cNvSpPr>
            <a:spLocks noGrp="1"/>
          </p:cNvSpPr>
          <p:nvPr/>
        </p:nvSpPr>
        <p:spPr>
          <a:xfrm>
            <a:off x="419100" y="3790950"/>
            <a:ext cx="2105025" cy="904875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4288">
            <a:solidFill>
              <a:srgbClr val="CDB8E4"/>
            </a:solidFill>
          </a:ln>
        </p:spPr>
      </p:sp>
      <p:sp>
        <p:nvSpPr>
          <p:cNvPr id="11" name="element-10">
            <a:extLst>
              <a:ext uri="{FF2B5EF4-FFF2-40B4-BE49-F238E27FC236}">
                <a16:creationId xmlns:a16="http://schemas.microsoft.com/office/drawing/2014/main" id="{4D2872AF-CBD0-41AD-8819-D7F935CE0BD1}"/>
              </a:ext>
            </a:extLst>
          </p:cNvPr>
          <p:cNvSpPr>
            <a:spLocks noGrp="1"/>
          </p:cNvSpPr>
          <p:nvPr/>
        </p:nvSpPr>
        <p:spPr>
          <a:xfrm>
            <a:off x="533400" y="3895725"/>
            <a:ext cx="1838325" cy="219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1">
                <a:solidFill>
                  <a:srgbClr val="8662B5"/>
                </a:solidFill>
                <a:latin typeface="Arial"/>
                <a:ea typeface="Arial"/>
                <a:cs typeface="Arial"/>
              </a:defRPr>
            </a:pPr>
            <a:r>
              <a:rPr sz="1425" b="1" dirty="0">
                <a:solidFill>
                  <a:srgbClr val="8662B5"/>
                </a:solidFill>
                <a:latin typeface="Arial"/>
                <a:ea typeface="Arial"/>
                <a:cs typeface="Arial"/>
              </a:rPr>
              <a:t>Response B</a:t>
            </a:r>
          </a:p>
        </p:txBody>
      </p:sp>
      <p:sp>
        <p:nvSpPr>
          <p:cNvPr id="12" name="element-11">
            <a:extLst>
              <a:ext uri="{FF2B5EF4-FFF2-40B4-BE49-F238E27FC236}">
                <a16:creationId xmlns:a16="http://schemas.microsoft.com/office/drawing/2014/main" id="{163E697A-8A49-475D-99FC-D61A69719100}"/>
              </a:ext>
            </a:extLst>
          </p:cNvPr>
          <p:cNvSpPr>
            <a:spLocks noGrp="1"/>
          </p:cNvSpPr>
          <p:nvPr/>
        </p:nvSpPr>
        <p:spPr>
          <a:xfrm>
            <a:off x="533400" y="4162425"/>
            <a:ext cx="1857375" cy="485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…vase to one side;</a:t>
            </a:r>
          </a:p>
          <a:p>
            <a:pPr algn="l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a small glass object</a:t>
            </a:r>
          </a:p>
          <a:p>
            <a:pPr algn="l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in the left corner…</a:t>
            </a:r>
          </a:p>
        </p:txBody>
      </p:sp>
      <p:sp>
        <p:nvSpPr>
          <p:cNvPr id="13" name="element-12">
            <a:extLst>
              <a:ext uri="{FF2B5EF4-FFF2-40B4-BE49-F238E27FC236}">
                <a16:creationId xmlns:a16="http://schemas.microsoft.com/office/drawing/2014/main" id="{0FC2B97B-3CFD-4C33-B554-2A64FBEE0897}"/>
              </a:ext>
            </a:extLst>
          </p:cNvPr>
          <p:cNvSpPr>
            <a:spLocks noGrp="1"/>
          </p:cNvSpPr>
          <p:nvPr/>
        </p:nvSpPr>
        <p:spPr>
          <a:xfrm>
            <a:off x="438150" y="4819650"/>
            <a:ext cx="2047875" cy="180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050" b="0">
                <a:solidFill>
                  <a:srgbClr val="5B6C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B6C80"/>
                </a:solidFill>
                <a:latin typeface="Arial"/>
                <a:ea typeface="Arial"/>
                <a:cs typeface="Arial"/>
              </a:rPr>
              <a:t>Response excerpts</a:t>
            </a:r>
          </a:p>
        </p:txBody>
      </p:sp>
      <p:sp>
        <p:nvSpPr>
          <p:cNvPr id="14" name="line-13">
            <a:extLst>
              <a:ext uri="{FF2B5EF4-FFF2-40B4-BE49-F238E27FC236}">
                <a16:creationId xmlns:a16="http://schemas.microsoft.com/office/drawing/2014/main" id="{2EA2DC11-F810-4C5F-8E16-9C5E85E8E47D}"/>
              </a:ext>
            </a:extLst>
          </p:cNvPr>
          <p:cNvSpPr>
            <a:spLocks noGrp="1"/>
          </p:cNvSpPr>
          <p:nvPr/>
        </p:nvSpPr>
        <p:spPr>
          <a:xfrm>
            <a:off x="2676525" y="2552700"/>
            <a:ext cx="685800" cy="981075"/>
          </a:xfrm>
          <a:custGeom>
            <a:avLst/>
            <a:gdLst/>
            <a:ahLst/>
            <a:cxnLst/>
            <a:rect l="0" t="0" r="0" b="0"/>
            <a:pathLst>
              <a:path w="685800" h="981075">
                <a:moveTo>
                  <a:pt x="0" y="0"/>
                </a:moveTo>
                <a:lnTo>
                  <a:pt x="180975" y="0"/>
                </a:lnTo>
                <a:lnTo>
                  <a:pt x="180975" y="981075"/>
                </a:lnTo>
                <a:lnTo>
                  <a:pt x="685800" y="981075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15" name="arrow-14">
            <a:extLst>
              <a:ext uri="{FF2B5EF4-FFF2-40B4-BE49-F238E27FC236}">
                <a16:creationId xmlns:a16="http://schemas.microsoft.com/office/drawing/2014/main" id="{3F9C3150-359D-4246-B6D2-0217BED07FBA}"/>
              </a:ext>
            </a:extLst>
          </p:cNvPr>
          <p:cNvSpPr>
            <a:spLocks noGrp="1"/>
          </p:cNvSpPr>
          <p:nvPr/>
        </p:nvSpPr>
        <p:spPr>
          <a:xfrm>
            <a:off x="3276600" y="3490913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42863"/>
                </a:moveTo>
                <a:lnTo>
                  <a:pt x="0" y="0"/>
                </a:lnTo>
                <a:lnTo>
                  <a:pt x="0" y="85725"/>
                </a:lnTo>
                <a:lnTo>
                  <a:pt x="85725" y="42863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16" name="element-15">
            <a:extLst>
              <a:ext uri="{FF2B5EF4-FFF2-40B4-BE49-F238E27FC236}">
                <a16:creationId xmlns:a16="http://schemas.microsoft.com/office/drawing/2014/main" id="{E0D539AD-DA2A-4BDA-B16F-7AD2E44FE55C}"/>
              </a:ext>
            </a:extLst>
          </p:cNvPr>
          <p:cNvSpPr>
            <a:spLocks noGrp="1"/>
          </p:cNvSpPr>
          <p:nvPr/>
        </p:nvSpPr>
        <p:spPr>
          <a:xfrm>
            <a:off x="3362325" y="3219450"/>
            <a:ext cx="9572625" cy="628650"/>
          </a:xfrm>
          <a:prstGeom prst="roundRect">
            <a:avLst>
              <a:gd name="adj" fmla="val 10606"/>
            </a:avLst>
          </a:prstGeom>
          <a:solidFill>
            <a:srgbClr val="EDF4FD"/>
          </a:solidFill>
          <a:ln w="14288">
            <a:solidFill>
              <a:srgbClr val="94B8D9"/>
            </a:solidFill>
          </a:ln>
        </p:spPr>
      </p:sp>
      <p:sp>
        <p:nvSpPr>
          <p:cNvPr id="17" name="element-16">
            <a:extLst>
              <a:ext uri="{FF2B5EF4-FFF2-40B4-BE49-F238E27FC236}">
                <a16:creationId xmlns:a16="http://schemas.microsoft.com/office/drawing/2014/main" id="{2753A305-B257-4A4F-97A0-F5C3E8D22AC5}"/>
              </a:ext>
            </a:extLst>
          </p:cNvPr>
          <p:cNvSpPr>
            <a:spLocks noGrp="1"/>
          </p:cNvSpPr>
          <p:nvPr/>
        </p:nvSpPr>
        <p:spPr>
          <a:xfrm>
            <a:off x="5562600" y="3402758"/>
            <a:ext cx="285750" cy="209550"/>
          </a:xfrm>
          <a:prstGeom prst="roundRect">
            <a:avLst>
              <a:gd name="adj" fmla="val 18182"/>
            </a:avLst>
          </a:prstGeom>
          <a:solidFill>
            <a:srgbClr val="122C50"/>
          </a:solidFill>
          <a:ln w="14288">
            <a:solidFill>
              <a:srgbClr val="122C50"/>
            </a:solidFill>
          </a:ln>
        </p:spPr>
      </p:sp>
      <p:sp>
        <p:nvSpPr>
          <p:cNvPr id="18" name="node-17">
            <a:extLst>
              <a:ext uri="{FF2B5EF4-FFF2-40B4-BE49-F238E27FC236}">
                <a16:creationId xmlns:a16="http://schemas.microsoft.com/office/drawing/2014/main" id="{002D1BDB-AEEC-47A9-8FA2-411940AB254B}"/>
              </a:ext>
            </a:extLst>
          </p:cNvPr>
          <p:cNvSpPr>
            <a:spLocks noGrp="1"/>
          </p:cNvSpPr>
          <p:nvPr/>
        </p:nvSpPr>
        <p:spPr>
          <a:xfrm>
            <a:off x="5619750" y="3459908"/>
            <a:ext cx="38100" cy="3810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FFFFFF"/>
            </a:solidFill>
          </a:ln>
        </p:spPr>
      </p:sp>
      <p:sp>
        <p:nvSpPr>
          <p:cNvPr id="19" name="node-18">
            <a:extLst>
              <a:ext uri="{FF2B5EF4-FFF2-40B4-BE49-F238E27FC236}">
                <a16:creationId xmlns:a16="http://schemas.microsoft.com/office/drawing/2014/main" id="{936E715E-D792-40D3-AEC0-8FBEF6288AAD}"/>
              </a:ext>
            </a:extLst>
          </p:cNvPr>
          <p:cNvSpPr>
            <a:spLocks noGrp="1"/>
          </p:cNvSpPr>
          <p:nvPr/>
        </p:nvSpPr>
        <p:spPr>
          <a:xfrm>
            <a:off x="5753100" y="3459908"/>
            <a:ext cx="38100" cy="3810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FFFFFF"/>
            </a:solidFill>
          </a:ln>
        </p:spPr>
      </p:sp>
      <p:sp>
        <p:nvSpPr>
          <p:cNvPr id="20" name="line-19">
            <a:extLst>
              <a:ext uri="{FF2B5EF4-FFF2-40B4-BE49-F238E27FC236}">
                <a16:creationId xmlns:a16="http://schemas.microsoft.com/office/drawing/2014/main" id="{C036C8C9-26D3-42E2-B491-9C86F4CCA600}"/>
              </a:ext>
            </a:extLst>
          </p:cNvPr>
          <p:cNvSpPr>
            <a:spLocks noGrp="1"/>
          </p:cNvSpPr>
          <p:nvPr/>
        </p:nvSpPr>
        <p:spPr>
          <a:xfrm>
            <a:off x="5705475" y="3326558"/>
            <a:ext cx="9525" cy="66675"/>
          </a:xfrm>
          <a:custGeom>
            <a:avLst/>
            <a:gdLst/>
            <a:ahLst/>
            <a:cxnLst/>
            <a:rect l="0" t="0" r="0" b="0"/>
            <a:pathLst>
              <a:path w="9525" h="66675">
                <a:moveTo>
                  <a:pt x="0" y="66675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21" name="node-20">
            <a:extLst>
              <a:ext uri="{FF2B5EF4-FFF2-40B4-BE49-F238E27FC236}">
                <a16:creationId xmlns:a16="http://schemas.microsoft.com/office/drawing/2014/main" id="{1FC3DFB8-D40B-455F-B557-EB171668C4DC}"/>
              </a:ext>
            </a:extLst>
          </p:cNvPr>
          <p:cNvSpPr>
            <a:spLocks noGrp="1"/>
          </p:cNvSpPr>
          <p:nvPr/>
        </p:nvSpPr>
        <p:spPr>
          <a:xfrm>
            <a:off x="5676900" y="3278933"/>
            <a:ext cx="57150" cy="57150"/>
          </a:xfrm>
          <a:prstGeom prst="ellipse">
            <a:avLst/>
          </a:prstGeom>
          <a:solidFill>
            <a:srgbClr val="122C50"/>
          </a:solidFill>
          <a:ln w="16193">
            <a:solidFill>
              <a:srgbClr val="122C50"/>
            </a:solidFill>
          </a:ln>
        </p:spPr>
      </p:sp>
      <p:sp>
        <p:nvSpPr>
          <p:cNvPr id="22" name="element-21">
            <a:extLst>
              <a:ext uri="{FF2B5EF4-FFF2-40B4-BE49-F238E27FC236}">
                <a16:creationId xmlns:a16="http://schemas.microsoft.com/office/drawing/2014/main" id="{8A972D13-16FB-4FCC-AA5A-AC54A0B6257F}"/>
              </a:ext>
            </a:extLst>
          </p:cNvPr>
          <p:cNvSpPr>
            <a:spLocks noGrp="1"/>
          </p:cNvSpPr>
          <p:nvPr/>
        </p:nvSpPr>
        <p:spPr>
          <a:xfrm>
            <a:off x="5953125" y="3319730"/>
            <a:ext cx="61912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875" b="1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Unified-Subtree Worker (shared VLM)</a:t>
            </a:r>
          </a:p>
        </p:txBody>
      </p:sp>
      <p:sp>
        <p:nvSpPr>
          <p:cNvPr id="23" name="element-22">
            <a:extLst>
              <a:ext uri="{FF2B5EF4-FFF2-40B4-BE49-F238E27FC236}">
                <a16:creationId xmlns:a16="http://schemas.microsoft.com/office/drawing/2014/main" id="{1D759CB8-C202-4DF3-9D99-9FA2EAC094C4}"/>
              </a:ext>
            </a:extLst>
          </p:cNvPr>
          <p:cNvSpPr>
            <a:spLocks noGrp="1"/>
          </p:cNvSpPr>
          <p:nvPr/>
        </p:nvSpPr>
        <p:spPr>
          <a:xfrm>
            <a:off x="3705225" y="3627227"/>
            <a:ext cx="8858250" cy="2000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275" b="0">
                <a:solidFill>
                  <a:srgbClr val="5B6C80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5B6C80"/>
                </a:solidFill>
                <a:latin typeface="Arial"/>
                <a:ea typeface="Arial"/>
                <a:cs typeface="Arial"/>
              </a:rPr>
              <a:t>One independent call per subtree; shared model weights</a:t>
            </a:r>
          </a:p>
        </p:txBody>
      </p:sp>
      <p:sp>
        <p:nvSpPr>
          <p:cNvPr id="24" name="node-23">
            <a:extLst>
              <a:ext uri="{FF2B5EF4-FFF2-40B4-BE49-F238E27FC236}">
                <a16:creationId xmlns:a16="http://schemas.microsoft.com/office/drawing/2014/main" id="{9C86613F-5EF5-40C3-9046-55A6BFC2B0D9}"/>
              </a:ext>
            </a:extLst>
          </p:cNvPr>
          <p:cNvSpPr>
            <a:spLocks noGrp="1"/>
          </p:cNvSpPr>
          <p:nvPr/>
        </p:nvSpPr>
        <p:spPr>
          <a:xfrm>
            <a:off x="3848100" y="733425"/>
            <a:ext cx="704850" cy="704850"/>
          </a:xfrm>
          <a:prstGeom prst="ellipse">
            <a:avLst/>
          </a:prstGeom>
          <a:solidFill>
            <a:srgbClr val="EEF5FC"/>
          </a:solidFill>
          <a:ln w="16193">
            <a:solidFill>
              <a:srgbClr val="EEF5FC"/>
            </a:solidFill>
          </a:ln>
        </p:spPr>
      </p:sp>
      <p:sp>
        <p:nvSpPr>
          <p:cNvPr id="25" name="element-24">
            <a:extLst>
              <a:ext uri="{FF2B5EF4-FFF2-40B4-BE49-F238E27FC236}">
                <a16:creationId xmlns:a16="http://schemas.microsoft.com/office/drawing/2014/main" id="{95ACEAA0-A385-4BA4-B89C-30BC107BE910}"/>
              </a:ext>
            </a:extLst>
          </p:cNvPr>
          <p:cNvSpPr>
            <a:spLocks noGrp="1"/>
          </p:cNvSpPr>
          <p:nvPr/>
        </p:nvSpPr>
        <p:spPr>
          <a:xfrm>
            <a:off x="4000500" y="847725"/>
            <a:ext cx="381000" cy="4572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4288">
            <a:solidFill>
              <a:srgbClr val="357FC0"/>
            </a:solidFill>
          </a:ln>
        </p:spPr>
      </p:sp>
      <p:sp>
        <p:nvSpPr>
          <p:cNvPr id="26" name="line-25">
            <a:extLst>
              <a:ext uri="{FF2B5EF4-FFF2-40B4-BE49-F238E27FC236}">
                <a16:creationId xmlns:a16="http://schemas.microsoft.com/office/drawing/2014/main" id="{B5286C77-F555-42CB-8878-12EE5FDAAE5B}"/>
              </a:ext>
            </a:extLst>
          </p:cNvPr>
          <p:cNvSpPr>
            <a:spLocks noGrp="1"/>
          </p:cNvSpPr>
          <p:nvPr/>
        </p:nvSpPr>
        <p:spPr>
          <a:xfrm>
            <a:off x="4076700" y="984885"/>
            <a:ext cx="228600" cy="9525"/>
          </a:xfrm>
          <a:custGeom>
            <a:avLst/>
            <a:gdLst/>
            <a:ahLst/>
            <a:cxnLst/>
            <a:rect l="0" t="0" r="0" b="0"/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12383">
            <a:solidFill>
              <a:srgbClr val="357FC0"/>
            </a:solidFill>
            <a:prstDash val="solid"/>
          </a:ln>
        </p:spPr>
      </p:sp>
      <p:sp>
        <p:nvSpPr>
          <p:cNvPr id="27" name="line-26">
            <a:extLst>
              <a:ext uri="{FF2B5EF4-FFF2-40B4-BE49-F238E27FC236}">
                <a16:creationId xmlns:a16="http://schemas.microsoft.com/office/drawing/2014/main" id="{02170BBD-F106-46A7-A048-6A9FF09C56D4}"/>
              </a:ext>
            </a:extLst>
          </p:cNvPr>
          <p:cNvSpPr>
            <a:spLocks noGrp="1"/>
          </p:cNvSpPr>
          <p:nvPr/>
        </p:nvSpPr>
        <p:spPr>
          <a:xfrm>
            <a:off x="4076700" y="1067181"/>
            <a:ext cx="228600" cy="9525"/>
          </a:xfrm>
          <a:custGeom>
            <a:avLst/>
            <a:gdLst/>
            <a:ahLst/>
            <a:cxnLst/>
            <a:rect l="0" t="0" r="0" b="0"/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12383">
            <a:solidFill>
              <a:srgbClr val="357FC0"/>
            </a:solidFill>
            <a:prstDash val="solid"/>
          </a:ln>
        </p:spPr>
      </p:sp>
      <p:sp>
        <p:nvSpPr>
          <p:cNvPr id="28" name="line-27">
            <a:extLst>
              <a:ext uri="{FF2B5EF4-FFF2-40B4-BE49-F238E27FC236}">
                <a16:creationId xmlns:a16="http://schemas.microsoft.com/office/drawing/2014/main" id="{7A8934CA-0E67-45EA-93BC-CA5F02F6D32A}"/>
              </a:ext>
            </a:extLst>
          </p:cNvPr>
          <p:cNvSpPr>
            <a:spLocks noGrp="1"/>
          </p:cNvSpPr>
          <p:nvPr/>
        </p:nvSpPr>
        <p:spPr>
          <a:xfrm>
            <a:off x="4076700" y="1149477"/>
            <a:ext cx="171450" cy="9525"/>
          </a:xfrm>
          <a:custGeom>
            <a:avLst/>
            <a:gdLst/>
            <a:ahLst/>
            <a:cxnLst/>
            <a:rect l="0" t="0" r="0" b="0"/>
            <a:pathLst>
              <a:path w="171450" h="952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2383">
            <a:solidFill>
              <a:srgbClr val="357FC0"/>
            </a:solidFill>
            <a:prstDash val="solid"/>
          </a:ln>
        </p:spPr>
      </p:sp>
      <p:sp>
        <p:nvSpPr>
          <p:cNvPr id="29" name="line-28">
            <a:extLst>
              <a:ext uri="{FF2B5EF4-FFF2-40B4-BE49-F238E27FC236}">
                <a16:creationId xmlns:a16="http://schemas.microsoft.com/office/drawing/2014/main" id="{425ABFCD-ED9C-4807-A69C-035901EE55A3}"/>
              </a:ext>
            </a:extLst>
          </p:cNvPr>
          <p:cNvSpPr>
            <a:spLocks noGrp="1"/>
          </p:cNvSpPr>
          <p:nvPr/>
        </p:nvSpPr>
        <p:spPr>
          <a:xfrm>
            <a:off x="4067175" y="962025"/>
            <a:ext cx="142875" cy="104775"/>
          </a:xfrm>
          <a:custGeom>
            <a:avLst/>
            <a:gdLst/>
            <a:ahLst/>
            <a:cxnLst/>
            <a:rect l="0" t="0" r="0" b="0"/>
            <a:pathLst>
              <a:path w="142875" h="104775">
                <a:moveTo>
                  <a:pt x="0" y="57150"/>
                </a:moveTo>
                <a:lnTo>
                  <a:pt x="47625" y="104775"/>
                </a:lnTo>
                <a:lnTo>
                  <a:pt x="142875" y="0"/>
                </a:lnTo>
              </a:path>
            </a:pathLst>
          </a:custGeom>
          <a:noFill/>
          <a:ln w="23813">
            <a:solidFill>
              <a:srgbClr val="357FC0"/>
            </a:solidFill>
            <a:prstDash val="solid"/>
          </a:ln>
        </p:spPr>
      </p:sp>
      <p:sp>
        <p:nvSpPr>
          <p:cNvPr id="30" name="line-29">
            <a:extLst>
              <a:ext uri="{FF2B5EF4-FFF2-40B4-BE49-F238E27FC236}">
                <a16:creationId xmlns:a16="http://schemas.microsoft.com/office/drawing/2014/main" id="{1801B7A6-24D9-449E-9C56-82BA70491AAC}"/>
              </a:ext>
            </a:extLst>
          </p:cNvPr>
          <p:cNvSpPr>
            <a:spLocks noGrp="1"/>
          </p:cNvSpPr>
          <p:nvPr/>
        </p:nvSpPr>
        <p:spPr>
          <a:xfrm>
            <a:off x="4562475" y="723900"/>
            <a:ext cx="114300" cy="95250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0" y="28575"/>
                </a:lnTo>
                <a:lnTo>
                  <a:pt x="28575" y="0"/>
                </a:lnTo>
                <a:lnTo>
                  <a:pt x="85725" y="0"/>
                </a:lnTo>
                <a:lnTo>
                  <a:pt x="114300" y="28575"/>
                </a:lnTo>
                <a:lnTo>
                  <a:pt x="114300" y="9525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31" name="element-30">
            <a:extLst>
              <a:ext uri="{FF2B5EF4-FFF2-40B4-BE49-F238E27FC236}">
                <a16:creationId xmlns:a16="http://schemas.microsoft.com/office/drawing/2014/main" id="{A65E1766-C21A-45D4-B3CE-CAC87568406F}"/>
              </a:ext>
            </a:extLst>
          </p:cNvPr>
          <p:cNvSpPr>
            <a:spLocks noGrp="1"/>
          </p:cNvSpPr>
          <p:nvPr/>
        </p:nvSpPr>
        <p:spPr>
          <a:xfrm>
            <a:off x="4524375" y="809625"/>
            <a:ext cx="190500" cy="142875"/>
          </a:xfrm>
          <a:prstGeom prst="roundRect">
            <a:avLst>
              <a:gd name="adj" fmla="val 20000"/>
            </a:avLst>
          </a:prstGeom>
          <a:solidFill>
            <a:srgbClr val="122C50"/>
          </a:solidFill>
          <a:ln w="14288">
            <a:solidFill>
              <a:srgbClr val="122C50"/>
            </a:solidFill>
          </a:ln>
        </p:spPr>
      </p:sp>
      <p:sp>
        <p:nvSpPr>
          <p:cNvPr id="32" name="node-31">
            <a:extLst>
              <a:ext uri="{FF2B5EF4-FFF2-40B4-BE49-F238E27FC236}">
                <a16:creationId xmlns:a16="http://schemas.microsoft.com/office/drawing/2014/main" id="{FA77D441-5BC7-4CB8-BA3F-BCBB27937A17}"/>
              </a:ext>
            </a:extLst>
          </p:cNvPr>
          <p:cNvSpPr>
            <a:spLocks noGrp="1"/>
          </p:cNvSpPr>
          <p:nvPr/>
        </p:nvSpPr>
        <p:spPr>
          <a:xfrm>
            <a:off x="4600575" y="847725"/>
            <a:ext cx="38100" cy="3810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FFFFFF"/>
            </a:solidFill>
          </a:ln>
        </p:spPr>
      </p:sp>
      <p:sp>
        <p:nvSpPr>
          <p:cNvPr id="33" name="element-32">
            <a:extLst>
              <a:ext uri="{FF2B5EF4-FFF2-40B4-BE49-F238E27FC236}">
                <a16:creationId xmlns:a16="http://schemas.microsoft.com/office/drawing/2014/main" id="{6644C998-3664-4FC6-9617-2A69E08A6285}"/>
              </a:ext>
            </a:extLst>
          </p:cNvPr>
          <p:cNvSpPr>
            <a:spLocks noGrp="1"/>
          </p:cNvSpPr>
          <p:nvPr/>
        </p:nvSpPr>
        <p:spPr>
          <a:xfrm>
            <a:off x="3276600" y="1504950"/>
            <a:ext cx="18478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75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575" b="1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Completeness</a:t>
            </a:r>
          </a:p>
        </p:txBody>
      </p:sp>
      <p:sp>
        <p:nvSpPr>
          <p:cNvPr id="34" name="element-33">
            <a:extLst>
              <a:ext uri="{FF2B5EF4-FFF2-40B4-BE49-F238E27FC236}">
                <a16:creationId xmlns:a16="http://schemas.microsoft.com/office/drawing/2014/main" id="{D4988F6C-0384-4FA2-BF78-833A27C8845C}"/>
              </a:ext>
            </a:extLst>
          </p:cNvPr>
          <p:cNvSpPr>
            <a:spLocks noGrp="1"/>
          </p:cNvSpPr>
          <p:nvPr/>
        </p:nvSpPr>
        <p:spPr>
          <a:xfrm>
            <a:off x="3400425" y="1847850"/>
            <a:ext cx="1600200" cy="1114425"/>
          </a:xfrm>
          <a:prstGeom prst="roundRect">
            <a:avLst>
              <a:gd name="adj" fmla="val 7692"/>
            </a:avLst>
          </a:prstGeom>
          <a:solidFill>
            <a:srgbClr val="EEF5FC"/>
          </a:solidFill>
          <a:ln w="9525">
            <a:solidFill>
              <a:srgbClr val="357FC0"/>
            </a:solidFill>
            <a:prstDash val="dash"/>
          </a:ln>
        </p:spPr>
      </p:sp>
      <p:sp>
        <p:nvSpPr>
          <p:cNvPr id="35" name="node-34">
            <a:extLst>
              <a:ext uri="{FF2B5EF4-FFF2-40B4-BE49-F238E27FC236}">
                <a16:creationId xmlns:a16="http://schemas.microsoft.com/office/drawing/2014/main" id="{06C8C784-5CF3-4D85-8661-8B39D4ED42DA}"/>
              </a:ext>
            </a:extLst>
          </p:cNvPr>
          <p:cNvSpPr>
            <a:spLocks noGrp="1"/>
          </p:cNvSpPr>
          <p:nvPr/>
        </p:nvSpPr>
        <p:spPr>
          <a:xfrm>
            <a:off x="4095750" y="1924050"/>
            <a:ext cx="209550" cy="2095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357FC0"/>
            </a:solidFill>
          </a:ln>
        </p:spPr>
      </p:sp>
      <p:sp>
        <p:nvSpPr>
          <p:cNvPr id="36" name="line-35">
            <a:extLst>
              <a:ext uri="{FF2B5EF4-FFF2-40B4-BE49-F238E27FC236}">
                <a16:creationId xmlns:a16="http://schemas.microsoft.com/office/drawing/2014/main" id="{04F3CAC2-4FAD-4B05-A629-77DEAF69C680}"/>
              </a:ext>
            </a:extLst>
          </p:cNvPr>
          <p:cNvSpPr>
            <a:spLocks noGrp="1"/>
          </p:cNvSpPr>
          <p:nvPr/>
        </p:nvSpPr>
        <p:spPr>
          <a:xfrm>
            <a:off x="3829050" y="2133600"/>
            <a:ext cx="371475" cy="495300"/>
          </a:xfrm>
          <a:custGeom>
            <a:avLst/>
            <a:gdLst/>
            <a:ahLst/>
            <a:cxnLst/>
            <a:rect l="0" t="0" r="0" b="0"/>
            <a:pathLst>
              <a:path w="371475" h="495300">
                <a:moveTo>
                  <a:pt x="371475" y="0"/>
                </a:moveTo>
                <a:lnTo>
                  <a:pt x="0" y="495300"/>
                </a:lnTo>
              </a:path>
            </a:pathLst>
          </a:custGeom>
          <a:noFill/>
          <a:ln w="16193">
            <a:solidFill>
              <a:srgbClr val="357FC0"/>
            </a:solidFill>
            <a:prstDash val="solid"/>
          </a:ln>
        </p:spPr>
      </p:sp>
      <p:sp>
        <p:nvSpPr>
          <p:cNvPr id="37" name="node-36">
            <a:extLst>
              <a:ext uri="{FF2B5EF4-FFF2-40B4-BE49-F238E27FC236}">
                <a16:creationId xmlns:a16="http://schemas.microsoft.com/office/drawing/2014/main" id="{9BD3FD3F-ABDF-4592-952B-1224B7A5BA64}"/>
              </a:ext>
            </a:extLst>
          </p:cNvPr>
          <p:cNvSpPr>
            <a:spLocks noGrp="1"/>
          </p:cNvSpPr>
          <p:nvPr/>
        </p:nvSpPr>
        <p:spPr>
          <a:xfrm>
            <a:off x="3743325" y="2628900"/>
            <a:ext cx="171450" cy="1714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357FC0"/>
            </a:solidFill>
          </a:ln>
        </p:spPr>
      </p:sp>
      <p:sp>
        <p:nvSpPr>
          <p:cNvPr id="38" name="line-37">
            <a:extLst>
              <a:ext uri="{FF2B5EF4-FFF2-40B4-BE49-F238E27FC236}">
                <a16:creationId xmlns:a16="http://schemas.microsoft.com/office/drawing/2014/main" id="{F2EC1FA0-21D3-43E3-B2CA-66C92FA37F81}"/>
              </a:ext>
            </a:extLst>
          </p:cNvPr>
          <p:cNvSpPr>
            <a:spLocks noGrp="1"/>
          </p:cNvSpPr>
          <p:nvPr/>
        </p:nvSpPr>
        <p:spPr>
          <a:xfrm>
            <a:off x="4200525" y="2133600"/>
            <a:ext cx="9525" cy="495300"/>
          </a:xfrm>
          <a:custGeom>
            <a:avLst/>
            <a:gdLst/>
            <a:ahLst/>
            <a:cxnLst/>
            <a:rect l="0" t="0" r="0" b="0"/>
            <a:pathLst>
              <a:path w="9525" h="495300">
                <a:moveTo>
                  <a:pt x="0" y="0"/>
                </a:moveTo>
                <a:lnTo>
                  <a:pt x="0" y="495300"/>
                </a:lnTo>
              </a:path>
            </a:pathLst>
          </a:custGeom>
          <a:noFill/>
          <a:ln w="16193">
            <a:solidFill>
              <a:srgbClr val="357FC0"/>
            </a:solidFill>
            <a:prstDash val="solid"/>
          </a:ln>
        </p:spPr>
      </p:sp>
      <p:sp>
        <p:nvSpPr>
          <p:cNvPr id="39" name="node-38">
            <a:extLst>
              <a:ext uri="{FF2B5EF4-FFF2-40B4-BE49-F238E27FC236}">
                <a16:creationId xmlns:a16="http://schemas.microsoft.com/office/drawing/2014/main" id="{72898441-FD40-4484-9350-C3766862937B}"/>
              </a:ext>
            </a:extLst>
          </p:cNvPr>
          <p:cNvSpPr>
            <a:spLocks noGrp="1"/>
          </p:cNvSpPr>
          <p:nvPr/>
        </p:nvSpPr>
        <p:spPr>
          <a:xfrm>
            <a:off x="4114800" y="2628900"/>
            <a:ext cx="171450" cy="1714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357FC0"/>
            </a:solidFill>
          </a:ln>
        </p:spPr>
      </p:sp>
      <p:sp>
        <p:nvSpPr>
          <p:cNvPr id="40" name="line-39">
            <a:extLst>
              <a:ext uri="{FF2B5EF4-FFF2-40B4-BE49-F238E27FC236}">
                <a16:creationId xmlns:a16="http://schemas.microsoft.com/office/drawing/2014/main" id="{76A3220A-E9BA-48B5-A508-193DFFF55380}"/>
              </a:ext>
            </a:extLst>
          </p:cNvPr>
          <p:cNvSpPr>
            <a:spLocks noGrp="1"/>
          </p:cNvSpPr>
          <p:nvPr/>
        </p:nvSpPr>
        <p:spPr>
          <a:xfrm>
            <a:off x="4200525" y="2133600"/>
            <a:ext cx="371475" cy="495300"/>
          </a:xfrm>
          <a:custGeom>
            <a:avLst/>
            <a:gdLst/>
            <a:ahLst/>
            <a:cxnLst/>
            <a:rect l="0" t="0" r="0" b="0"/>
            <a:pathLst>
              <a:path w="371475" h="495300">
                <a:moveTo>
                  <a:pt x="0" y="0"/>
                </a:moveTo>
                <a:lnTo>
                  <a:pt x="371475" y="495300"/>
                </a:lnTo>
              </a:path>
            </a:pathLst>
          </a:custGeom>
          <a:noFill/>
          <a:ln w="16193">
            <a:solidFill>
              <a:srgbClr val="357FC0"/>
            </a:solidFill>
            <a:prstDash val="solid"/>
          </a:ln>
        </p:spPr>
      </p:sp>
      <p:sp>
        <p:nvSpPr>
          <p:cNvPr id="41" name="node-40">
            <a:extLst>
              <a:ext uri="{FF2B5EF4-FFF2-40B4-BE49-F238E27FC236}">
                <a16:creationId xmlns:a16="http://schemas.microsoft.com/office/drawing/2014/main" id="{31BAA828-61D7-46C3-B7AF-88D4B3D0CF21}"/>
              </a:ext>
            </a:extLst>
          </p:cNvPr>
          <p:cNvSpPr>
            <a:spLocks noGrp="1"/>
          </p:cNvSpPr>
          <p:nvPr/>
        </p:nvSpPr>
        <p:spPr>
          <a:xfrm>
            <a:off x="4486275" y="2628900"/>
            <a:ext cx="171450" cy="1714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357FC0"/>
            </a:solidFill>
          </a:ln>
        </p:spPr>
      </p:sp>
      <p:sp>
        <p:nvSpPr>
          <p:cNvPr id="42" name="element-41">
            <a:extLst>
              <a:ext uri="{FF2B5EF4-FFF2-40B4-BE49-F238E27FC236}">
                <a16:creationId xmlns:a16="http://schemas.microsoft.com/office/drawing/2014/main" id="{D61DF041-1E14-4B05-B1EE-A027BA266917}"/>
              </a:ext>
            </a:extLst>
          </p:cNvPr>
          <p:cNvSpPr>
            <a:spLocks noGrp="1"/>
          </p:cNvSpPr>
          <p:nvPr/>
        </p:nvSpPr>
        <p:spPr>
          <a:xfrm>
            <a:off x="3400425" y="4057650"/>
            <a:ext cx="1600200" cy="771525"/>
          </a:xfrm>
          <a:prstGeom prst="roundRect">
            <a:avLst>
              <a:gd name="adj" fmla="val 7407"/>
            </a:avLst>
          </a:prstGeom>
          <a:solidFill>
            <a:srgbClr val="EEF5FC"/>
          </a:solidFill>
          <a:ln w="14288">
            <a:solidFill>
              <a:srgbClr val="357FC0"/>
            </a:solidFill>
          </a:ln>
        </p:spPr>
      </p:sp>
      <p:sp>
        <p:nvSpPr>
          <p:cNvPr id="43" name="element-42">
            <a:extLst>
              <a:ext uri="{FF2B5EF4-FFF2-40B4-BE49-F238E27FC236}">
                <a16:creationId xmlns:a16="http://schemas.microsoft.com/office/drawing/2014/main" id="{2549BF2E-79FE-4354-813B-FF79BAC8900B}"/>
              </a:ext>
            </a:extLst>
          </p:cNvPr>
          <p:cNvSpPr>
            <a:spLocks noGrp="1"/>
          </p:cNvSpPr>
          <p:nvPr/>
        </p:nvSpPr>
        <p:spPr>
          <a:xfrm>
            <a:off x="3552825" y="4219575"/>
            <a:ext cx="190500" cy="2667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4288">
            <a:solidFill>
              <a:srgbClr val="357FC0"/>
            </a:solidFill>
          </a:ln>
        </p:spPr>
      </p:sp>
      <p:sp>
        <p:nvSpPr>
          <p:cNvPr id="44" name="line-43">
            <a:extLst>
              <a:ext uri="{FF2B5EF4-FFF2-40B4-BE49-F238E27FC236}">
                <a16:creationId xmlns:a16="http://schemas.microsoft.com/office/drawing/2014/main" id="{AED7AE0C-CD39-4E1E-8BCA-739C6A858A2E}"/>
              </a:ext>
            </a:extLst>
          </p:cNvPr>
          <p:cNvSpPr>
            <a:spLocks noGrp="1"/>
          </p:cNvSpPr>
          <p:nvPr/>
        </p:nvSpPr>
        <p:spPr>
          <a:xfrm>
            <a:off x="3590925" y="4299585"/>
            <a:ext cx="114300" cy="9525"/>
          </a:xfrm>
          <a:custGeom>
            <a:avLst/>
            <a:gdLst/>
            <a:ahLst/>
            <a:cxnLst/>
            <a:rect l="0" t="0" r="0" b="0"/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/>
          <a:ln w="12383">
            <a:solidFill>
              <a:srgbClr val="357FC0"/>
            </a:solidFill>
            <a:prstDash val="solid"/>
          </a:ln>
        </p:spPr>
      </p:sp>
      <p:sp>
        <p:nvSpPr>
          <p:cNvPr id="45" name="line-44">
            <a:extLst>
              <a:ext uri="{FF2B5EF4-FFF2-40B4-BE49-F238E27FC236}">
                <a16:creationId xmlns:a16="http://schemas.microsoft.com/office/drawing/2014/main" id="{4A9DC38C-23B4-46D5-BDAB-554F21E8FC15}"/>
              </a:ext>
            </a:extLst>
          </p:cNvPr>
          <p:cNvSpPr>
            <a:spLocks noGrp="1"/>
          </p:cNvSpPr>
          <p:nvPr/>
        </p:nvSpPr>
        <p:spPr>
          <a:xfrm>
            <a:off x="3590925" y="4347591"/>
            <a:ext cx="114300" cy="9525"/>
          </a:xfrm>
          <a:custGeom>
            <a:avLst/>
            <a:gdLst/>
            <a:ahLst/>
            <a:cxnLst/>
            <a:rect l="0" t="0" r="0" b="0"/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/>
          <a:ln w="12383">
            <a:solidFill>
              <a:srgbClr val="357FC0"/>
            </a:solidFill>
            <a:prstDash val="solid"/>
          </a:ln>
        </p:spPr>
      </p:sp>
      <p:sp>
        <p:nvSpPr>
          <p:cNvPr id="46" name="line-45">
            <a:extLst>
              <a:ext uri="{FF2B5EF4-FFF2-40B4-BE49-F238E27FC236}">
                <a16:creationId xmlns:a16="http://schemas.microsoft.com/office/drawing/2014/main" id="{7DC518CE-B336-4D43-AD17-C79BE45AD371}"/>
              </a:ext>
            </a:extLst>
          </p:cNvPr>
          <p:cNvSpPr>
            <a:spLocks noGrp="1"/>
          </p:cNvSpPr>
          <p:nvPr/>
        </p:nvSpPr>
        <p:spPr>
          <a:xfrm>
            <a:off x="3590925" y="4395597"/>
            <a:ext cx="85725" cy="9525"/>
          </a:xfrm>
          <a:custGeom>
            <a:avLst/>
            <a:gdLst/>
            <a:ahLst/>
            <a:cxnLst/>
            <a:rect l="0" t="0" r="0" b="0"/>
            <a:pathLst>
              <a:path w="85725" h="9525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/>
          <a:ln w="12383">
            <a:solidFill>
              <a:srgbClr val="357FC0"/>
            </a:solidFill>
            <a:prstDash val="solid"/>
          </a:ln>
        </p:spPr>
      </p:sp>
      <p:sp>
        <p:nvSpPr>
          <p:cNvPr id="47" name="element-46">
            <a:extLst>
              <a:ext uri="{FF2B5EF4-FFF2-40B4-BE49-F238E27FC236}">
                <a16:creationId xmlns:a16="http://schemas.microsoft.com/office/drawing/2014/main" id="{8F2BC79D-2FBB-44D5-910C-A16D8FB0A112}"/>
              </a:ext>
            </a:extLst>
          </p:cNvPr>
          <p:cNvSpPr>
            <a:spLocks noGrp="1"/>
          </p:cNvSpPr>
          <p:nvPr/>
        </p:nvSpPr>
        <p:spPr>
          <a:xfrm>
            <a:off x="3857625" y="4171950"/>
            <a:ext cx="1095375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Reason</a:t>
            </a:r>
          </a:p>
        </p:txBody>
      </p:sp>
      <p:sp>
        <p:nvSpPr>
          <p:cNvPr id="48" name="element-47">
            <a:extLst>
              <a:ext uri="{FF2B5EF4-FFF2-40B4-BE49-F238E27FC236}">
                <a16:creationId xmlns:a16="http://schemas.microsoft.com/office/drawing/2014/main" id="{07958C62-E835-486B-8E41-562523C5EDA7}"/>
              </a:ext>
            </a:extLst>
          </p:cNvPr>
          <p:cNvSpPr>
            <a:spLocks noGrp="1"/>
          </p:cNvSpPr>
          <p:nvPr/>
        </p:nvSpPr>
        <p:spPr>
          <a:xfrm>
            <a:off x="3581400" y="4495800"/>
            <a:ext cx="138112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00" b="1">
                <a:solidFill>
                  <a:srgbClr val="357FC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57FC0"/>
                </a:solidFill>
                <a:latin typeface="Arial"/>
                <a:ea typeface="Arial"/>
                <a:cs typeface="Arial"/>
              </a:rPr>
              <a:t>A / B / None</a:t>
            </a:r>
          </a:p>
        </p:txBody>
      </p:sp>
      <p:sp>
        <p:nvSpPr>
          <p:cNvPr id="49" name="line-48">
            <a:extLst>
              <a:ext uri="{FF2B5EF4-FFF2-40B4-BE49-F238E27FC236}">
                <a16:creationId xmlns:a16="http://schemas.microsoft.com/office/drawing/2014/main" id="{4E46488F-3F30-4A6F-B89E-B50725EC0507}"/>
              </a:ext>
            </a:extLst>
          </p:cNvPr>
          <p:cNvSpPr>
            <a:spLocks noGrp="1"/>
          </p:cNvSpPr>
          <p:nvPr/>
        </p:nvSpPr>
        <p:spPr>
          <a:xfrm>
            <a:off x="4200525" y="2962275"/>
            <a:ext cx="9525" cy="257175"/>
          </a:xfrm>
          <a:custGeom>
            <a:avLst/>
            <a:gdLst/>
            <a:ahLst/>
            <a:cxnLst/>
            <a:rect l="0" t="0" r="0" b="0"/>
            <a:pathLst>
              <a:path w="9525" h="257175">
                <a:moveTo>
                  <a:pt x="0" y="0"/>
                </a:moveTo>
                <a:lnTo>
                  <a:pt x="0" y="257175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50" name="arrow-49">
            <a:extLst>
              <a:ext uri="{FF2B5EF4-FFF2-40B4-BE49-F238E27FC236}">
                <a16:creationId xmlns:a16="http://schemas.microsoft.com/office/drawing/2014/main" id="{BA4242E3-9F2F-4F9D-9716-7E8099E38FE2}"/>
              </a:ext>
            </a:extLst>
          </p:cNvPr>
          <p:cNvSpPr>
            <a:spLocks noGrp="1"/>
          </p:cNvSpPr>
          <p:nvPr/>
        </p:nvSpPr>
        <p:spPr>
          <a:xfrm>
            <a:off x="4157663" y="3133725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42863" y="85725"/>
                </a:moveTo>
                <a:lnTo>
                  <a:pt x="85725" y="0"/>
                </a:lnTo>
                <a:lnTo>
                  <a:pt x="0" y="0"/>
                </a:lnTo>
                <a:lnTo>
                  <a:pt x="42863" y="85725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51" name="line-50">
            <a:extLst>
              <a:ext uri="{FF2B5EF4-FFF2-40B4-BE49-F238E27FC236}">
                <a16:creationId xmlns:a16="http://schemas.microsoft.com/office/drawing/2014/main" id="{47959065-5E66-4A2E-AC4B-4650D35084FC}"/>
              </a:ext>
            </a:extLst>
          </p:cNvPr>
          <p:cNvSpPr>
            <a:spLocks noGrp="1"/>
          </p:cNvSpPr>
          <p:nvPr/>
        </p:nvSpPr>
        <p:spPr>
          <a:xfrm>
            <a:off x="4200525" y="3848100"/>
            <a:ext cx="9525" cy="209550"/>
          </a:xfrm>
          <a:custGeom>
            <a:avLst/>
            <a:gdLst/>
            <a:ahLst/>
            <a:cxnLst/>
            <a:rect l="0" t="0" r="0" b="0"/>
            <a:pathLst>
              <a:path w="952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52" name="arrow-51">
            <a:extLst>
              <a:ext uri="{FF2B5EF4-FFF2-40B4-BE49-F238E27FC236}">
                <a16:creationId xmlns:a16="http://schemas.microsoft.com/office/drawing/2014/main" id="{820E48C6-D78F-48A8-BF4E-0F37B7F3E644}"/>
              </a:ext>
            </a:extLst>
          </p:cNvPr>
          <p:cNvSpPr>
            <a:spLocks noGrp="1"/>
          </p:cNvSpPr>
          <p:nvPr/>
        </p:nvSpPr>
        <p:spPr>
          <a:xfrm>
            <a:off x="4157663" y="3971925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42863" y="85725"/>
                </a:moveTo>
                <a:lnTo>
                  <a:pt x="85725" y="0"/>
                </a:lnTo>
                <a:lnTo>
                  <a:pt x="0" y="0"/>
                </a:lnTo>
                <a:lnTo>
                  <a:pt x="42863" y="85725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53" name="line-52">
            <a:extLst>
              <a:ext uri="{FF2B5EF4-FFF2-40B4-BE49-F238E27FC236}">
                <a16:creationId xmlns:a16="http://schemas.microsoft.com/office/drawing/2014/main" id="{68EC2571-6E71-411A-BE85-FE5D023EA9E2}"/>
              </a:ext>
            </a:extLst>
          </p:cNvPr>
          <p:cNvSpPr>
            <a:spLocks noGrp="1"/>
          </p:cNvSpPr>
          <p:nvPr/>
        </p:nvSpPr>
        <p:spPr>
          <a:xfrm>
            <a:off x="4200525" y="4829175"/>
            <a:ext cx="9525" cy="342900"/>
          </a:xfrm>
          <a:custGeom>
            <a:avLst/>
            <a:gdLst/>
            <a:ahLst/>
            <a:cxnLst/>
            <a:rect l="0" t="0" r="0" b="0"/>
            <a:pathLst>
              <a:path w="9525"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54" name="arrow-53">
            <a:extLst>
              <a:ext uri="{FF2B5EF4-FFF2-40B4-BE49-F238E27FC236}">
                <a16:creationId xmlns:a16="http://schemas.microsoft.com/office/drawing/2014/main" id="{76F3A117-6919-4822-BBBE-D7182F397405}"/>
              </a:ext>
            </a:extLst>
          </p:cNvPr>
          <p:cNvSpPr>
            <a:spLocks noGrp="1"/>
          </p:cNvSpPr>
          <p:nvPr/>
        </p:nvSpPr>
        <p:spPr>
          <a:xfrm>
            <a:off x="4157663" y="5086350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42863" y="85725"/>
                </a:moveTo>
                <a:lnTo>
                  <a:pt x="85725" y="0"/>
                </a:lnTo>
                <a:lnTo>
                  <a:pt x="0" y="0"/>
                </a:lnTo>
                <a:lnTo>
                  <a:pt x="42863" y="85725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55" name="node-54">
            <a:extLst>
              <a:ext uri="{FF2B5EF4-FFF2-40B4-BE49-F238E27FC236}">
                <a16:creationId xmlns:a16="http://schemas.microsoft.com/office/drawing/2014/main" id="{90D3DCA9-56DA-4F6C-B993-E4107FD39D96}"/>
              </a:ext>
            </a:extLst>
          </p:cNvPr>
          <p:cNvSpPr>
            <a:spLocks noGrp="1"/>
          </p:cNvSpPr>
          <p:nvPr/>
        </p:nvSpPr>
        <p:spPr>
          <a:xfrm>
            <a:off x="5762625" y="733425"/>
            <a:ext cx="704850" cy="704850"/>
          </a:xfrm>
          <a:prstGeom prst="ellipse">
            <a:avLst/>
          </a:prstGeom>
          <a:solidFill>
            <a:srgbClr val="ECF8F5"/>
          </a:solidFill>
          <a:ln w="16193">
            <a:solidFill>
              <a:srgbClr val="ECF8F5"/>
            </a:solidFill>
          </a:ln>
        </p:spPr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B36AEFD0-332C-4FE4-BC16-08D8EFDFBCC8}"/>
              </a:ext>
            </a:extLst>
          </p:cNvPr>
          <p:cNvSpPr>
            <a:spLocks noGrp="1"/>
          </p:cNvSpPr>
          <p:nvPr/>
        </p:nvSpPr>
        <p:spPr>
          <a:xfrm>
            <a:off x="5857875" y="933450"/>
            <a:ext cx="533400" cy="295275"/>
          </a:xfrm>
          <a:prstGeom prst="ellipse">
            <a:avLst/>
          </a:prstGeom>
          <a:noFill/>
          <a:ln w="24765">
            <a:solidFill>
              <a:srgbClr val="168D86"/>
            </a:solidFill>
          </a:ln>
        </p:spPr>
      </p:sp>
      <p:sp>
        <p:nvSpPr>
          <p:cNvPr id="57" name="node-55">
            <a:extLst>
              <a:ext uri="{FF2B5EF4-FFF2-40B4-BE49-F238E27FC236}">
                <a16:creationId xmlns:a16="http://schemas.microsoft.com/office/drawing/2014/main" id="{E0E16A48-5B3A-4D6F-AD0C-24C3BB11ECF8}"/>
              </a:ext>
            </a:extLst>
          </p:cNvPr>
          <p:cNvSpPr>
            <a:spLocks noGrp="1"/>
          </p:cNvSpPr>
          <p:nvPr/>
        </p:nvSpPr>
        <p:spPr>
          <a:xfrm>
            <a:off x="6029325" y="990600"/>
            <a:ext cx="190500" cy="190500"/>
          </a:xfrm>
          <a:prstGeom prst="ellipse">
            <a:avLst/>
          </a:prstGeom>
          <a:solidFill>
            <a:srgbClr val="168D86"/>
          </a:solidFill>
          <a:ln w="16193">
            <a:solidFill>
              <a:srgbClr val="168D86"/>
            </a:solidFill>
          </a:ln>
        </p:spPr>
      </p:sp>
      <p:sp>
        <p:nvSpPr>
          <p:cNvPr id="58" name="node-56">
            <a:extLst>
              <a:ext uri="{FF2B5EF4-FFF2-40B4-BE49-F238E27FC236}">
                <a16:creationId xmlns:a16="http://schemas.microsoft.com/office/drawing/2014/main" id="{40FA6FB8-EAB1-4946-BDEE-BDCFD3E16647}"/>
              </a:ext>
            </a:extLst>
          </p:cNvPr>
          <p:cNvSpPr>
            <a:spLocks noGrp="1"/>
          </p:cNvSpPr>
          <p:nvPr/>
        </p:nvSpPr>
        <p:spPr>
          <a:xfrm>
            <a:off x="6076950" y="1019175"/>
            <a:ext cx="57150" cy="571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FFFFFF"/>
            </a:solidFill>
          </a:ln>
        </p:spPr>
      </p:sp>
      <p:sp>
        <p:nvSpPr>
          <p:cNvPr id="59" name="line-57">
            <a:extLst>
              <a:ext uri="{FF2B5EF4-FFF2-40B4-BE49-F238E27FC236}">
                <a16:creationId xmlns:a16="http://schemas.microsoft.com/office/drawing/2014/main" id="{90614886-1CE7-4251-9516-35094A49E6C1}"/>
              </a:ext>
            </a:extLst>
          </p:cNvPr>
          <p:cNvSpPr>
            <a:spLocks noGrp="1"/>
          </p:cNvSpPr>
          <p:nvPr/>
        </p:nvSpPr>
        <p:spPr>
          <a:xfrm>
            <a:off x="6477000" y="723900"/>
            <a:ext cx="114300" cy="95250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0" y="28575"/>
                </a:lnTo>
                <a:lnTo>
                  <a:pt x="28575" y="0"/>
                </a:lnTo>
                <a:lnTo>
                  <a:pt x="85725" y="0"/>
                </a:lnTo>
                <a:lnTo>
                  <a:pt x="114300" y="28575"/>
                </a:lnTo>
                <a:lnTo>
                  <a:pt x="114300" y="9525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60" name="element-58">
            <a:extLst>
              <a:ext uri="{FF2B5EF4-FFF2-40B4-BE49-F238E27FC236}">
                <a16:creationId xmlns:a16="http://schemas.microsoft.com/office/drawing/2014/main" id="{FA85248C-9277-4997-BB0E-F0C583BDBE16}"/>
              </a:ext>
            </a:extLst>
          </p:cNvPr>
          <p:cNvSpPr>
            <a:spLocks noGrp="1"/>
          </p:cNvSpPr>
          <p:nvPr/>
        </p:nvSpPr>
        <p:spPr>
          <a:xfrm>
            <a:off x="6438900" y="809625"/>
            <a:ext cx="190500" cy="142875"/>
          </a:xfrm>
          <a:prstGeom prst="roundRect">
            <a:avLst>
              <a:gd name="adj" fmla="val 20000"/>
            </a:avLst>
          </a:prstGeom>
          <a:solidFill>
            <a:srgbClr val="122C50"/>
          </a:solidFill>
          <a:ln w="14288">
            <a:solidFill>
              <a:srgbClr val="122C50"/>
            </a:solidFill>
          </a:ln>
        </p:spPr>
      </p:sp>
      <p:sp>
        <p:nvSpPr>
          <p:cNvPr id="61" name="node-59">
            <a:extLst>
              <a:ext uri="{FF2B5EF4-FFF2-40B4-BE49-F238E27FC236}">
                <a16:creationId xmlns:a16="http://schemas.microsoft.com/office/drawing/2014/main" id="{BFCF0DD3-8AAC-4128-AAA5-C661D8A34053}"/>
              </a:ext>
            </a:extLst>
          </p:cNvPr>
          <p:cNvSpPr>
            <a:spLocks noGrp="1"/>
          </p:cNvSpPr>
          <p:nvPr/>
        </p:nvSpPr>
        <p:spPr>
          <a:xfrm>
            <a:off x="6515100" y="847725"/>
            <a:ext cx="38100" cy="3810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FFFFFF"/>
            </a:solidFill>
          </a:ln>
        </p:spPr>
      </p:sp>
      <p:sp>
        <p:nvSpPr>
          <p:cNvPr id="62" name="element-60">
            <a:extLst>
              <a:ext uri="{FF2B5EF4-FFF2-40B4-BE49-F238E27FC236}">
                <a16:creationId xmlns:a16="http://schemas.microsoft.com/office/drawing/2014/main" id="{A3B3B0A0-A343-4ACD-B8F0-1F3483529445}"/>
              </a:ext>
            </a:extLst>
          </p:cNvPr>
          <p:cNvSpPr>
            <a:spLocks noGrp="1"/>
          </p:cNvSpPr>
          <p:nvPr/>
        </p:nvSpPr>
        <p:spPr>
          <a:xfrm>
            <a:off x="5191125" y="1504950"/>
            <a:ext cx="18478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75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Visual Grounding</a:t>
            </a:r>
          </a:p>
        </p:txBody>
      </p:sp>
      <p:sp>
        <p:nvSpPr>
          <p:cNvPr id="63" name="element-61">
            <a:extLst>
              <a:ext uri="{FF2B5EF4-FFF2-40B4-BE49-F238E27FC236}">
                <a16:creationId xmlns:a16="http://schemas.microsoft.com/office/drawing/2014/main" id="{F72FEF49-EC26-437D-9D74-1DDE0881BFA1}"/>
              </a:ext>
            </a:extLst>
          </p:cNvPr>
          <p:cNvSpPr>
            <a:spLocks noGrp="1"/>
          </p:cNvSpPr>
          <p:nvPr/>
        </p:nvSpPr>
        <p:spPr>
          <a:xfrm>
            <a:off x="5314950" y="1847850"/>
            <a:ext cx="1600200" cy="1114425"/>
          </a:xfrm>
          <a:prstGeom prst="roundRect">
            <a:avLst>
              <a:gd name="adj" fmla="val 7692"/>
            </a:avLst>
          </a:prstGeom>
          <a:solidFill>
            <a:srgbClr val="ECF8F5"/>
          </a:solidFill>
          <a:ln w="9525">
            <a:solidFill>
              <a:srgbClr val="168D86"/>
            </a:solidFill>
            <a:prstDash val="dash"/>
          </a:ln>
        </p:spPr>
      </p:sp>
      <p:sp>
        <p:nvSpPr>
          <p:cNvPr id="64" name="node-62">
            <a:extLst>
              <a:ext uri="{FF2B5EF4-FFF2-40B4-BE49-F238E27FC236}">
                <a16:creationId xmlns:a16="http://schemas.microsoft.com/office/drawing/2014/main" id="{9B5DEA9D-131D-4BE5-994F-7D53426BF4CF}"/>
              </a:ext>
            </a:extLst>
          </p:cNvPr>
          <p:cNvSpPr>
            <a:spLocks noGrp="1"/>
          </p:cNvSpPr>
          <p:nvPr/>
        </p:nvSpPr>
        <p:spPr>
          <a:xfrm>
            <a:off x="6010275" y="1924050"/>
            <a:ext cx="209550" cy="2095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168D86"/>
            </a:solidFill>
          </a:ln>
        </p:spPr>
      </p:sp>
      <p:sp>
        <p:nvSpPr>
          <p:cNvPr id="65" name="line-63">
            <a:extLst>
              <a:ext uri="{FF2B5EF4-FFF2-40B4-BE49-F238E27FC236}">
                <a16:creationId xmlns:a16="http://schemas.microsoft.com/office/drawing/2014/main" id="{73B6E28B-BB1B-4EBA-8F6B-168843F89855}"/>
              </a:ext>
            </a:extLst>
          </p:cNvPr>
          <p:cNvSpPr>
            <a:spLocks noGrp="1"/>
          </p:cNvSpPr>
          <p:nvPr/>
        </p:nvSpPr>
        <p:spPr>
          <a:xfrm>
            <a:off x="5743575" y="2133600"/>
            <a:ext cx="371475" cy="495300"/>
          </a:xfrm>
          <a:custGeom>
            <a:avLst/>
            <a:gdLst/>
            <a:ahLst/>
            <a:cxnLst/>
            <a:rect l="0" t="0" r="0" b="0"/>
            <a:pathLst>
              <a:path w="371475" h="495300">
                <a:moveTo>
                  <a:pt x="371475" y="0"/>
                </a:moveTo>
                <a:lnTo>
                  <a:pt x="0" y="495300"/>
                </a:lnTo>
              </a:path>
            </a:pathLst>
          </a:custGeom>
          <a:noFill/>
          <a:ln w="16193">
            <a:solidFill>
              <a:srgbClr val="168D86"/>
            </a:solidFill>
            <a:prstDash val="solid"/>
          </a:ln>
        </p:spPr>
      </p:sp>
      <p:sp>
        <p:nvSpPr>
          <p:cNvPr id="66" name="node-64">
            <a:extLst>
              <a:ext uri="{FF2B5EF4-FFF2-40B4-BE49-F238E27FC236}">
                <a16:creationId xmlns:a16="http://schemas.microsoft.com/office/drawing/2014/main" id="{0F86C47D-A7AF-4A94-AB0F-4326C91C98AE}"/>
              </a:ext>
            </a:extLst>
          </p:cNvPr>
          <p:cNvSpPr>
            <a:spLocks noGrp="1"/>
          </p:cNvSpPr>
          <p:nvPr/>
        </p:nvSpPr>
        <p:spPr>
          <a:xfrm>
            <a:off x="5657850" y="2628900"/>
            <a:ext cx="171450" cy="1714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168D86"/>
            </a:solidFill>
          </a:ln>
        </p:spPr>
      </p:sp>
      <p:sp>
        <p:nvSpPr>
          <p:cNvPr id="67" name="line-65">
            <a:extLst>
              <a:ext uri="{FF2B5EF4-FFF2-40B4-BE49-F238E27FC236}">
                <a16:creationId xmlns:a16="http://schemas.microsoft.com/office/drawing/2014/main" id="{1232D68F-825E-4C00-866D-246061F004EF}"/>
              </a:ext>
            </a:extLst>
          </p:cNvPr>
          <p:cNvSpPr>
            <a:spLocks noGrp="1"/>
          </p:cNvSpPr>
          <p:nvPr/>
        </p:nvSpPr>
        <p:spPr>
          <a:xfrm>
            <a:off x="6115050" y="2133600"/>
            <a:ext cx="9525" cy="495300"/>
          </a:xfrm>
          <a:custGeom>
            <a:avLst/>
            <a:gdLst/>
            <a:ahLst/>
            <a:cxnLst/>
            <a:rect l="0" t="0" r="0" b="0"/>
            <a:pathLst>
              <a:path w="9525" h="495300">
                <a:moveTo>
                  <a:pt x="0" y="0"/>
                </a:moveTo>
                <a:lnTo>
                  <a:pt x="0" y="495300"/>
                </a:lnTo>
              </a:path>
            </a:pathLst>
          </a:custGeom>
          <a:noFill/>
          <a:ln w="16193">
            <a:solidFill>
              <a:srgbClr val="168D86"/>
            </a:solidFill>
            <a:prstDash val="solid"/>
          </a:ln>
        </p:spPr>
      </p:sp>
      <p:sp>
        <p:nvSpPr>
          <p:cNvPr id="68" name="node-66">
            <a:extLst>
              <a:ext uri="{FF2B5EF4-FFF2-40B4-BE49-F238E27FC236}">
                <a16:creationId xmlns:a16="http://schemas.microsoft.com/office/drawing/2014/main" id="{F16216A0-2117-4B53-B921-2D447EC9F0F9}"/>
              </a:ext>
            </a:extLst>
          </p:cNvPr>
          <p:cNvSpPr>
            <a:spLocks noGrp="1"/>
          </p:cNvSpPr>
          <p:nvPr/>
        </p:nvSpPr>
        <p:spPr>
          <a:xfrm>
            <a:off x="6029325" y="2628900"/>
            <a:ext cx="171450" cy="1714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168D86"/>
            </a:solidFill>
          </a:ln>
        </p:spPr>
      </p:sp>
      <p:sp>
        <p:nvSpPr>
          <p:cNvPr id="69" name="line-67">
            <a:extLst>
              <a:ext uri="{FF2B5EF4-FFF2-40B4-BE49-F238E27FC236}">
                <a16:creationId xmlns:a16="http://schemas.microsoft.com/office/drawing/2014/main" id="{D3349F02-5755-48C6-BF86-F2C65A5BD018}"/>
              </a:ext>
            </a:extLst>
          </p:cNvPr>
          <p:cNvSpPr>
            <a:spLocks noGrp="1"/>
          </p:cNvSpPr>
          <p:nvPr/>
        </p:nvSpPr>
        <p:spPr>
          <a:xfrm>
            <a:off x="6115050" y="2133600"/>
            <a:ext cx="371475" cy="495300"/>
          </a:xfrm>
          <a:custGeom>
            <a:avLst/>
            <a:gdLst/>
            <a:ahLst/>
            <a:cxnLst/>
            <a:rect l="0" t="0" r="0" b="0"/>
            <a:pathLst>
              <a:path w="371475" h="495300">
                <a:moveTo>
                  <a:pt x="0" y="0"/>
                </a:moveTo>
                <a:lnTo>
                  <a:pt x="371475" y="495300"/>
                </a:lnTo>
              </a:path>
            </a:pathLst>
          </a:custGeom>
          <a:noFill/>
          <a:ln w="16193">
            <a:solidFill>
              <a:srgbClr val="168D86"/>
            </a:solidFill>
            <a:prstDash val="solid"/>
          </a:ln>
        </p:spPr>
      </p:sp>
      <p:sp>
        <p:nvSpPr>
          <p:cNvPr id="70" name="node-68">
            <a:extLst>
              <a:ext uri="{FF2B5EF4-FFF2-40B4-BE49-F238E27FC236}">
                <a16:creationId xmlns:a16="http://schemas.microsoft.com/office/drawing/2014/main" id="{3346AA41-8C4C-4B05-BA08-ECB070D887FB}"/>
              </a:ext>
            </a:extLst>
          </p:cNvPr>
          <p:cNvSpPr>
            <a:spLocks noGrp="1"/>
          </p:cNvSpPr>
          <p:nvPr/>
        </p:nvSpPr>
        <p:spPr>
          <a:xfrm>
            <a:off x="6400800" y="2628900"/>
            <a:ext cx="171450" cy="1714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168D86"/>
            </a:solidFill>
          </a:ln>
        </p:spPr>
      </p:sp>
      <p:sp>
        <p:nvSpPr>
          <p:cNvPr id="71" name="element-69">
            <a:extLst>
              <a:ext uri="{FF2B5EF4-FFF2-40B4-BE49-F238E27FC236}">
                <a16:creationId xmlns:a16="http://schemas.microsoft.com/office/drawing/2014/main" id="{29099E36-187E-4DE0-87EB-1C83F15F98DC}"/>
              </a:ext>
            </a:extLst>
          </p:cNvPr>
          <p:cNvSpPr>
            <a:spLocks noGrp="1"/>
          </p:cNvSpPr>
          <p:nvPr/>
        </p:nvSpPr>
        <p:spPr>
          <a:xfrm>
            <a:off x="5314950" y="4057650"/>
            <a:ext cx="1600200" cy="771525"/>
          </a:xfrm>
          <a:prstGeom prst="roundRect">
            <a:avLst>
              <a:gd name="adj" fmla="val 7407"/>
            </a:avLst>
          </a:prstGeom>
          <a:solidFill>
            <a:srgbClr val="ECF8F5"/>
          </a:solidFill>
          <a:ln w="14288">
            <a:solidFill>
              <a:srgbClr val="168D86"/>
            </a:solidFill>
          </a:ln>
        </p:spPr>
      </p:sp>
      <p:sp>
        <p:nvSpPr>
          <p:cNvPr id="72" name="element-70">
            <a:extLst>
              <a:ext uri="{FF2B5EF4-FFF2-40B4-BE49-F238E27FC236}">
                <a16:creationId xmlns:a16="http://schemas.microsoft.com/office/drawing/2014/main" id="{72A901FC-2806-4FCB-B4D8-2A72BB674522}"/>
              </a:ext>
            </a:extLst>
          </p:cNvPr>
          <p:cNvSpPr>
            <a:spLocks noGrp="1"/>
          </p:cNvSpPr>
          <p:nvPr/>
        </p:nvSpPr>
        <p:spPr>
          <a:xfrm>
            <a:off x="5467350" y="4219575"/>
            <a:ext cx="190500" cy="2667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4288">
            <a:solidFill>
              <a:srgbClr val="168D86"/>
            </a:solidFill>
          </a:ln>
        </p:spPr>
      </p:sp>
      <p:sp>
        <p:nvSpPr>
          <p:cNvPr id="73" name="line-71">
            <a:extLst>
              <a:ext uri="{FF2B5EF4-FFF2-40B4-BE49-F238E27FC236}">
                <a16:creationId xmlns:a16="http://schemas.microsoft.com/office/drawing/2014/main" id="{AA133F35-C62B-4A18-B88B-6A379C64FC34}"/>
              </a:ext>
            </a:extLst>
          </p:cNvPr>
          <p:cNvSpPr>
            <a:spLocks noGrp="1"/>
          </p:cNvSpPr>
          <p:nvPr/>
        </p:nvSpPr>
        <p:spPr>
          <a:xfrm>
            <a:off x="5505450" y="4299585"/>
            <a:ext cx="114300" cy="9525"/>
          </a:xfrm>
          <a:custGeom>
            <a:avLst/>
            <a:gdLst/>
            <a:ahLst/>
            <a:cxnLst/>
            <a:rect l="0" t="0" r="0" b="0"/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/>
          <a:ln w="12383">
            <a:solidFill>
              <a:srgbClr val="168D86"/>
            </a:solidFill>
            <a:prstDash val="solid"/>
          </a:ln>
        </p:spPr>
      </p:sp>
      <p:sp>
        <p:nvSpPr>
          <p:cNvPr id="74" name="line-72">
            <a:extLst>
              <a:ext uri="{FF2B5EF4-FFF2-40B4-BE49-F238E27FC236}">
                <a16:creationId xmlns:a16="http://schemas.microsoft.com/office/drawing/2014/main" id="{2B248214-F22D-43F3-9A58-21A8D0E40793}"/>
              </a:ext>
            </a:extLst>
          </p:cNvPr>
          <p:cNvSpPr>
            <a:spLocks noGrp="1"/>
          </p:cNvSpPr>
          <p:nvPr/>
        </p:nvSpPr>
        <p:spPr>
          <a:xfrm>
            <a:off x="5505450" y="4347591"/>
            <a:ext cx="114300" cy="9525"/>
          </a:xfrm>
          <a:custGeom>
            <a:avLst/>
            <a:gdLst/>
            <a:ahLst/>
            <a:cxnLst/>
            <a:rect l="0" t="0" r="0" b="0"/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/>
          <a:ln w="12383">
            <a:solidFill>
              <a:srgbClr val="168D86"/>
            </a:solidFill>
            <a:prstDash val="solid"/>
          </a:ln>
        </p:spPr>
      </p:sp>
      <p:sp>
        <p:nvSpPr>
          <p:cNvPr id="75" name="line-73">
            <a:extLst>
              <a:ext uri="{FF2B5EF4-FFF2-40B4-BE49-F238E27FC236}">
                <a16:creationId xmlns:a16="http://schemas.microsoft.com/office/drawing/2014/main" id="{CD06D209-F773-443A-9EEA-DC91B1E5EA6D}"/>
              </a:ext>
            </a:extLst>
          </p:cNvPr>
          <p:cNvSpPr>
            <a:spLocks noGrp="1"/>
          </p:cNvSpPr>
          <p:nvPr/>
        </p:nvSpPr>
        <p:spPr>
          <a:xfrm>
            <a:off x="5505450" y="4395597"/>
            <a:ext cx="85725" cy="9525"/>
          </a:xfrm>
          <a:custGeom>
            <a:avLst/>
            <a:gdLst/>
            <a:ahLst/>
            <a:cxnLst/>
            <a:rect l="0" t="0" r="0" b="0"/>
            <a:pathLst>
              <a:path w="85725" h="9525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/>
          <a:ln w="12383">
            <a:solidFill>
              <a:srgbClr val="168D86"/>
            </a:solidFill>
            <a:prstDash val="solid"/>
          </a:ln>
        </p:spPr>
      </p:sp>
      <p:sp>
        <p:nvSpPr>
          <p:cNvPr id="76" name="element-74">
            <a:extLst>
              <a:ext uri="{FF2B5EF4-FFF2-40B4-BE49-F238E27FC236}">
                <a16:creationId xmlns:a16="http://schemas.microsoft.com/office/drawing/2014/main" id="{FA14DD97-E503-4E4E-9BCF-F6B0001EF736}"/>
              </a:ext>
            </a:extLst>
          </p:cNvPr>
          <p:cNvSpPr>
            <a:spLocks noGrp="1"/>
          </p:cNvSpPr>
          <p:nvPr/>
        </p:nvSpPr>
        <p:spPr>
          <a:xfrm>
            <a:off x="5772150" y="4171950"/>
            <a:ext cx="1095375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Reason</a:t>
            </a:r>
          </a:p>
        </p:txBody>
      </p:sp>
      <p:sp>
        <p:nvSpPr>
          <p:cNvPr id="77" name="element-75">
            <a:extLst>
              <a:ext uri="{FF2B5EF4-FFF2-40B4-BE49-F238E27FC236}">
                <a16:creationId xmlns:a16="http://schemas.microsoft.com/office/drawing/2014/main" id="{9541AEE5-EB58-41AA-A4D8-62E7D8F66664}"/>
              </a:ext>
            </a:extLst>
          </p:cNvPr>
          <p:cNvSpPr>
            <a:spLocks noGrp="1"/>
          </p:cNvSpPr>
          <p:nvPr/>
        </p:nvSpPr>
        <p:spPr>
          <a:xfrm>
            <a:off x="5495925" y="4495800"/>
            <a:ext cx="138112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00" b="1">
                <a:solidFill>
                  <a:srgbClr val="168D8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8D86"/>
                </a:solidFill>
                <a:latin typeface="Arial"/>
                <a:ea typeface="Arial"/>
                <a:cs typeface="Arial"/>
              </a:rPr>
              <a:t>A / B / None</a:t>
            </a:r>
          </a:p>
        </p:txBody>
      </p:sp>
      <p:sp>
        <p:nvSpPr>
          <p:cNvPr id="78" name="line-76">
            <a:extLst>
              <a:ext uri="{FF2B5EF4-FFF2-40B4-BE49-F238E27FC236}">
                <a16:creationId xmlns:a16="http://schemas.microsoft.com/office/drawing/2014/main" id="{C1DC0E93-0186-4B86-88AB-600637E644A5}"/>
              </a:ext>
            </a:extLst>
          </p:cNvPr>
          <p:cNvSpPr>
            <a:spLocks noGrp="1"/>
          </p:cNvSpPr>
          <p:nvPr/>
        </p:nvSpPr>
        <p:spPr>
          <a:xfrm>
            <a:off x="6115050" y="2962275"/>
            <a:ext cx="9525" cy="257175"/>
          </a:xfrm>
          <a:custGeom>
            <a:avLst/>
            <a:gdLst/>
            <a:ahLst/>
            <a:cxnLst/>
            <a:rect l="0" t="0" r="0" b="0"/>
            <a:pathLst>
              <a:path w="9525" h="257175">
                <a:moveTo>
                  <a:pt x="0" y="0"/>
                </a:moveTo>
                <a:lnTo>
                  <a:pt x="0" y="257175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79" name="arrow-77">
            <a:extLst>
              <a:ext uri="{FF2B5EF4-FFF2-40B4-BE49-F238E27FC236}">
                <a16:creationId xmlns:a16="http://schemas.microsoft.com/office/drawing/2014/main" id="{E9568BFC-A2D7-4783-9DF5-FDD65786B4D3}"/>
              </a:ext>
            </a:extLst>
          </p:cNvPr>
          <p:cNvSpPr>
            <a:spLocks noGrp="1"/>
          </p:cNvSpPr>
          <p:nvPr/>
        </p:nvSpPr>
        <p:spPr>
          <a:xfrm>
            <a:off x="6072188" y="3133725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42863" y="85725"/>
                </a:moveTo>
                <a:lnTo>
                  <a:pt x="85725" y="0"/>
                </a:lnTo>
                <a:lnTo>
                  <a:pt x="0" y="0"/>
                </a:lnTo>
                <a:lnTo>
                  <a:pt x="42863" y="85725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80" name="line-78">
            <a:extLst>
              <a:ext uri="{FF2B5EF4-FFF2-40B4-BE49-F238E27FC236}">
                <a16:creationId xmlns:a16="http://schemas.microsoft.com/office/drawing/2014/main" id="{41A87E07-A922-445B-9CE4-C6D65220F7FE}"/>
              </a:ext>
            </a:extLst>
          </p:cNvPr>
          <p:cNvSpPr>
            <a:spLocks noGrp="1"/>
          </p:cNvSpPr>
          <p:nvPr/>
        </p:nvSpPr>
        <p:spPr>
          <a:xfrm>
            <a:off x="6115050" y="3848100"/>
            <a:ext cx="9525" cy="209550"/>
          </a:xfrm>
          <a:custGeom>
            <a:avLst/>
            <a:gdLst/>
            <a:ahLst/>
            <a:cxnLst/>
            <a:rect l="0" t="0" r="0" b="0"/>
            <a:pathLst>
              <a:path w="952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81" name="arrow-79">
            <a:extLst>
              <a:ext uri="{FF2B5EF4-FFF2-40B4-BE49-F238E27FC236}">
                <a16:creationId xmlns:a16="http://schemas.microsoft.com/office/drawing/2014/main" id="{BBC717DB-C560-4FC5-A004-7FA045AEA52D}"/>
              </a:ext>
            </a:extLst>
          </p:cNvPr>
          <p:cNvSpPr>
            <a:spLocks noGrp="1"/>
          </p:cNvSpPr>
          <p:nvPr/>
        </p:nvSpPr>
        <p:spPr>
          <a:xfrm>
            <a:off x="6072188" y="3971925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42863" y="85725"/>
                </a:moveTo>
                <a:lnTo>
                  <a:pt x="85725" y="0"/>
                </a:lnTo>
                <a:lnTo>
                  <a:pt x="0" y="0"/>
                </a:lnTo>
                <a:lnTo>
                  <a:pt x="42863" y="85725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82" name="line-80">
            <a:extLst>
              <a:ext uri="{FF2B5EF4-FFF2-40B4-BE49-F238E27FC236}">
                <a16:creationId xmlns:a16="http://schemas.microsoft.com/office/drawing/2014/main" id="{1CFA042D-FB32-45F8-8C6E-CF875EFC846E}"/>
              </a:ext>
            </a:extLst>
          </p:cNvPr>
          <p:cNvSpPr>
            <a:spLocks noGrp="1"/>
          </p:cNvSpPr>
          <p:nvPr/>
        </p:nvSpPr>
        <p:spPr>
          <a:xfrm>
            <a:off x="6115050" y="4829175"/>
            <a:ext cx="9525" cy="342900"/>
          </a:xfrm>
          <a:custGeom>
            <a:avLst/>
            <a:gdLst/>
            <a:ahLst/>
            <a:cxnLst/>
            <a:rect l="0" t="0" r="0" b="0"/>
            <a:pathLst>
              <a:path w="9525"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83" name="arrow-81">
            <a:extLst>
              <a:ext uri="{FF2B5EF4-FFF2-40B4-BE49-F238E27FC236}">
                <a16:creationId xmlns:a16="http://schemas.microsoft.com/office/drawing/2014/main" id="{86AE1786-6354-4F67-848C-81B8F12E6CED}"/>
              </a:ext>
            </a:extLst>
          </p:cNvPr>
          <p:cNvSpPr>
            <a:spLocks noGrp="1"/>
          </p:cNvSpPr>
          <p:nvPr/>
        </p:nvSpPr>
        <p:spPr>
          <a:xfrm>
            <a:off x="6072188" y="5086350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42863" y="85725"/>
                </a:moveTo>
                <a:lnTo>
                  <a:pt x="85725" y="0"/>
                </a:lnTo>
                <a:lnTo>
                  <a:pt x="0" y="0"/>
                </a:lnTo>
                <a:lnTo>
                  <a:pt x="42863" y="85725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84" name="node-82">
            <a:extLst>
              <a:ext uri="{FF2B5EF4-FFF2-40B4-BE49-F238E27FC236}">
                <a16:creationId xmlns:a16="http://schemas.microsoft.com/office/drawing/2014/main" id="{F05D77A1-C1A3-4C6B-884D-5AA9F4005769}"/>
              </a:ext>
            </a:extLst>
          </p:cNvPr>
          <p:cNvSpPr>
            <a:spLocks noGrp="1"/>
          </p:cNvSpPr>
          <p:nvPr/>
        </p:nvSpPr>
        <p:spPr>
          <a:xfrm>
            <a:off x="7677150" y="733425"/>
            <a:ext cx="704850" cy="704850"/>
          </a:xfrm>
          <a:prstGeom prst="ellipse">
            <a:avLst/>
          </a:prstGeom>
          <a:solidFill>
            <a:srgbClr val="FFF5EB"/>
          </a:solidFill>
          <a:ln w="16193">
            <a:solidFill>
              <a:srgbClr val="FFF5EB"/>
            </a:solidFill>
          </a:ln>
        </p:spPr>
      </p:sp>
      <p:sp>
        <p:nvSpPr>
          <p:cNvPr id="85" name="line-83">
            <a:extLst>
              <a:ext uri="{FF2B5EF4-FFF2-40B4-BE49-F238E27FC236}">
                <a16:creationId xmlns:a16="http://schemas.microsoft.com/office/drawing/2014/main" id="{12227C54-1E5A-4090-A675-4F7DCB63CE6D}"/>
              </a:ext>
            </a:extLst>
          </p:cNvPr>
          <p:cNvSpPr>
            <a:spLocks noGrp="1"/>
          </p:cNvSpPr>
          <p:nvPr/>
        </p:nvSpPr>
        <p:spPr>
          <a:xfrm>
            <a:off x="7820025" y="847725"/>
            <a:ext cx="419100" cy="466725"/>
          </a:xfrm>
          <a:custGeom>
            <a:avLst/>
            <a:gdLst/>
            <a:ahLst/>
            <a:cxnLst/>
            <a:rect l="0" t="0" r="0" b="0"/>
            <a:pathLst>
              <a:path w="419100" h="466725">
                <a:moveTo>
                  <a:pt x="209550" y="0"/>
                </a:moveTo>
                <a:lnTo>
                  <a:pt x="419100" y="85725"/>
                </a:lnTo>
                <a:lnTo>
                  <a:pt x="381000" y="323850"/>
                </a:lnTo>
                <a:lnTo>
                  <a:pt x="209550" y="466725"/>
                </a:lnTo>
                <a:lnTo>
                  <a:pt x="38100" y="323850"/>
                </a:lnTo>
                <a:lnTo>
                  <a:pt x="0" y="85725"/>
                </a:lnTo>
                <a:lnTo>
                  <a:pt x="209550" y="0"/>
                </a:lnTo>
              </a:path>
            </a:pathLst>
          </a:custGeom>
          <a:noFill/>
          <a:ln w="24765">
            <a:solidFill>
              <a:srgbClr val="CD7939"/>
            </a:solidFill>
            <a:prstDash val="solid"/>
          </a:ln>
        </p:spPr>
      </p:sp>
      <p:sp>
        <p:nvSpPr>
          <p:cNvPr id="86" name="line-84">
            <a:extLst>
              <a:ext uri="{FF2B5EF4-FFF2-40B4-BE49-F238E27FC236}">
                <a16:creationId xmlns:a16="http://schemas.microsoft.com/office/drawing/2014/main" id="{98712B37-8549-42E6-8012-F65F85FEE6F4}"/>
              </a:ext>
            </a:extLst>
          </p:cNvPr>
          <p:cNvSpPr>
            <a:spLocks noGrp="1"/>
          </p:cNvSpPr>
          <p:nvPr/>
        </p:nvSpPr>
        <p:spPr>
          <a:xfrm>
            <a:off x="7924800" y="990600"/>
            <a:ext cx="209550" cy="152400"/>
          </a:xfrm>
          <a:custGeom>
            <a:avLst/>
            <a:gdLst/>
            <a:ahLst/>
            <a:cxnLst/>
            <a:rect l="0" t="0" r="0" b="0"/>
            <a:pathLst>
              <a:path w="209550" h="152400">
                <a:moveTo>
                  <a:pt x="0" y="76200"/>
                </a:moveTo>
                <a:lnTo>
                  <a:pt x="76200" y="152400"/>
                </a:lnTo>
                <a:lnTo>
                  <a:pt x="209550" y="0"/>
                </a:lnTo>
              </a:path>
            </a:pathLst>
          </a:custGeom>
          <a:noFill/>
          <a:ln w="24765">
            <a:solidFill>
              <a:srgbClr val="CD7939"/>
            </a:solidFill>
            <a:prstDash val="solid"/>
          </a:ln>
        </p:spPr>
      </p:sp>
      <p:sp>
        <p:nvSpPr>
          <p:cNvPr id="87" name="line-85">
            <a:extLst>
              <a:ext uri="{FF2B5EF4-FFF2-40B4-BE49-F238E27FC236}">
                <a16:creationId xmlns:a16="http://schemas.microsoft.com/office/drawing/2014/main" id="{6CC13B79-B65D-4AA6-88E0-35767FC5F70B}"/>
              </a:ext>
            </a:extLst>
          </p:cNvPr>
          <p:cNvSpPr>
            <a:spLocks noGrp="1"/>
          </p:cNvSpPr>
          <p:nvPr/>
        </p:nvSpPr>
        <p:spPr>
          <a:xfrm>
            <a:off x="8391525" y="723900"/>
            <a:ext cx="114300" cy="95250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0" y="28575"/>
                </a:lnTo>
                <a:lnTo>
                  <a:pt x="28575" y="0"/>
                </a:lnTo>
                <a:lnTo>
                  <a:pt x="85725" y="0"/>
                </a:lnTo>
                <a:lnTo>
                  <a:pt x="114300" y="28575"/>
                </a:lnTo>
                <a:lnTo>
                  <a:pt x="114300" y="9525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88" name="element-86">
            <a:extLst>
              <a:ext uri="{FF2B5EF4-FFF2-40B4-BE49-F238E27FC236}">
                <a16:creationId xmlns:a16="http://schemas.microsoft.com/office/drawing/2014/main" id="{B7CB9D20-A121-456A-A8A5-2513E4C834F1}"/>
              </a:ext>
            </a:extLst>
          </p:cNvPr>
          <p:cNvSpPr>
            <a:spLocks noGrp="1"/>
          </p:cNvSpPr>
          <p:nvPr/>
        </p:nvSpPr>
        <p:spPr>
          <a:xfrm>
            <a:off x="8353425" y="809625"/>
            <a:ext cx="190500" cy="142875"/>
          </a:xfrm>
          <a:prstGeom prst="roundRect">
            <a:avLst>
              <a:gd name="adj" fmla="val 20000"/>
            </a:avLst>
          </a:prstGeom>
          <a:solidFill>
            <a:srgbClr val="122C50"/>
          </a:solidFill>
          <a:ln w="14288">
            <a:solidFill>
              <a:srgbClr val="122C50"/>
            </a:solidFill>
          </a:ln>
        </p:spPr>
      </p:sp>
      <p:sp>
        <p:nvSpPr>
          <p:cNvPr id="89" name="node-87">
            <a:extLst>
              <a:ext uri="{FF2B5EF4-FFF2-40B4-BE49-F238E27FC236}">
                <a16:creationId xmlns:a16="http://schemas.microsoft.com/office/drawing/2014/main" id="{24A6B014-4E9B-4EB5-98E2-B1ED9CB40AB2}"/>
              </a:ext>
            </a:extLst>
          </p:cNvPr>
          <p:cNvSpPr>
            <a:spLocks noGrp="1"/>
          </p:cNvSpPr>
          <p:nvPr/>
        </p:nvSpPr>
        <p:spPr>
          <a:xfrm>
            <a:off x="8429625" y="847725"/>
            <a:ext cx="38100" cy="3810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FFFFFF"/>
            </a:solidFill>
          </a:ln>
        </p:spPr>
      </p:sp>
      <p:sp>
        <p:nvSpPr>
          <p:cNvPr id="90" name="element-88">
            <a:extLst>
              <a:ext uri="{FF2B5EF4-FFF2-40B4-BE49-F238E27FC236}">
                <a16:creationId xmlns:a16="http://schemas.microsoft.com/office/drawing/2014/main" id="{B364D3BD-2AE6-42C6-BBAD-483EC3C92D4A}"/>
              </a:ext>
            </a:extLst>
          </p:cNvPr>
          <p:cNvSpPr>
            <a:spLocks noGrp="1"/>
          </p:cNvSpPr>
          <p:nvPr/>
        </p:nvSpPr>
        <p:spPr>
          <a:xfrm>
            <a:off x="7105650" y="1504950"/>
            <a:ext cx="18478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75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Factuality</a:t>
            </a:r>
          </a:p>
        </p:txBody>
      </p:sp>
      <p:sp>
        <p:nvSpPr>
          <p:cNvPr id="91" name="element-89">
            <a:extLst>
              <a:ext uri="{FF2B5EF4-FFF2-40B4-BE49-F238E27FC236}">
                <a16:creationId xmlns:a16="http://schemas.microsoft.com/office/drawing/2014/main" id="{9DB81C40-57E8-40B1-AE96-214485E15E17}"/>
              </a:ext>
            </a:extLst>
          </p:cNvPr>
          <p:cNvSpPr>
            <a:spLocks noGrp="1"/>
          </p:cNvSpPr>
          <p:nvPr/>
        </p:nvSpPr>
        <p:spPr>
          <a:xfrm>
            <a:off x="7229475" y="1847850"/>
            <a:ext cx="1600200" cy="1114425"/>
          </a:xfrm>
          <a:prstGeom prst="roundRect">
            <a:avLst>
              <a:gd name="adj" fmla="val 7692"/>
            </a:avLst>
          </a:prstGeom>
          <a:solidFill>
            <a:srgbClr val="FFF5EB"/>
          </a:solidFill>
          <a:ln w="9525">
            <a:solidFill>
              <a:srgbClr val="CD7939"/>
            </a:solidFill>
            <a:prstDash val="dash"/>
          </a:ln>
        </p:spPr>
      </p:sp>
      <p:sp>
        <p:nvSpPr>
          <p:cNvPr id="92" name="node-90">
            <a:extLst>
              <a:ext uri="{FF2B5EF4-FFF2-40B4-BE49-F238E27FC236}">
                <a16:creationId xmlns:a16="http://schemas.microsoft.com/office/drawing/2014/main" id="{1517C29C-8DA6-4432-9AFC-23E33BDD12C7}"/>
              </a:ext>
            </a:extLst>
          </p:cNvPr>
          <p:cNvSpPr>
            <a:spLocks noGrp="1"/>
          </p:cNvSpPr>
          <p:nvPr/>
        </p:nvSpPr>
        <p:spPr>
          <a:xfrm>
            <a:off x="7924800" y="1924050"/>
            <a:ext cx="209550" cy="2095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CD7939"/>
            </a:solidFill>
          </a:ln>
        </p:spPr>
      </p:sp>
      <p:sp>
        <p:nvSpPr>
          <p:cNvPr id="93" name="line-91">
            <a:extLst>
              <a:ext uri="{FF2B5EF4-FFF2-40B4-BE49-F238E27FC236}">
                <a16:creationId xmlns:a16="http://schemas.microsoft.com/office/drawing/2014/main" id="{03F1149C-7348-48C0-96B4-CE9EC1016A1D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371475" cy="495300"/>
          </a:xfrm>
          <a:custGeom>
            <a:avLst/>
            <a:gdLst/>
            <a:ahLst/>
            <a:cxnLst/>
            <a:rect l="0" t="0" r="0" b="0"/>
            <a:pathLst>
              <a:path w="371475" h="495300">
                <a:moveTo>
                  <a:pt x="371475" y="0"/>
                </a:moveTo>
                <a:lnTo>
                  <a:pt x="0" y="495300"/>
                </a:lnTo>
              </a:path>
            </a:pathLst>
          </a:custGeom>
          <a:noFill/>
          <a:ln w="16193">
            <a:solidFill>
              <a:srgbClr val="CD7939"/>
            </a:solidFill>
            <a:prstDash val="solid"/>
          </a:ln>
        </p:spPr>
      </p:sp>
      <p:sp>
        <p:nvSpPr>
          <p:cNvPr id="94" name="node-92">
            <a:extLst>
              <a:ext uri="{FF2B5EF4-FFF2-40B4-BE49-F238E27FC236}">
                <a16:creationId xmlns:a16="http://schemas.microsoft.com/office/drawing/2014/main" id="{0EFB4B83-CA89-491D-91B9-5E5AD672802C}"/>
              </a:ext>
            </a:extLst>
          </p:cNvPr>
          <p:cNvSpPr>
            <a:spLocks noGrp="1"/>
          </p:cNvSpPr>
          <p:nvPr/>
        </p:nvSpPr>
        <p:spPr>
          <a:xfrm>
            <a:off x="7572375" y="2628900"/>
            <a:ext cx="171450" cy="1714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CD7939"/>
            </a:solidFill>
          </a:ln>
        </p:spPr>
      </p:sp>
      <p:sp>
        <p:nvSpPr>
          <p:cNvPr id="95" name="line-93">
            <a:extLst>
              <a:ext uri="{FF2B5EF4-FFF2-40B4-BE49-F238E27FC236}">
                <a16:creationId xmlns:a16="http://schemas.microsoft.com/office/drawing/2014/main" id="{C064A5CB-9FA0-4911-BCEA-FE25D43BE9DA}"/>
              </a:ext>
            </a:extLst>
          </p:cNvPr>
          <p:cNvSpPr>
            <a:spLocks noGrp="1"/>
          </p:cNvSpPr>
          <p:nvPr/>
        </p:nvSpPr>
        <p:spPr>
          <a:xfrm>
            <a:off x="8029575" y="2133600"/>
            <a:ext cx="9525" cy="495300"/>
          </a:xfrm>
          <a:custGeom>
            <a:avLst/>
            <a:gdLst/>
            <a:ahLst/>
            <a:cxnLst/>
            <a:rect l="0" t="0" r="0" b="0"/>
            <a:pathLst>
              <a:path w="9525" h="495300">
                <a:moveTo>
                  <a:pt x="0" y="0"/>
                </a:moveTo>
                <a:lnTo>
                  <a:pt x="0" y="495300"/>
                </a:lnTo>
              </a:path>
            </a:pathLst>
          </a:custGeom>
          <a:noFill/>
          <a:ln w="16193">
            <a:solidFill>
              <a:srgbClr val="CD7939"/>
            </a:solidFill>
            <a:prstDash val="solid"/>
          </a:ln>
        </p:spPr>
      </p:sp>
      <p:sp>
        <p:nvSpPr>
          <p:cNvPr id="96" name="node-94">
            <a:extLst>
              <a:ext uri="{FF2B5EF4-FFF2-40B4-BE49-F238E27FC236}">
                <a16:creationId xmlns:a16="http://schemas.microsoft.com/office/drawing/2014/main" id="{FAAAAF83-6C00-44D3-B89A-F95B33B01376}"/>
              </a:ext>
            </a:extLst>
          </p:cNvPr>
          <p:cNvSpPr>
            <a:spLocks noGrp="1"/>
          </p:cNvSpPr>
          <p:nvPr/>
        </p:nvSpPr>
        <p:spPr>
          <a:xfrm>
            <a:off x="7943850" y="2628900"/>
            <a:ext cx="171450" cy="1714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CD7939"/>
            </a:solidFill>
          </a:ln>
        </p:spPr>
      </p:sp>
      <p:sp>
        <p:nvSpPr>
          <p:cNvPr id="97" name="line-95">
            <a:extLst>
              <a:ext uri="{FF2B5EF4-FFF2-40B4-BE49-F238E27FC236}">
                <a16:creationId xmlns:a16="http://schemas.microsoft.com/office/drawing/2014/main" id="{6A501940-1F89-4074-86B1-E1836161CBAB}"/>
              </a:ext>
            </a:extLst>
          </p:cNvPr>
          <p:cNvSpPr>
            <a:spLocks noGrp="1"/>
          </p:cNvSpPr>
          <p:nvPr/>
        </p:nvSpPr>
        <p:spPr>
          <a:xfrm>
            <a:off x="8029575" y="2133600"/>
            <a:ext cx="371475" cy="495300"/>
          </a:xfrm>
          <a:custGeom>
            <a:avLst/>
            <a:gdLst/>
            <a:ahLst/>
            <a:cxnLst/>
            <a:rect l="0" t="0" r="0" b="0"/>
            <a:pathLst>
              <a:path w="371475" h="495300">
                <a:moveTo>
                  <a:pt x="0" y="0"/>
                </a:moveTo>
                <a:lnTo>
                  <a:pt x="371475" y="495300"/>
                </a:lnTo>
              </a:path>
            </a:pathLst>
          </a:custGeom>
          <a:noFill/>
          <a:ln w="16193">
            <a:solidFill>
              <a:srgbClr val="CD7939"/>
            </a:solidFill>
            <a:prstDash val="solid"/>
          </a:ln>
        </p:spPr>
      </p:sp>
      <p:sp>
        <p:nvSpPr>
          <p:cNvPr id="98" name="node-96">
            <a:extLst>
              <a:ext uri="{FF2B5EF4-FFF2-40B4-BE49-F238E27FC236}">
                <a16:creationId xmlns:a16="http://schemas.microsoft.com/office/drawing/2014/main" id="{E2CBDD03-E6C8-484C-8B60-98D7867EE634}"/>
              </a:ext>
            </a:extLst>
          </p:cNvPr>
          <p:cNvSpPr>
            <a:spLocks noGrp="1"/>
          </p:cNvSpPr>
          <p:nvPr/>
        </p:nvSpPr>
        <p:spPr>
          <a:xfrm>
            <a:off x="8315325" y="2628900"/>
            <a:ext cx="171450" cy="1714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CD7939"/>
            </a:solidFill>
          </a:ln>
        </p:spPr>
      </p:sp>
      <p:sp>
        <p:nvSpPr>
          <p:cNvPr id="99" name="element-97">
            <a:extLst>
              <a:ext uri="{FF2B5EF4-FFF2-40B4-BE49-F238E27FC236}">
                <a16:creationId xmlns:a16="http://schemas.microsoft.com/office/drawing/2014/main" id="{2E8EF7EC-3668-4ACB-B37E-DD2A43AC7D47}"/>
              </a:ext>
            </a:extLst>
          </p:cNvPr>
          <p:cNvSpPr>
            <a:spLocks noGrp="1"/>
          </p:cNvSpPr>
          <p:nvPr/>
        </p:nvSpPr>
        <p:spPr>
          <a:xfrm>
            <a:off x="7229475" y="4057650"/>
            <a:ext cx="1600200" cy="771525"/>
          </a:xfrm>
          <a:prstGeom prst="roundRect">
            <a:avLst>
              <a:gd name="adj" fmla="val 7407"/>
            </a:avLst>
          </a:prstGeom>
          <a:solidFill>
            <a:srgbClr val="FFF5EB"/>
          </a:solidFill>
          <a:ln w="14288">
            <a:solidFill>
              <a:srgbClr val="CD7939"/>
            </a:solidFill>
          </a:ln>
        </p:spPr>
      </p:sp>
      <p:sp>
        <p:nvSpPr>
          <p:cNvPr id="100" name="element-98">
            <a:extLst>
              <a:ext uri="{FF2B5EF4-FFF2-40B4-BE49-F238E27FC236}">
                <a16:creationId xmlns:a16="http://schemas.microsoft.com/office/drawing/2014/main" id="{B91CA681-5E75-42F8-A1BB-797083E45EAF}"/>
              </a:ext>
            </a:extLst>
          </p:cNvPr>
          <p:cNvSpPr>
            <a:spLocks noGrp="1"/>
          </p:cNvSpPr>
          <p:nvPr/>
        </p:nvSpPr>
        <p:spPr>
          <a:xfrm>
            <a:off x="7381875" y="4219575"/>
            <a:ext cx="190500" cy="2667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4288">
            <a:solidFill>
              <a:srgbClr val="CD7939"/>
            </a:solidFill>
          </a:ln>
        </p:spPr>
      </p:sp>
      <p:sp>
        <p:nvSpPr>
          <p:cNvPr id="101" name="line-99">
            <a:extLst>
              <a:ext uri="{FF2B5EF4-FFF2-40B4-BE49-F238E27FC236}">
                <a16:creationId xmlns:a16="http://schemas.microsoft.com/office/drawing/2014/main" id="{DEBC2075-DC47-4C8B-8C18-D0545E8D877B}"/>
              </a:ext>
            </a:extLst>
          </p:cNvPr>
          <p:cNvSpPr>
            <a:spLocks noGrp="1"/>
          </p:cNvSpPr>
          <p:nvPr/>
        </p:nvSpPr>
        <p:spPr>
          <a:xfrm>
            <a:off x="7419975" y="4299585"/>
            <a:ext cx="114300" cy="9525"/>
          </a:xfrm>
          <a:custGeom>
            <a:avLst/>
            <a:gdLst/>
            <a:ahLst/>
            <a:cxnLst/>
            <a:rect l="0" t="0" r="0" b="0"/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/>
          <a:ln w="12383">
            <a:solidFill>
              <a:srgbClr val="CD7939"/>
            </a:solidFill>
            <a:prstDash val="solid"/>
          </a:ln>
        </p:spPr>
      </p:sp>
      <p:sp>
        <p:nvSpPr>
          <p:cNvPr id="102" name="line-100">
            <a:extLst>
              <a:ext uri="{FF2B5EF4-FFF2-40B4-BE49-F238E27FC236}">
                <a16:creationId xmlns:a16="http://schemas.microsoft.com/office/drawing/2014/main" id="{50DBBB89-ED82-48BA-9F52-44360C783FB0}"/>
              </a:ext>
            </a:extLst>
          </p:cNvPr>
          <p:cNvSpPr>
            <a:spLocks noGrp="1"/>
          </p:cNvSpPr>
          <p:nvPr/>
        </p:nvSpPr>
        <p:spPr>
          <a:xfrm>
            <a:off x="7419975" y="4347591"/>
            <a:ext cx="114300" cy="9525"/>
          </a:xfrm>
          <a:custGeom>
            <a:avLst/>
            <a:gdLst/>
            <a:ahLst/>
            <a:cxnLst/>
            <a:rect l="0" t="0" r="0" b="0"/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/>
          <a:ln w="12383">
            <a:solidFill>
              <a:srgbClr val="CD7939"/>
            </a:solidFill>
            <a:prstDash val="solid"/>
          </a:ln>
        </p:spPr>
      </p:sp>
      <p:sp>
        <p:nvSpPr>
          <p:cNvPr id="103" name="line-101">
            <a:extLst>
              <a:ext uri="{FF2B5EF4-FFF2-40B4-BE49-F238E27FC236}">
                <a16:creationId xmlns:a16="http://schemas.microsoft.com/office/drawing/2014/main" id="{79BE7751-64A9-4CA0-A591-81990CA7037E}"/>
              </a:ext>
            </a:extLst>
          </p:cNvPr>
          <p:cNvSpPr>
            <a:spLocks noGrp="1"/>
          </p:cNvSpPr>
          <p:nvPr/>
        </p:nvSpPr>
        <p:spPr>
          <a:xfrm>
            <a:off x="7419975" y="4395597"/>
            <a:ext cx="85725" cy="9525"/>
          </a:xfrm>
          <a:custGeom>
            <a:avLst/>
            <a:gdLst/>
            <a:ahLst/>
            <a:cxnLst/>
            <a:rect l="0" t="0" r="0" b="0"/>
            <a:pathLst>
              <a:path w="85725" h="9525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/>
          <a:ln w="12383">
            <a:solidFill>
              <a:srgbClr val="CD7939"/>
            </a:solidFill>
            <a:prstDash val="solid"/>
          </a:ln>
        </p:spPr>
      </p:sp>
      <p:sp>
        <p:nvSpPr>
          <p:cNvPr id="104" name="element-102">
            <a:extLst>
              <a:ext uri="{FF2B5EF4-FFF2-40B4-BE49-F238E27FC236}">
                <a16:creationId xmlns:a16="http://schemas.microsoft.com/office/drawing/2014/main" id="{912D191A-00D5-4E4A-A331-D76D7F1DDF6D}"/>
              </a:ext>
            </a:extLst>
          </p:cNvPr>
          <p:cNvSpPr>
            <a:spLocks noGrp="1"/>
          </p:cNvSpPr>
          <p:nvPr/>
        </p:nvSpPr>
        <p:spPr>
          <a:xfrm>
            <a:off x="7686675" y="4171950"/>
            <a:ext cx="1095375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Reason</a:t>
            </a:r>
          </a:p>
        </p:txBody>
      </p:sp>
      <p:sp>
        <p:nvSpPr>
          <p:cNvPr id="105" name="element-103">
            <a:extLst>
              <a:ext uri="{FF2B5EF4-FFF2-40B4-BE49-F238E27FC236}">
                <a16:creationId xmlns:a16="http://schemas.microsoft.com/office/drawing/2014/main" id="{09107401-8BFF-4BEC-9F6C-4DFCB134AF5B}"/>
              </a:ext>
            </a:extLst>
          </p:cNvPr>
          <p:cNvSpPr>
            <a:spLocks noGrp="1"/>
          </p:cNvSpPr>
          <p:nvPr/>
        </p:nvSpPr>
        <p:spPr>
          <a:xfrm>
            <a:off x="7410450" y="4495800"/>
            <a:ext cx="138112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00" b="1">
                <a:solidFill>
                  <a:srgbClr val="CD793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CD7939"/>
                </a:solidFill>
                <a:latin typeface="Arial"/>
                <a:ea typeface="Arial"/>
                <a:cs typeface="Arial"/>
              </a:rPr>
              <a:t>A / B / None</a:t>
            </a:r>
          </a:p>
        </p:txBody>
      </p:sp>
      <p:sp>
        <p:nvSpPr>
          <p:cNvPr id="106" name="line-104">
            <a:extLst>
              <a:ext uri="{FF2B5EF4-FFF2-40B4-BE49-F238E27FC236}">
                <a16:creationId xmlns:a16="http://schemas.microsoft.com/office/drawing/2014/main" id="{434EB677-2745-40D1-9014-AAF5FE2333DA}"/>
              </a:ext>
            </a:extLst>
          </p:cNvPr>
          <p:cNvSpPr>
            <a:spLocks noGrp="1"/>
          </p:cNvSpPr>
          <p:nvPr/>
        </p:nvSpPr>
        <p:spPr>
          <a:xfrm>
            <a:off x="8029575" y="2962275"/>
            <a:ext cx="9525" cy="257175"/>
          </a:xfrm>
          <a:custGeom>
            <a:avLst/>
            <a:gdLst/>
            <a:ahLst/>
            <a:cxnLst/>
            <a:rect l="0" t="0" r="0" b="0"/>
            <a:pathLst>
              <a:path w="9525" h="257175">
                <a:moveTo>
                  <a:pt x="0" y="0"/>
                </a:moveTo>
                <a:lnTo>
                  <a:pt x="0" y="257175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107" name="arrow-105">
            <a:extLst>
              <a:ext uri="{FF2B5EF4-FFF2-40B4-BE49-F238E27FC236}">
                <a16:creationId xmlns:a16="http://schemas.microsoft.com/office/drawing/2014/main" id="{D46C26CB-42B1-45C3-AC73-797C0E5AAD6D}"/>
              </a:ext>
            </a:extLst>
          </p:cNvPr>
          <p:cNvSpPr>
            <a:spLocks noGrp="1"/>
          </p:cNvSpPr>
          <p:nvPr/>
        </p:nvSpPr>
        <p:spPr>
          <a:xfrm>
            <a:off x="7986713" y="3133725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42863" y="85725"/>
                </a:moveTo>
                <a:lnTo>
                  <a:pt x="85725" y="0"/>
                </a:lnTo>
                <a:lnTo>
                  <a:pt x="0" y="0"/>
                </a:lnTo>
                <a:lnTo>
                  <a:pt x="42863" y="85725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108" name="line-106">
            <a:extLst>
              <a:ext uri="{FF2B5EF4-FFF2-40B4-BE49-F238E27FC236}">
                <a16:creationId xmlns:a16="http://schemas.microsoft.com/office/drawing/2014/main" id="{6A34DA56-E84D-4C98-8B39-916500CBE09C}"/>
              </a:ext>
            </a:extLst>
          </p:cNvPr>
          <p:cNvSpPr>
            <a:spLocks noGrp="1"/>
          </p:cNvSpPr>
          <p:nvPr/>
        </p:nvSpPr>
        <p:spPr>
          <a:xfrm>
            <a:off x="8029575" y="3848100"/>
            <a:ext cx="9525" cy="209550"/>
          </a:xfrm>
          <a:custGeom>
            <a:avLst/>
            <a:gdLst/>
            <a:ahLst/>
            <a:cxnLst/>
            <a:rect l="0" t="0" r="0" b="0"/>
            <a:pathLst>
              <a:path w="952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109" name="arrow-107">
            <a:extLst>
              <a:ext uri="{FF2B5EF4-FFF2-40B4-BE49-F238E27FC236}">
                <a16:creationId xmlns:a16="http://schemas.microsoft.com/office/drawing/2014/main" id="{6249F8CF-B46D-432F-B49A-13068F5459D4}"/>
              </a:ext>
            </a:extLst>
          </p:cNvPr>
          <p:cNvSpPr>
            <a:spLocks noGrp="1"/>
          </p:cNvSpPr>
          <p:nvPr/>
        </p:nvSpPr>
        <p:spPr>
          <a:xfrm>
            <a:off x="7986713" y="3971925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42863" y="85725"/>
                </a:moveTo>
                <a:lnTo>
                  <a:pt x="85725" y="0"/>
                </a:lnTo>
                <a:lnTo>
                  <a:pt x="0" y="0"/>
                </a:lnTo>
                <a:lnTo>
                  <a:pt x="42863" y="85725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110" name="line-108">
            <a:extLst>
              <a:ext uri="{FF2B5EF4-FFF2-40B4-BE49-F238E27FC236}">
                <a16:creationId xmlns:a16="http://schemas.microsoft.com/office/drawing/2014/main" id="{99009E00-3309-42D9-AE8E-E6D7A42A63E6}"/>
              </a:ext>
            </a:extLst>
          </p:cNvPr>
          <p:cNvSpPr>
            <a:spLocks noGrp="1"/>
          </p:cNvSpPr>
          <p:nvPr/>
        </p:nvSpPr>
        <p:spPr>
          <a:xfrm>
            <a:off x="8029575" y="4829175"/>
            <a:ext cx="9525" cy="342900"/>
          </a:xfrm>
          <a:custGeom>
            <a:avLst/>
            <a:gdLst/>
            <a:ahLst/>
            <a:cxnLst/>
            <a:rect l="0" t="0" r="0" b="0"/>
            <a:pathLst>
              <a:path w="9525"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111" name="arrow-109">
            <a:extLst>
              <a:ext uri="{FF2B5EF4-FFF2-40B4-BE49-F238E27FC236}">
                <a16:creationId xmlns:a16="http://schemas.microsoft.com/office/drawing/2014/main" id="{EF36E9AB-BC84-493D-9918-8782A980DDD3}"/>
              </a:ext>
            </a:extLst>
          </p:cNvPr>
          <p:cNvSpPr>
            <a:spLocks noGrp="1"/>
          </p:cNvSpPr>
          <p:nvPr/>
        </p:nvSpPr>
        <p:spPr>
          <a:xfrm>
            <a:off x="7986713" y="5086350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42863" y="85725"/>
                </a:moveTo>
                <a:lnTo>
                  <a:pt x="85725" y="0"/>
                </a:lnTo>
                <a:lnTo>
                  <a:pt x="0" y="0"/>
                </a:lnTo>
                <a:lnTo>
                  <a:pt x="42863" y="85725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112" name="node-110">
            <a:extLst>
              <a:ext uri="{FF2B5EF4-FFF2-40B4-BE49-F238E27FC236}">
                <a16:creationId xmlns:a16="http://schemas.microsoft.com/office/drawing/2014/main" id="{9D917AF8-A24B-467D-8B30-1F599629799C}"/>
              </a:ext>
            </a:extLst>
          </p:cNvPr>
          <p:cNvSpPr>
            <a:spLocks noGrp="1"/>
          </p:cNvSpPr>
          <p:nvPr/>
        </p:nvSpPr>
        <p:spPr>
          <a:xfrm>
            <a:off x="9591675" y="733425"/>
            <a:ext cx="704850" cy="704850"/>
          </a:xfrm>
          <a:prstGeom prst="ellipse">
            <a:avLst/>
          </a:prstGeom>
          <a:solidFill>
            <a:srgbClr val="F5EFFB"/>
          </a:solidFill>
          <a:ln w="16193">
            <a:solidFill>
              <a:srgbClr val="F5EFFB"/>
            </a:solidFill>
          </a:ln>
        </p:spPr>
      </p:sp>
      <p:sp>
        <p:nvSpPr>
          <p:cNvPr id="113" name="node-111">
            <a:extLst>
              <a:ext uri="{FF2B5EF4-FFF2-40B4-BE49-F238E27FC236}">
                <a16:creationId xmlns:a16="http://schemas.microsoft.com/office/drawing/2014/main" id="{9FDFDE4A-E268-421A-85FF-DAC38038E952}"/>
              </a:ext>
            </a:extLst>
          </p:cNvPr>
          <p:cNvSpPr>
            <a:spLocks noGrp="1"/>
          </p:cNvSpPr>
          <p:nvPr/>
        </p:nvSpPr>
        <p:spPr>
          <a:xfrm>
            <a:off x="9801225" y="847725"/>
            <a:ext cx="304800" cy="304800"/>
          </a:xfrm>
          <a:prstGeom prst="ellipse">
            <a:avLst/>
          </a:prstGeom>
          <a:noFill/>
          <a:ln w="16193">
            <a:solidFill>
              <a:srgbClr val="8662B5"/>
            </a:solidFill>
          </a:ln>
        </p:spPr>
      </p:sp>
      <p:sp>
        <p:nvSpPr>
          <p:cNvPr id="114" name="line-112">
            <a:extLst>
              <a:ext uri="{FF2B5EF4-FFF2-40B4-BE49-F238E27FC236}">
                <a16:creationId xmlns:a16="http://schemas.microsoft.com/office/drawing/2014/main" id="{04BB713E-1A83-48E7-9D74-A5B7B537560F}"/>
              </a:ext>
            </a:extLst>
          </p:cNvPr>
          <p:cNvSpPr>
            <a:spLocks noGrp="1"/>
          </p:cNvSpPr>
          <p:nvPr/>
        </p:nvSpPr>
        <p:spPr>
          <a:xfrm>
            <a:off x="9877425" y="1133475"/>
            <a:ext cx="161925" cy="104775"/>
          </a:xfrm>
          <a:custGeom>
            <a:avLst/>
            <a:gdLst/>
            <a:ahLst/>
            <a:cxnLst/>
            <a:rect l="0" t="0" r="0" b="0"/>
            <a:pathLst>
              <a:path w="161925" h="104775">
                <a:moveTo>
                  <a:pt x="0" y="0"/>
                </a:moveTo>
                <a:lnTo>
                  <a:pt x="0" y="104775"/>
                </a:lnTo>
                <a:lnTo>
                  <a:pt x="161925" y="104775"/>
                </a:lnTo>
                <a:lnTo>
                  <a:pt x="161925" y="0"/>
                </a:lnTo>
              </a:path>
            </a:pathLst>
          </a:custGeom>
          <a:noFill/>
          <a:ln w="23813">
            <a:solidFill>
              <a:srgbClr val="8662B5"/>
            </a:solidFill>
            <a:prstDash val="solid"/>
          </a:ln>
        </p:spPr>
      </p:sp>
      <p:sp>
        <p:nvSpPr>
          <p:cNvPr id="115" name="line-113">
            <a:extLst>
              <a:ext uri="{FF2B5EF4-FFF2-40B4-BE49-F238E27FC236}">
                <a16:creationId xmlns:a16="http://schemas.microsoft.com/office/drawing/2014/main" id="{8828B309-453F-4EA6-A35E-43CAD1F7B1F8}"/>
              </a:ext>
            </a:extLst>
          </p:cNvPr>
          <p:cNvSpPr>
            <a:spLocks noGrp="1"/>
          </p:cNvSpPr>
          <p:nvPr/>
        </p:nvSpPr>
        <p:spPr>
          <a:xfrm>
            <a:off x="9886950" y="1295400"/>
            <a:ext cx="133350" cy="9525"/>
          </a:xfrm>
          <a:custGeom>
            <a:avLst/>
            <a:gdLst/>
            <a:ahLst/>
            <a:cxnLst/>
            <a:rect l="0" t="0" r="0" b="0"/>
            <a:pathLst>
              <a:path w="133350" h="9525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w="23813">
            <a:solidFill>
              <a:srgbClr val="8662B5"/>
            </a:solidFill>
            <a:prstDash val="solid"/>
          </a:ln>
        </p:spPr>
      </p:sp>
      <p:sp>
        <p:nvSpPr>
          <p:cNvPr id="116" name="line-114">
            <a:extLst>
              <a:ext uri="{FF2B5EF4-FFF2-40B4-BE49-F238E27FC236}">
                <a16:creationId xmlns:a16="http://schemas.microsoft.com/office/drawing/2014/main" id="{313C72FE-4ABB-4443-9F29-A6912DFDD92F}"/>
              </a:ext>
            </a:extLst>
          </p:cNvPr>
          <p:cNvSpPr>
            <a:spLocks noGrp="1"/>
          </p:cNvSpPr>
          <p:nvPr/>
        </p:nvSpPr>
        <p:spPr>
          <a:xfrm>
            <a:off x="9658350" y="895350"/>
            <a:ext cx="57150" cy="38100"/>
          </a:xfrm>
          <a:custGeom>
            <a:avLst/>
            <a:gdLst/>
            <a:ahLst/>
            <a:cxnLst/>
            <a:rect l="0" t="0" r="0" b="0"/>
            <a:pathLst>
              <a:path w="57150" h="38100">
                <a:moveTo>
                  <a:pt x="57150" y="3810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8662B5"/>
            </a:solidFill>
            <a:prstDash val="solid"/>
          </a:ln>
        </p:spPr>
      </p:sp>
      <p:sp>
        <p:nvSpPr>
          <p:cNvPr id="117" name="line-115">
            <a:extLst>
              <a:ext uri="{FF2B5EF4-FFF2-40B4-BE49-F238E27FC236}">
                <a16:creationId xmlns:a16="http://schemas.microsoft.com/office/drawing/2014/main" id="{9686BCF8-47D1-4496-BEE6-8AF6A613B975}"/>
              </a:ext>
            </a:extLst>
          </p:cNvPr>
          <p:cNvSpPr>
            <a:spLocks noGrp="1"/>
          </p:cNvSpPr>
          <p:nvPr/>
        </p:nvSpPr>
        <p:spPr>
          <a:xfrm>
            <a:off x="10163175" y="895350"/>
            <a:ext cx="66675" cy="38100"/>
          </a:xfrm>
          <a:custGeom>
            <a:avLst/>
            <a:gdLst/>
            <a:ahLst/>
            <a:cxnLst/>
            <a:rect l="0" t="0" r="0" b="0"/>
            <a:pathLst>
              <a:path w="66675" h="38100">
                <a:moveTo>
                  <a:pt x="0" y="38100"/>
                </a:moveTo>
                <a:lnTo>
                  <a:pt x="66675" y="0"/>
                </a:lnTo>
              </a:path>
            </a:pathLst>
          </a:custGeom>
          <a:noFill/>
          <a:ln w="19050">
            <a:solidFill>
              <a:srgbClr val="8662B5"/>
            </a:solidFill>
            <a:prstDash val="solid"/>
          </a:ln>
        </p:spPr>
      </p:sp>
      <p:sp>
        <p:nvSpPr>
          <p:cNvPr id="118" name="line-116">
            <a:extLst>
              <a:ext uri="{FF2B5EF4-FFF2-40B4-BE49-F238E27FC236}">
                <a16:creationId xmlns:a16="http://schemas.microsoft.com/office/drawing/2014/main" id="{38478374-22B6-484D-A6AF-06B7A0F0DFA8}"/>
              </a:ext>
            </a:extLst>
          </p:cNvPr>
          <p:cNvSpPr>
            <a:spLocks noGrp="1"/>
          </p:cNvSpPr>
          <p:nvPr/>
        </p:nvSpPr>
        <p:spPr>
          <a:xfrm>
            <a:off x="10306050" y="723900"/>
            <a:ext cx="114300" cy="95250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0" y="28575"/>
                </a:lnTo>
                <a:lnTo>
                  <a:pt x="28575" y="0"/>
                </a:lnTo>
                <a:lnTo>
                  <a:pt x="85725" y="0"/>
                </a:lnTo>
                <a:lnTo>
                  <a:pt x="114300" y="28575"/>
                </a:lnTo>
                <a:lnTo>
                  <a:pt x="114300" y="9525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119" name="element-117">
            <a:extLst>
              <a:ext uri="{FF2B5EF4-FFF2-40B4-BE49-F238E27FC236}">
                <a16:creationId xmlns:a16="http://schemas.microsoft.com/office/drawing/2014/main" id="{14290B63-1FC7-4C17-A199-DF9D9CC00013}"/>
              </a:ext>
            </a:extLst>
          </p:cNvPr>
          <p:cNvSpPr>
            <a:spLocks noGrp="1"/>
          </p:cNvSpPr>
          <p:nvPr/>
        </p:nvSpPr>
        <p:spPr>
          <a:xfrm>
            <a:off x="10267950" y="809625"/>
            <a:ext cx="190500" cy="142875"/>
          </a:xfrm>
          <a:prstGeom prst="roundRect">
            <a:avLst>
              <a:gd name="adj" fmla="val 20000"/>
            </a:avLst>
          </a:prstGeom>
          <a:solidFill>
            <a:srgbClr val="122C50"/>
          </a:solidFill>
          <a:ln w="14288">
            <a:solidFill>
              <a:srgbClr val="122C50"/>
            </a:solidFill>
          </a:ln>
        </p:spPr>
      </p:sp>
      <p:sp>
        <p:nvSpPr>
          <p:cNvPr id="120" name="node-118">
            <a:extLst>
              <a:ext uri="{FF2B5EF4-FFF2-40B4-BE49-F238E27FC236}">
                <a16:creationId xmlns:a16="http://schemas.microsoft.com/office/drawing/2014/main" id="{5495B74D-C341-4C54-A646-6CA79138ABE3}"/>
              </a:ext>
            </a:extLst>
          </p:cNvPr>
          <p:cNvSpPr>
            <a:spLocks noGrp="1"/>
          </p:cNvSpPr>
          <p:nvPr/>
        </p:nvSpPr>
        <p:spPr>
          <a:xfrm>
            <a:off x="10344150" y="847725"/>
            <a:ext cx="38100" cy="3810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FFFFFF"/>
            </a:solidFill>
          </a:ln>
        </p:spPr>
      </p:sp>
      <p:sp>
        <p:nvSpPr>
          <p:cNvPr id="121" name="element-119">
            <a:extLst>
              <a:ext uri="{FF2B5EF4-FFF2-40B4-BE49-F238E27FC236}">
                <a16:creationId xmlns:a16="http://schemas.microsoft.com/office/drawing/2014/main" id="{9F180E06-BB74-41BB-9C33-B24317B2A121}"/>
              </a:ext>
            </a:extLst>
          </p:cNvPr>
          <p:cNvSpPr>
            <a:spLocks noGrp="1"/>
          </p:cNvSpPr>
          <p:nvPr/>
        </p:nvSpPr>
        <p:spPr>
          <a:xfrm>
            <a:off x="9020175" y="1504950"/>
            <a:ext cx="18478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75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Creativity</a:t>
            </a:r>
          </a:p>
        </p:txBody>
      </p:sp>
      <p:sp>
        <p:nvSpPr>
          <p:cNvPr id="122" name="element-120">
            <a:extLst>
              <a:ext uri="{FF2B5EF4-FFF2-40B4-BE49-F238E27FC236}">
                <a16:creationId xmlns:a16="http://schemas.microsoft.com/office/drawing/2014/main" id="{56E7ECF8-836F-43B0-A5B3-A05C4F917C3E}"/>
              </a:ext>
            </a:extLst>
          </p:cNvPr>
          <p:cNvSpPr>
            <a:spLocks noGrp="1"/>
          </p:cNvSpPr>
          <p:nvPr/>
        </p:nvSpPr>
        <p:spPr>
          <a:xfrm>
            <a:off x="9144000" y="1847850"/>
            <a:ext cx="1600200" cy="1114425"/>
          </a:xfrm>
          <a:prstGeom prst="roundRect">
            <a:avLst>
              <a:gd name="adj" fmla="val 7692"/>
            </a:avLst>
          </a:prstGeom>
          <a:solidFill>
            <a:srgbClr val="F5EFFB"/>
          </a:solidFill>
          <a:ln w="9525">
            <a:solidFill>
              <a:srgbClr val="8662B5"/>
            </a:solidFill>
            <a:prstDash val="dash"/>
          </a:ln>
        </p:spPr>
      </p:sp>
      <p:sp>
        <p:nvSpPr>
          <p:cNvPr id="123" name="node-121">
            <a:extLst>
              <a:ext uri="{FF2B5EF4-FFF2-40B4-BE49-F238E27FC236}">
                <a16:creationId xmlns:a16="http://schemas.microsoft.com/office/drawing/2014/main" id="{8203CBD2-F541-45D6-A99F-8FF8F57F8583}"/>
              </a:ext>
            </a:extLst>
          </p:cNvPr>
          <p:cNvSpPr>
            <a:spLocks noGrp="1"/>
          </p:cNvSpPr>
          <p:nvPr/>
        </p:nvSpPr>
        <p:spPr>
          <a:xfrm>
            <a:off x="9839325" y="1924050"/>
            <a:ext cx="209550" cy="2095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8662B5"/>
            </a:solidFill>
          </a:ln>
        </p:spPr>
      </p:sp>
      <p:sp>
        <p:nvSpPr>
          <p:cNvPr id="124" name="line-122">
            <a:extLst>
              <a:ext uri="{FF2B5EF4-FFF2-40B4-BE49-F238E27FC236}">
                <a16:creationId xmlns:a16="http://schemas.microsoft.com/office/drawing/2014/main" id="{E324C75A-A2ED-44C4-A8AE-9B2026B59350}"/>
              </a:ext>
            </a:extLst>
          </p:cNvPr>
          <p:cNvSpPr>
            <a:spLocks noGrp="1"/>
          </p:cNvSpPr>
          <p:nvPr/>
        </p:nvSpPr>
        <p:spPr>
          <a:xfrm>
            <a:off x="9572625" y="2133600"/>
            <a:ext cx="371475" cy="495300"/>
          </a:xfrm>
          <a:custGeom>
            <a:avLst/>
            <a:gdLst/>
            <a:ahLst/>
            <a:cxnLst/>
            <a:rect l="0" t="0" r="0" b="0"/>
            <a:pathLst>
              <a:path w="371475" h="495300">
                <a:moveTo>
                  <a:pt x="371475" y="0"/>
                </a:moveTo>
                <a:lnTo>
                  <a:pt x="0" y="495300"/>
                </a:lnTo>
              </a:path>
            </a:pathLst>
          </a:custGeom>
          <a:noFill/>
          <a:ln w="16193">
            <a:solidFill>
              <a:srgbClr val="8662B5"/>
            </a:solidFill>
            <a:prstDash val="solid"/>
          </a:ln>
        </p:spPr>
      </p:sp>
      <p:sp>
        <p:nvSpPr>
          <p:cNvPr id="125" name="node-123">
            <a:extLst>
              <a:ext uri="{FF2B5EF4-FFF2-40B4-BE49-F238E27FC236}">
                <a16:creationId xmlns:a16="http://schemas.microsoft.com/office/drawing/2014/main" id="{F0E3E8BA-2630-45D1-8DAC-D0061089D48C}"/>
              </a:ext>
            </a:extLst>
          </p:cNvPr>
          <p:cNvSpPr>
            <a:spLocks noGrp="1"/>
          </p:cNvSpPr>
          <p:nvPr/>
        </p:nvSpPr>
        <p:spPr>
          <a:xfrm>
            <a:off x="9486900" y="2628900"/>
            <a:ext cx="171450" cy="1714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8662B5"/>
            </a:solidFill>
          </a:ln>
        </p:spPr>
      </p:sp>
      <p:sp>
        <p:nvSpPr>
          <p:cNvPr id="126" name="line-124">
            <a:extLst>
              <a:ext uri="{FF2B5EF4-FFF2-40B4-BE49-F238E27FC236}">
                <a16:creationId xmlns:a16="http://schemas.microsoft.com/office/drawing/2014/main" id="{7DFE5EC3-282C-4044-894E-21240B4D4173}"/>
              </a:ext>
            </a:extLst>
          </p:cNvPr>
          <p:cNvSpPr>
            <a:spLocks noGrp="1"/>
          </p:cNvSpPr>
          <p:nvPr/>
        </p:nvSpPr>
        <p:spPr>
          <a:xfrm>
            <a:off x="9944100" y="2133600"/>
            <a:ext cx="9525" cy="495300"/>
          </a:xfrm>
          <a:custGeom>
            <a:avLst/>
            <a:gdLst/>
            <a:ahLst/>
            <a:cxnLst/>
            <a:rect l="0" t="0" r="0" b="0"/>
            <a:pathLst>
              <a:path w="9525" h="495300">
                <a:moveTo>
                  <a:pt x="0" y="0"/>
                </a:moveTo>
                <a:lnTo>
                  <a:pt x="0" y="495300"/>
                </a:lnTo>
              </a:path>
            </a:pathLst>
          </a:custGeom>
          <a:noFill/>
          <a:ln w="16193">
            <a:solidFill>
              <a:srgbClr val="8662B5"/>
            </a:solidFill>
            <a:prstDash val="solid"/>
          </a:ln>
        </p:spPr>
      </p:sp>
      <p:sp>
        <p:nvSpPr>
          <p:cNvPr id="127" name="node-125">
            <a:extLst>
              <a:ext uri="{FF2B5EF4-FFF2-40B4-BE49-F238E27FC236}">
                <a16:creationId xmlns:a16="http://schemas.microsoft.com/office/drawing/2014/main" id="{9343AA2B-1719-454E-925C-E442AFC1332A}"/>
              </a:ext>
            </a:extLst>
          </p:cNvPr>
          <p:cNvSpPr>
            <a:spLocks noGrp="1"/>
          </p:cNvSpPr>
          <p:nvPr/>
        </p:nvSpPr>
        <p:spPr>
          <a:xfrm>
            <a:off x="9858375" y="2628900"/>
            <a:ext cx="171450" cy="1714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8662B5"/>
            </a:solidFill>
          </a:ln>
        </p:spPr>
      </p:sp>
      <p:sp>
        <p:nvSpPr>
          <p:cNvPr id="128" name="line-126">
            <a:extLst>
              <a:ext uri="{FF2B5EF4-FFF2-40B4-BE49-F238E27FC236}">
                <a16:creationId xmlns:a16="http://schemas.microsoft.com/office/drawing/2014/main" id="{2D61A9D1-3AC8-48A5-9B86-6BF464274ED1}"/>
              </a:ext>
            </a:extLst>
          </p:cNvPr>
          <p:cNvSpPr>
            <a:spLocks noGrp="1"/>
          </p:cNvSpPr>
          <p:nvPr/>
        </p:nvSpPr>
        <p:spPr>
          <a:xfrm>
            <a:off x="9944100" y="2133600"/>
            <a:ext cx="371475" cy="495300"/>
          </a:xfrm>
          <a:custGeom>
            <a:avLst/>
            <a:gdLst/>
            <a:ahLst/>
            <a:cxnLst/>
            <a:rect l="0" t="0" r="0" b="0"/>
            <a:pathLst>
              <a:path w="371475" h="495300">
                <a:moveTo>
                  <a:pt x="0" y="0"/>
                </a:moveTo>
                <a:lnTo>
                  <a:pt x="371475" y="495300"/>
                </a:lnTo>
              </a:path>
            </a:pathLst>
          </a:custGeom>
          <a:noFill/>
          <a:ln w="16193">
            <a:solidFill>
              <a:srgbClr val="8662B5"/>
            </a:solidFill>
            <a:prstDash val="solid"/>
          </a:ln>
        </p:spPr>
      </p:sp>
      <p:sp>
        <p:nvSpPr>
          <p:cNvPr id="129" name="node-127">
            <a:extLst>
              <a:ext uri="{FF2B5EF4-FFF2-40B4-BE49-F238E27FC236}">
                <a16:creationId xmlns:a16="http://schemas.microsoft.com/office/drawing/2014/main" id="{CD301374-FA5F-4C5E-9DC6-21D246D76FA0}"/>
              </a:ext>
            </a:extLst>
          </p:cNvPr>
          <p:cNvSpPr>
            <a:spLocks noGrp="1"/>
          </p:cNvSpPr>
          <p:nvPr/>
        </p:nvSpPr>
        <p:spPr>
          <a:xfrm>
            <a:off x="10229850" y="2628900"/>
            <a:ext cx="171450" cy="1714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8662B5"/>
            </a:solidFill>
          </a:ln>
        </p:spPr>
      </p:sp>
      <p:sp>
        <p:nvSpPr>
          <p:cNvPr id="130" name="element-128">
            <a:extLst>
              <a:ext uri="{FF2B5EF4-FFF2-40B4-BE49-F238E27FC236}">
                <a16:creationId xmlns:a16="http://schemas.microsoft.com/office/drawing/2014/main" id="{8248C563-7D9B-4F24-A061-34C520BE82A7}"/>
              </a:ext>
            </a:extLst>
          </p:cNvPr>
          <p:cNvSpPr>
            <a:spLocks noGrp="1"/>
          </p:cNvSpPr>
          <p:nvPr/>
        </p:nvSpPr>
        <p:spPr>
          <a:xfrm>
            <a:off x="9144000" y="4057650"/>
            <a:ext cx="1600200" cy="771525"/>
          </a:xfrm>
          <a:prstGeom prst="roundRect">
            <a:avLst>
              <a:gd name="adj" fmla="val 7407"/>
            </a:avLst>
          </a:prstGeom>
          <a:solidFill>
            <a:srgbClr val="F5EFFB"/>
          </a:solidFill>
          <a:ln w="14288">
            <a:solidFill>
              <a:srgbClr val="8662B5"/>
            </a:solidFill>
          </a:ln>
        </p:spPr>
      </p:sp>
      <p:sp>
        <p:nvSpPr>
          <p:cNvPr id="131" name="element-129">
            <a:extLst>
              <a:ext uri="{FF2B5EF4-FFF2-40B4-BE49-F238E27FC236}">
                <a16:creationId xmlns:a16="http://schemas.microsoft.com/office/drawing/2014/main" id="{DA49D800-E0E0-495B-A2DD-011CBEE8A499}"/>
              </a:ext>
            </a:extLst>
          </p:cNvPr>
          <p:cNvSpPr>
            <a:spLocks noGrp="1"/>
          </p:cNvSpPr>
          <p:nvPr/>
        </p:nvSpPr>
        <p:spPr>
          <a:xfrm>
            <a:off x="9296400" y="4219575"/>
            <a:ext cx="190500" cy="2667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4288">
            <a:solidFill>
              <a:srgbClr val="8662B5"/>
            </a:solidFill>
          </a:ln>
        </p:spPr>
      </p:sp>
      <p:sp>
        <p:nvSpPr>
          <p:cNvPr id="132" name="line-130">
            <a:extLst>
              <a:ext uri="{FF2B5EF4-FFF2-40B4-BE49-F238E27FC236}">
                <a16:creationId xmlns:a16="http://schemas.microsoft.com/office/drawing/2014/main" id="{6BB8CE78-EC6A-46B5-A960-AC6B5D9AD42A}"/>
              </a:ext>
            </a:extLst>
          </p:cNvPr>
          <p:cNvSpPr>
            <a:spLocks noGrp="1"/>
          </p:cNvSpPr>
          <p:nvPr/>
        </p:nvSpPr>
        <p:spPr>
          <a:xfrm>
            <a:off x="9334500" y="4299585"/>
            <a:ext cx="114300" cy="9525"/>
          </a:xfrm>
          <a:custGeom>
            <a:avLst/>
            <a:gdLst/>
            <a:ahLst/>
            <a:cxnLst/>
            <a:rect l="0" t="0" r="0" b="0"/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/>
          <a:ln w="12383">
            <a:solidFill>
              <a:srgbClr val="8662B5"/>
            </a:solidFill>
            <a:prstDash val="solid"/>
          </a:ln>
        </p:spPr>
      </p:sp>
      <p:sp>
        <p:nvSpPr>
          <p:cNvPr id="133" name="line-131">
            <a:extLst>
              <a:ext uri="{FF2B5EF4-FFF2-40B4-BE49-F238E27FC236}">
                <a16:creationId xmlns:a16="http://schemas.microsoft.com/office/drawing/2014/main" id="{C015545F-BBFB-460E-AF19-D952B7274A10}"/>
              </a:ext>
            </a:extLst>
          </p:cNvPr>
          <p:cNvSpPr>
            <a:spLocks noGrp="1"/>
          </p:cNvSpPr>
          <p:nvPr/>
        </p:nvSpPr>
        <p:spPr>
          <a:xfrm>
            <a:off x="9334500" y="4347591"/>
            <a:ext cx="114300" cy="9525"/>
          </a:xfrm>
          <a:custGeom>
            <a:avLst/>
            <a:gdLst/>
            <a:ahLst/>
            <a:cxnLst/>
            <a:rect l="0" t="0" r="0" b="0"/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/>
          <a:ln w="12383">
            <a:solidFill>
              <a:srgbClr val="8662B5"/>
            </a:solidFill>
            <a:prstDash val="solid"/>
          </a:ln>
        </p:spPr>
      </p:sp>
      <p:sp>
        <p:nvSpPr>
          <p:cNvPr id="134" name="line-132">
            <a:extLst>
              <a:ext uri="{FF2B5EF4-FFF2-40B4-BE49-F238E27FC236}">
                <a16:creationId xmlns:a16="http://schemas.microsoft.com/office/drawing/2014/main" id="{C339633C-B3F7-4FE6-9B99-91E16EFC2F2C}"/>
              </a:ext>
            </a:extLst>
          </p:cNvPr>
          <p:cNvSpPr>
            <a:spLocks noGrp="1"/>
          </p:cNvSpPr>
          <p:nvPr/>
        </p:nvSpPr>
        <p:spPr>
          <a:xfrm>
            <a:off x="9334500" y="4395597"/>
            <a:ext cx="85725" cy="9525"/>
          </a:xfrm>
          <a:custGeom>
            <a:avLst/>
            <a:gdLst/>
            <a:ahLst/>
            <a:cxnLst/>
            <a:rect l="0" t="0" r="0" b="0"/>
            <a:pathLst>
              <a:path w="85725" h="9525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/>
          <a:ln w="12383">
            <a:solidFill>
              <a:srgbClr val="8662B5"/>
            </a:solidFill>
            <a:prstDash val="solid"/>
          </a:ln>
        </p:spPr>
      </p:sp>
      <p:sp>
        <p:nvSpPr>
          <p:cNvPr id="135" name="element-133">
            <a:extLst>
              <a:ext uri="{FF2B5EF4-FFF2-40B4-BE49-F238E27FC236}">
                <a16:creationId xmlns:a16="http://schemas.microsoft.com/office/drawing/2014/main" id="{35E9153D-B85C-4E9B-91C8-9A57738587B1}"/>
              </a:ext>
            </a:extLst>
          </p:cNvPr>
          <p:cNvSpPr>
            <a:spLocks noGrp="1"/>
          </p:cNvSpPr>
          <p:nvPr/>
        </p:nvSpPr>
        <p:spPr>
          <a:xfrm>
            <a:off x="9601200" y="4171950"/>
            <a:ext cx="1095375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Reason</a:t>
            </a:r>
          </a:p>
        </p:txBody>
      </p:sp>
      <p:sp>
        <p:nvSpPr>
          <p:cNvPr id="136" name="element-134">
            <a:extLst>
              <a:ext uri="{FF2B5EF4-FFF2-40B4-BE49-F238E27FC236}">
                <a16:creationId xmlns:a16="http://schemas.microsoft.com/office/drawing/2014/main" id="{77508272-83F7-49E1-B604-AC592478030D}"/>
              </a:ext>
            </a:extLst>
          </p:cNvPr>
          <p:cNvSpPr>
            <a:spLocks noGrp="1"/>
          </p:cNvSpPr>
          <p:nvPr/>
        </p:nvSpPr>
        <p:spPr>
          <a:xfrm>
            <a:off x="9324975" y="4495800"/>
            <a:ext cx="138112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00" b="1">
                <a:solidFill>
                  <a:srgbClr val="8662B5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8662B5"/>
                </a:solidFill>
                <a:latin typeface="Arial"/>
                <a:ea typeface="Arial"/>
                <a:cs typeface="Arial"/>
              </a:rPr>
              <a:t>A / B / None</a:t>
            </a:r>
          </a:p>
        </p:txBody>
      </p:sp>
      <p:sp>
        <p:nvSpPr>
          <p:cNvPr id="137" name="line-135">
            <a:extLst>
              <a:ext uri="{FF2B5EF4-FFF2-40B4-BE49-F238E27FC236}">
                <a16:creationId xmlns:a16="http://schemas.microsoft.com/office/drawing/2014/main" id="{ED962CFF-9298-4786-BC8A-4882E8A6BA75}"/>
              </a:ext>
            </a:extLst>
          </p:cNvPr>
          <p:cNvSpPr>
            <a:spLocks noGrp="1"/>
          </p:cNvSpPr>
          <p:nvPr/>
        </p:nvSpPr>
        <p:spPr>
          <a:xfrm>
            <a:off x="9944100" y="2962275"/>
            <a:ext cx="9525" cy="257175"/>
          </a:xfrm>
          <a:custGeom>
            <a:avLst/>
            <a:gdLst/>
            <a:ahLst/>
            <a:cxnLst/>
            <a:rect l="0" t="0" r="0" b="0"/>
            <a:pathLst>
              <a:path w="9525" h="257175">
                <a:moveTo>
                  <a:pt x="0" y="0"/>
                </a:moveTo>
                <a:lnTo>
                  <a:pt x="0" y="257175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138" name="arrow-136">
            <a:extLst>
              <a:ext uri="{FF2B5EF4-FFF2-40B4-BE49-F238E27FC236}">
                <a16:creationId xmlns:a16="http://schemas.microsoft.com/office/drawing/2014/main" id="{85E4099C-B061-4138-8E0C-7C4FD0E6D555}"/>
              </a:ext>
            </a:extLst>
          </p:cNvPr>
          <p:cNvSpPr>
            <a:spLocks noGrp="1"/>
          </p:cNvSpPr>
          <p:nvPr/>
        </p:nvSpPr>
        <p:spPr>
          <a:xfrm>
            <a:off x="9901238" y="3133725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42863" y="85725"/>
                </a:moveTo>
                <a:lnTo>
                  <a:pt x="85725" y="0"/>
                </a:lnTo>
                <a:lnTo>
                  <a:pt x="0" y="0"/>
                </a:lnTo>
                <a:lnTo>
                  <a:pt x="42863" y="85725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139" name="line-137">
            <a:extLst>
              <a:ext uri="{FF2B5EF4-FFF2-40B4-BE49-F238E27FC236}">
                <a16:creationId xmlns:a16="http://schemas.microsoft.com/office/drawing/2014/main" id="{2B7E2C28-86CD-443B-BCAD-E4C43D77F721}"/>
              </a:ext>
            </a:extLst>
          </p:cNvPr>
          <p:cNvSpPr>
            <a:spLocks noGrp="1"/>
          </p:cNvSpPr>
          <p:nvPr/>
        </p:nvSpPr>
        <p:spPr>
          <a:xfrm>
            <a:off x="9944100" y="3848100"/>
            <a:ext cx="9525" cy="209550"/>
          </a:xfrm>
          <a:custGeom>
            <a:avLst/>
            <a:gdLst/>
            <a:ahLst/>
            <a:cxnLst/>
            <a:rect l="0" t="0" r="0" b="0"/>
            <a:pathLst>
              <a:path w="952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140" name="arrow-138">
            <a:extLst>
              <a:ext uri="{FF2B5EF4-FFF2-40B4-BE49-F238E27FC236}">
                <a16:creationId xmlns:a16="http://schemas.microsoft.com/office/drawing/2014/main" id="{3B905141-5A98-441A-8BE9-B506FB0D80E5}"/>
              </a:ext>
            </a:extLst>
          </p:cNvPr>
          <p:cNvSpPr>
            <a:spLocks noGrp="1"/>
          </p:cNvSpPr>
          <p:nvPr/>
        </p:nvSpPr>
        <p:spPr>
          <a:xfrm>
            <a:off x="9901238" y="3971925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42863" y="85725"/>
                </a:moveTo>
                <a:lnTo>
                  <a:pt x="85725" y="0"/>
                </a:lnTo>
                <a:lnTo>
                  <a:pt x="0" y="0"/>
                </a:lnTo>
                <a:lnTo>
                  <a:pt x="42863" y="85725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141" name="line-139">
            <a:extLst>
              <a:ext uri="{FF2B5EF4-FFF2-40B4-BE49-F238E27FC236}">
                <a16:creationId xmlns:a16="http://schemas.microsoft.com/office/drawing/2014/main" id="{6C258382-ADA8-4E21-9092-443A8556E43F}"/>
              </a:ext>
            </a:extLst>
          </p:cNvPr>
          <p:cNvSpPr>
            <a:spLocks noGrp="1"/>
          </p:cNvSpPr>
          <p:nvPr/>
        </p:nvSpPr>
        <p:spPr>
          <a:xfrm>
            <a:off x="9944100" y="4829175"/>
            <a:ext cx="9525" cy="342900"/>
          </a:xfrm>
          <a:custGeom>
            <a:avLst/>
            <a:gdLst/>
            <a:ahLst/>
            <a:cxnLst/>
            <a:rect l="0" t="0" r="0" b="0"/>
            <a:pathLst>
              <a:path w="9525"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142" name="arrow-140">
            <a:extLst>
              <a:ext uri="{FF2B5EF4-FFF2-40B4-BE49-F238E27FC236}">
                <a16:creationId xmlns:a16="http://schemas.microsoft.com/office/drawing/2014/main" id="{83B8884B-42A5-447F-A35F-A26564303F44}"/>
              </a:ext>
            </a:extLst>
          </p:cNvPr>
          <p:cNvSpPr>
            <a:spLocks noGrp="1"/>
          </p:cNvSpPr>
          <p:nvPr/>
        </p:nvSpPr>
        <p:spPr>
          <a:xfrm>
            <a:off x="9901238" y="5086350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42863" y="85725"/>
                </a:moveTo>
                <a:lnTo>
                  <a:pt x="85725" y="0"/>
                </a:lnTo>
                <a:lnTo>
                  <a:pt x="0" y="0"/>
                </a:lnTo>
                <a:lnTo>
                  <a:pt x="42863" y="85725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143" name="node-141">
            <a:extLst>
              <a:ext uri="{FF2B5EF4-FFF2-40B4-BE49-F238E27FC236}">
                <a16:creationId xmlns:a16="http://schemas.microsoft.com/office/drawing/2014/main" id="{5A232BE6-5A2E-4946-8DCF-54FB14786E80}"/>
              </a:ext>
            </a:extLst>
          </p:cNvPr>
          <p:cNvSpPr>
            <a:spLocks noGrp="1"/>
          </p:cNvSpPr>
          <p:nvPr/>
        </p:nvSpPr>
        <p:spPr>
          <a:xfrm>
            <a:off x="11506200" y="733425"/>
            <a:ext cx="704850" cy="704850"/>
          </a:xfrm>
          <a:prstGeom prst="ellipse">
            <a:avLst/>
          </a:prstGeom>
          <a:solidFill>
            <a:srgbClr val="EFF4FA"/>
          </a:solidFill>
          <a:ln w="16193">
            <a:solidFill>
              <a:srgbClr val="EFF4FA"/>
            </a:solidFill>
          </a:ln>
        </p:spPr>
      </p:sp>
      <p:sp>
        <p:nvSpPr>
          <p:cNvPr id="144" name="line-142">
            <a:extLst>
              <a:ext uri="{FF2B5EF4-FFF2-40B4-BE49-F238E27FC236}">
                <a16:creationId xmlns:a16="http://schemas.microsoft.com/office/drawing/2014/main" id="{44951422-37B0-47FB-A9F4-9962A4FA674E}"/>
              </a:ext>
            </a:extLst>
          </p:cNvPr>
          <p:cNvSpPr>
            <a:spLocks noGrp="1"/>
          </p:cNvSpPr>
          <p:nvPr/>
        </p:nvSpPr>
        <p:spPr>
          <a:xfrm>
            <a:off x="11639550" y="904875"/>
            <a:ext cx="428625" cy="9525"/>
          </a:xfrm>
          <a:custGeom>
            <a:avLst/>
            <a:gdLst/>
            <a:ahLst/>
            <a:cxnLst/>
            <a:rect l="0" t="0" r="0" b="0"/>
            <a:pathLst>
              <a:path w="428625" h="95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28575">
            <a:solidFill>
              <a:srgbClr val="4B77AA"/>
            </a:solidFill>
            <a:prstDash val="solid"/>
          </a:ln>
        </p:spPr>
      </p:sp>
      <p:sp>
        <p:nvSpPr>
          <p:cNvPr id="145" name="line-143">
            <a:extLst>
              <a:ext uri="{FF2B5EF4-FFF2-40B4-BE49-F238E27FC236}">
                <a16:creationId xmlns:a16="http://schemas.microsoft.com/office/drawing/2014/main" id="{6F91507C-9F22-407B-B7C2-CFEB729BAB3B}"/>
              </a:ext>
            </a:extLst>
          </p:cNvPr>
          <p:cNvSpPr>
            <a:spLocks noGrp="1"/>
          </p:cNvSpPr>
          <p:nvPr/>
        </p:nvSpPr>
        <p:spPr>
          <a:xfrm>
            <a:off x="11639550" y="1009650"/>
            <a:ext cx="371475" cy="9525"/>
          </a:xfrm>
          <a:custGeom>
            <a:avLst/>
            <a:gdLst/>
            <a:ahLst/>
            <a:cxnLst/>
            <a:rect l="0" t="0" r="0" b="0"/>
            <a:pathLst>
              <a:path w="371475" h="9525">
                <a:moveTo>
                  <a:pt x="0" y="0"/>
                </a:moveTo>
                <a:lnTo>
                  <a:pt x="371475" y="0"/>
                </a:lnTo>
              </a:path>
            </a:pathLst>
          </a:custGeom>
          <a:noFill/>
          <a:ln w="28575">
            <a:solidFill>
              <a:srgbClr val="4B77AA"/>
            </a:solidFill>
            <a:prstDash val="solid"/>
          </a:ln>
        </p:spPr>
      </p:sp>
      <p:sp>
        <p:nvSpPr>
          <p:cNvPr id="146" name="line-144">
            <a:extLst>
              <a:ext uri="{FF2B5EF4-FFF2-40B4-BE49-F238E27FC236}">
                <a16:creationId xmlns:a16="http://schemas.microsoft.com/office/drawing/2014/main" id="{BE718C94-7A23-42FB-BE27-24A8D35218D2}"/>
              </a:ext>
            </a:extLst>
          </p:cNvPr>
          <p:cNvSpPr>
            <a:spLocks noGrp="1"/>
          </p:cNvSpPr>
          <p:nvPr/>
        </p:nvSpPr>
        <p:spPr>
          <a:xfrm>
            <a:off x="11639550" y="1114425"/>
            <a:ext cx="314325" cy="9525"/>
          </a:xfrm>
          <a:custGeom>
            <a:avLst/>
            <a:gdLst/>
            <a:ahLst/>
            <a:cxnLst/>
            <a:rect l="0" t="0" r="0" b="0"/>
            <a:pathLst>
              <a:path w="314325" h="952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8575">
            <a:solidFill>
              <a:srgbClr val="4B77AA"/>
            </a:solidFill>
            <a:prstDash val="solid"/>
          </a:ln>
        </p:spPr>
      </p:sp>
      <p:sp>
        <p:nvSpPr>
          <p:cNvPr id="147" name="line-145">
            <a:extLst>
              <a:ext uri="{FF2B5EF4-FFF2-40B4-BE49-F238E27FC236}">
                <a16:creationId xmlns:a16="http://schemas.microsoft.com/office/drawing/2014/main" id="{68C8EF4C-9451-4360-AA79-BA8795C8A9C5}"/>
              </a:ext>
            </a:extLst>
          </p:cNvPr>
          <p:cNvSpPr>
            <a:spLocks noGrp="1"/>
          </p:cNvSpPr>
          <p:nvPr/>
        </p:nvSpPr>
        <p:spPr>
          <a:xfrm>
            <a:off x="11639550" y="1219200"/>
            <a:ext cx="257175" cy="9525"/>
          </a:xfrm>
          <a:custGeom>
            <a:avLst/>
            <a:gdLst/>
            <a:ahLst/>
            <a:cxnLst/>
            <a:rect l="0" t="0" r="0" b="0"/>
            <a:pathLst>
              <a:path w="257175" h="9525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28575">
            <a:solidFill>
              <a:srgbClr val="4B77AA"/>
            </a:solidFill>
            <a:prstDash val="solid"/>
          </a:ln>
        </p:spPr>
      </p:sp>
      <p:sp>
        <p:nvSpPr>
          <p:cNvPr id="148" name="line-146">
            <a:extLst>
              <a:ext uri="{FF2B5EF4-FFF2-40B4-BE49-F238E27FC236}">
                <a16:creationId xmlns:a16="http://schemas.microsoft.com/office/drawing/2014/main" id="{D3702217-E2F5-4EC3-BFA0-134BA1F2CF9F}"/>
              </a:ext>
            </a:extLst>
          </p:cNvPr>
          <p:cNvSpPr>
            <a:spLocks noGrp="1"/>
          </p:cNvSpPr>
          <p:nvPr/>
        </p:nvSpPr>
        <p:spPr>
          <a:xfrm>
            <a:off x="12220575" y="723900"/>
            <a:ext cx="114300" cy="95250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0" y="28575"/>
                </a:lnTo>
                <a:lnTo>
                  <a:pt x="28575" y="0"/>
                </a:lnTo>
                <a:lnTo>
                  <a:pt x="85725" y="0"/>
                </a:lnTo>
                <a:lnTo>
                  <a:pt x="114300" y="28575"/>
                </a:lnTo>
                <a:lnTo>
                  <a:pt x="114300" y="9525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149" name="element-147">
            <a:extLst>
              <a:ext uri="{FF2B5EF4-FFF2-40B4-BE49-F238E27FC236}">
                <a16:creationId xmlns:a16="http://schemas.microsoft.com/office/drawing/2014/main" id="{4AD1C5C2-5BB2-43B8-AF89-3A5A8929FD93}"/>
              </a:ext>
            </a:extLst>
          </p:cNvPr>
          <p:cNvSpPr>
            <a:spLocks noGrp="1"/>
          </p:cNvSpPr>
          <p:nvPr/>
        </p:nvSpPr>
        <p:spPr>
          <a:xfrm>
            <a:off x="12182475" y="809625"/>
            <a:ext cx="190500" cy="142875"/>
          </a:xfrm>
          <a:prstGeom prst="roundRect">
            <a:avLst>
              <a:gd name="adj" fmla="val 20000"/>
            </a:avLst>
          </a:prstGeom>
          <a:solidFill>
            <a:srgbClr val="122C50"/>
          </a:solidFill>
          <a:ln w="14288">
            <a:solidFill>
              <a:srgbClr val="122C50"/>
            </a:solidFill>
          </a:ln>
        </p:spPr>
      </p:sp>
      <p:sp>
        <p:nvSpPr>
          <p:cNvPr id="150" name="node-148">
            <a:extLst>
              <a:ext uri="{FF2B5EF4-FFF2-40B4-BE49-F238E27FC236}">
                <a16:creationId xmlns:a16="http://schemas.microsoft.com/office/drawing/2014/main" id="{C75DFE00-CFE7-4C85-8688-4F02DD48CE51}"/>
              </a:ext>
            </a:extLst>
          </p:cNvPr>
          <p:cNvSpPr>
            <a:spLocks noGrp="1"/>
          </p:cNvSpPr>
          <p:nvPr/>
        </p:nvSpPr>
        <p:spPr>
          <a:xfrm>
            <a:off x="12258675" y="847725"/>
            <a:ext cx="38100" cy="3810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FFFFFF"/>
            </a:solidFill>
          </a:ln>
        </p:spPr>
      </p:sp>
      <p:sp>
        <p:nvSpPr>
          <p:cNvPr id="151" name="element-149">
            <a:extLst>
              <a:ext uri="{FF2B5EF4-FFF2-40B4-BE49-F238E27FC236}">
                <a16:creationId xmlns:a16="http://schemas.microsoft.com/office/drawing/2014/main" id="{26C0F0F1-FC5F-4F3C-8923-B93C72F96503}"/>
              </a:ext>
            </a:extLst>
          </p:cNvPr>
          <p:cNvSpPr>
            <a:spLocks noGrp="1"/>
          </p:cNvSpPr>
          <p:nvPr/>
        </p:nvSpPr>
        <p:spPr>
          <a:xfrm>
            <a:off x="10934700" y="1504950"/>
            <a:ext cx="18478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75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Clarity</a:t>
            </a:r>
          </a:p>
        </p:txBody>
      </p:sp>
      <p:sp>
        <p:nvSpPr>
          <p:cNvPr id="152" name="element-150">
            <a:extLst>
              <a:ext uri="{FF2B5EF4-FFF2-40B4-BE49-F238E27FC236}">
                <a16:creationId xmlns:a16="http://schemas.microsoft.com/office/drawing/2014/main" id="{BE2356A0-9BAB-41D1-A7AD-B4FCAC421417}"/>
              </a:ext>
            </a:extLst>
          </p:cNvPr>
          <p:cNvSpPr>
            <a:spLocks noGrp="1"/>
          </p:cNvSpPr>
          <p:nvPr/>
        </p:nvSpPr>
        <p:spPr>
          <a:xfrm>
            <a:off x="11058525" y="1847850"/>
            <a:ext cx="1600200" cy="1114425"/>
          </a:xfrm>
          <a:prstGeom prst="roundRect">
            <a:avLst>
              <a:gd name="adj" fmla="val 7692"/>
            </a:avLst>
          </a:prstGeom>
          <a:solidFill>
            <a:srgbClr val="EFF4FA"/>
          </a:solidFill>
          <a:ln w="9525">
            <a:solidFill>
              <a:srgbClr val="4B77AA"/>
            </a:solidFill>
            <a:prstDash val="dash"/>
          </a:ln>
        </p:spPr>
      </p:sp>
      <p:sp>
        <p:nvSpPr>
          <p:cNvPr id="153" name="node-151">
            <a:extLst>
              <a:ext uri="{FF2B5EF4-FFF2-40B4-BE49-F238E27FC236}">
                <a16:creationId xmlns:a16="http://schemas.microsoft.com/office/drawing/2014/main" id="{139EE09A-B67C-442E-B493-1066D57CCFFC}"/>
              </a:ext>
            </a:extLst>
          </p:cNvPr>
          <p:cNvSpPr>
            <a:spLocks noGrp="1"/>
          </p:cNvSpPr>
          <p:nvPr/>
        </p:nvSpPr>
        <p:spPr>
          <a:xfrm>
            <a:off x="11753850" y="1924050"/>
            <a:ext cx="209550" cy="2095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4B77AA"/>
            </a:solidFill>
          </a:ln>
        </p:spPr>
      </p:sp>
      <p:sp>
        <p:nvSpPr>
          <p:cNvPr id="154" name="line-152">
            <a:extLst>
              <a:ext uri="{FF2B5EF4-FFF2-40B4-BE49-F238E27FC236}">
                <a16:creationId xmlns:a16="http://schemas.microsoft.com/office/drawing/2014/main" id="{DEFD7498-B2D5-4563-BA62-B35C08C9AB52}"/>
              </a:ext>
            </a:extLst>
          </p:cNvPr>
          <p:cNvSpPr>
            <a:spLocks noGrp="1"/>
          </p:cNvSpPr>
          <p:nvPr/>
        </p:nvSpPr>
        <p:spPr>
          <a:xfrm>
            <a:off x="11487150" y="2133600"/>
            <a:ext cx="371475" cy="495300"/>
          </a:xfrm>
          <a:custGeom>
            <a:avLst/>
            <a:gdLst/>
            <a:ahLst/>
            <a:cxnLst/>
            <a:rect l="0" t="0" r="0" b="0"/>
            <a:pathLst>
              <a:path w="371475" h="495300">
                <a:moveTo>
                  <a:pt x="371475" y="0"/>
                </a:moveTo>
                <a:lnTo>
                  <a:pt x="0" y="495300"/>
                </a:lnTo>
              </a:path>
            </a:pathLst>
          </a:custGeom>
          <a:noFill/>
          <a:ln w="16193">
            <a:solidFill>
              <a:srgbClr val="4B77AA"/>
            </a:solidFill>
            <a:prstDash val="solid"/>
          </a:ln>
        </p:spPr>
      </p:sp>
      <p:sp>
        <p:nvSpPr>
          <p:cNvPr id="155" name="node-153">
            <a:extLst>
              <a:ext uri="{FF2B5EF4-FFF2-40B4-BE49-F238E27FC236}">
                <a16:creationId xmlns:a16="http://schemas.microsoft.com/office/drawing/2014/main" id="{18C474B4-9710-4A5B-B1F7-9E7D8EF4C9E4}"/>
              </a:ext>
            </a:extLst>
          </p:cNvPr>
          <p:cNvSpPr>
            <a:spLocks noGrp="1"/>
          </p:cNvSpPr>
          <p:nvPr/>
        </p:nvSpPr>
        <p:spPr>
          <a:xfrm>
            <a:off x="11401425" y="2628900"/>
            <a:ext cx="171450" cy="1714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4B77AA"/>
            </a:solidFill>
          </a:ln>
        </p:spPr>
      </p:sp>
      <p:sp>
        <p:nvSpPr>
          <p:cNvPr id="156" name="line-154">
            <a:extLst>
              <a:ext uri="{FF2B5EF4-FFF2-40B4-BE49-F238E27FC236}">
                <a16:creationId xmlns:a16="http://schemas.microsoft.com/office/drawing/2014/main" id="{8298EB59-86E7-4CA5-AA54-5F05E4363B76}"/>
              </a:ext>
            </a:extLst>
          </p:cNvPr>
          <p:cNvSpPr>
            <a:spLocks noGrp="1"/>
          </p:cNvSpPr>
          <p:nvPr/>
        </p:nvSpPr>
        <p:spPr>
          <a:xfrm>
            <a:off x="11858625" y="2133600"/>
            <a:ext cx="9525" cy="495300"/>
          </a:xfrm>
          <a:custGeom>
            <a:avLst/>
            <a:gdLst/>
            <a:ahLst/>
            <a:cxnLst/>
            <a:rect l="0" t="0" r="0" b="0"/>
            <a:pathLst>
              <a:path w="9525" h="495300">
                <a:moveTo>
                  <a:pt x="0" y="0"/>
                </a:moveTo>
                <a:lnTo>
                  <a:pt x="0" y="495300"/>
                </a:lnTo>
              </a:path>
            </a:pathLst>
          </a:custGeom>
          <a:noFill/>
          <a:ln w="16193">
            <a:solidFill>
              <a:srgbClr val="4B77AA"/>
            </a:solidFill>
            <a:prstDash val="solid"/>
          </a:ln>
        </p:spPr>
      </p:sp>
      <p:sp>
        <p:nvSpPr>
          <p:cNvPr id="157" name="node-155">
            <a:extLst>
              <a:ext uri="{FF2B5EF4-FFF2-40B4-BE49-F238E27FC236}">
                <a16:creationId xmlns:a16="http://schemas.microsoft.com/office/drawing/2014/main" id="{61A1F688-5E29-4970-B206-43D65CDE2C9C}"/>
              </a:ext>
            </a:extLst>
          </p:cNvPr>
          <p:cNvSpPr>
            <a:spLocks noGrp="1"/>
          </p:cNvSpPr>
          <p:nvPr/>
        </p:nvSpPr>
        <p:spPr>
          <a:xfrm>
            <a:off x="11772900" y="2628900"/>
            <a:ext cx="171450" cy="1714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4B77AA"/>
            </a:solidFill>
          </a:ln>
        </p:spPr>
      </p:sp>
      <p:sp>
        <p:nvSpPr>
          <p:cNvPr id="158" name="line-156">
            <a:extLst>
              <a:ext uri="{FF2B5EF4-FFF2-40B4-BE49-F238E27FC236}">
                <a16:creationId xmlns:a16="http://schemas.microsoft.com/office/drawing/2014/main" id="{9A2F2431-CF2A-42C5-BC87-C82D43C995F6}"/>
              </a:ext>
            </a:extLst>
          </p:cNvPr>
          <p:cNvSpPr>
            <a:spLocks noGrp="1"/>
          </p:cNvSpPr>
          <p:nvPr/>
        </p:nvSpPr>
        <p:spPr>
          <a:xfrm>
            <a:off x="11858625" y="2133600"/>
            <a:ext cx="371475" cy="495300"/>
          </a:xfrm>
          <a:custGeom>
            <a:avLst/>
            <a:gdLst/>
            <a:ahLst/>
            <a:cxnLst/>
            <a:rect l="0" t="0" r="0" b="0"/>
            <a:pathLst>
              <a:path w="371475" h="495300">
                <a:moveTo>
                  <a:pt x="0" y="0"/>
                </a:moveTo>
                <a:lnTo>
                  <a:pt x="371475" y="495300"/>
                </a:lnTo>
              </a:path>
            </a:pathLst>
          </a:custGeom>
          <a:noFill/>
          <a:ln w="16193">
            <a:solidFill>
              <a:srgbClr val="4B77AA"/>
            </a:solidFill>
            <a:prstDash val="solid"/>
          </a:ln>
        </p:spPr>
      </p:sp>
      <p:sp>
        <p:nvSpPr>
          <p:cNvPr id="159" name="node-157">
            <a:extLst>
              <a:ext uri="{FF2B5EF4-FFF2-40B4-BE49-F238E27FC236}">
                <a16:creationId xmlns:a16="http://schemas.microsoft.com/office/drawing/2014/main" id="{C7600AED-EA85-41A3-B24E-624E63ACB77F}"/>
              </a:ext>
            </a:extLst>
          </p:cNvPr>
          <p:cNvSpPr>
            <a:spLocks noGrp="1"/>
          </p:cNvSpPr>
          <p:nvPr/>
        </p:nvSpPr>
        <p:spPr>
          <a:xfrm>
            <a:off x="12144375" y="2628900"/>
            <a:ext cx="171450" cy="1714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4B77AA"/>
            </a:solidFill>
          </a:ln>
        </p:spPr>
      </p:sp>
      <p:sp>
        <p:nvSpPr>
          <p:cNvPr id="160" name="element-158">
            <a:extLst>
              <a:ext uri="{FF2B5EF4-FFF2-40B4-BE49-F238E27FC236}">
                <a16:creationId xmlns:a16="http://schemas.microsoft.com/office/drawing/2014/main" id="{3A6FD706-8857-44F1-B068-606C1D16CF8C}"/>
              </a:ext>
            </a:extLst>
          </p:cNvPr>
          <p:cNvSpPr>
            <a:spLocks noGrp="1"/>
          </p:cNvSpPr>
          <p:nvPr/>
        </p:nvSpPr>
        <p:spPr>
          <a:xfrm>
            <a:off x="11058525" y="4057650"/>
            <a:ext cx="1600200" cy="771525"/>
          </a:xfrm>
          <a:prstGeom prst="roundRect">
            <a:avLst>
              <a:gd name="adj" fmla="val 7407"/>
            </a:avLst>
          </a:prstGeom>
          <a:solidFill>
            <a:srgbClr val="EFF4FA"/>
          </a:solidFill>
          <a:ln w="14288">
            <a:solidFill>
              <a:srgbClr val="4B77AA"/>
            </a:solidFill>
          </a:ln>
        </p:spPr>
      </p:sp>
      <p:sp>
        <p:nvSpPr>
          <p:cNvPr id="161" name="element-159">
            <a:extLst>
              <a:ext uri="{FF2B5EF4-FFF2-40B4-BE49-F238E27FC236}">
                <a16:creationId xmlns:a16="http://schemas.microsoft.com/office/drawing/2014/main" id="{57518E82-E53F-4730-A216-56452934B821}"/>
              </a:ext>
            </a:extLst>
          </p:cNvPr>
          <p:cNvSpPr>
            <a:spLocks noGrp="1"/>
          </p:cNvSpPr>
          <p:nvPr/>
        </p:nvSpPr>
        <p:spPr>
          <a:xfrm>
            <a:off x="11210925" y="4219575"/>
            <a:ext cx="190500" cy="2667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4288">
            <a:solidFill>
              <a:srgbClr val="4B77AA"/>
            </a:solidFill>
          </a:ln>
        </p:spPr>
      </p:sp>
      <p:sp>
        <p:nvSpPr>
          <p:cNvPr id="162" name="line-160">
            <a:extLst>
              <a:ext uri="{FF2B5EF4-FFF2-40B4-BE49-F238E27FC236}">
                <a16:creationId xmlns:a16="http://schemas.microsoft.com/office/drawing/2014/main" id="{F05BDB1D-30E0-4AC4-938C-AC5E36376EA1}"/>
              </a:ext>
            </a:extLst>
          </p:cNvPr>
          <p:cNvSpPr>
            <a:spLocks noGrp="1"/>
          </p:cNvSpPr>
          <p:nvPr/>
        </p:nvSpPr>
        <p:spPr>
          <a:xfrm>
            <a:off x="11249025" y="4299585"/>
            <a:ext cx="114300" cy="9525"/>
          </a:xfrm>
          <a:custGeom>
            <a:avLst/>
            <a:gdLst/>
            <a:ahLst/>
            <a:cxnLst/>
            <a:rect l="0" t="0" r="0" b="0"/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/>
          <a:ln w="12383">
            <a:solidFill>
              <a:srgbClr val="4B77AA"/>
            </a:solidFill>
            <a:prstDash val="solid"/>
          </a:ln>
        </p:spPr>
      </p:sp>
      <p:sp>
        <p:nvSpPr>
          <p:cNvPr id="163" name="line-161">
            <a:extLst>
              <a:ext uri="{FF2B5EF4-FFF2-40B4-BE49-F238E27FC236}">
                <a16:creationId xmlns:a16="http://schemas.microsoft.com/office/drawing/2014/main" id="{7B5A2D54-2C64-4047-BBDA-8EC52C193879}"/>
              </a:ext>
            </a:extLst>
          </p:cNvPr>
          <p:cNvSpPr>
            <a:spLocks noGrp="1"/>
          </p:cNvSpPr>
          <p:nvPr/>
        </p:nvSpPr>
        <p:spPr>
          <a:xfrm>
            <a:off x="11249025" y="4347591"/>
            <a:ext cx="114300" cy="9525"/>
          </a:xfrm>
          <a:custGeom>
            <a:avLst/>
            <a:gdLst/>
            <a:ahLst/>
            <a:cxnLst/>
            <a:rect l="0" t="0" r="0" b="0"/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/>
          <a:ln w="12383">
            <a:solidFill>
              <a:srgbClr val="4B77AA"/>
            </a:solidFill>
            <a:prstDash val="solid"/>
          </a:ln>
        </p:spPr>
      </p:sp>
      <p:sp>
        <p:nvSpPr>
          <p:cNvPr id="164" name="line-162">
            <a:extLst>
              <a:ext uri="{FF2B5EF4-FFF2-40B4-BE49-F238E27FC236}">
                <a16:creationId xmlns:a16="http://schemas.microsoft.com/office/drawing/2014/main" id="{DAAA84D9-0AE5-475F-8CE9-84F45A37C27B}"/>
              </a:ext>
            </a:extLst>
          </p:cNvPr>
          <p:cNvSpPr>
            <a:spLocks noGrp="1"/>
          </p:cNvSpPr>
          <p:nvPr/>
        </p:nvSpPr>
        <p:spPr>
          <a:xfrm>
            <a:off x="11249025" y="4395597"/>
            <a:ext cx="85725" cy="9525"/>
          </a:xfrm>
          <a:custGeom>
            <a:avLst/>
            <a:gdLst/>
            <a:ahLst/>
            <a:cxnLst/>
            <a:rect l="0" t="0" r="0" b="0"/>
            <a:pathLst>
              <a:path w="85725" h="9525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/>
          <a:ln w="12383">
            <a:solidFill>
              <a:srgbClr val="4B77AA"/>
            </a:solidFill>
            <a:prstDash val="solid"/>
          </a:ln>
        </p:spPr>
      </p:sp>
      <p:sp>
        <p:nvSpPr>
          <p:cNvPr id="165" name="element-163">
            <a:extLst>
              <a:ext uri="{FF2B5EF4-FFF2-40B4-BE49-F238E27FC236}">
                <a16:creationId xmlns:a16="http://schemas.microsoft.com/office/drawing/2014/main" id="{8BEE5D84-50CA-4B6B-8D2A-2DABAD4FAD3A}"/>
              </a:ext>
            </a:extLst>
          </p:cNvPr>
          <p:cNvSpPr>
            <a:spLocks noGrp="1"/>
          </p:cNvSpPr>
          <p:nvPr/>
        </p:nvSpPr>
        <p:spPr>
          <a:xfrm>
            <a:off x="11515725" y="4171950"/>
            <a:ext cx="1095375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Reason</a:t>
            </a:r>
          </a:p>
        </p:txBody>
      </p:sp>
      <p:sp>
        <p:nvSpPr>
          <p:cNvPr id="166" name="element-164">
            <a:extLst>
              <a:ext uri="{FF2B5EF4-FFF2-40B4-BE49-F238E27FC236}">
                <a16:creationId xmlns:a16="http://schemas.microsoft.com/office/drawing/2014/main" id="{5A7C3754-7AFF-46CC-99E8-B4D3A2319BEC}"/>
              </a:ext>
            </a:extLst>
          </p:cNvPr>
          <p:cNvSpPr>
            <a:spLocks noGrp="1"/>
          </p:cNvSpPr>
          <p:nvPr/>
        </p:nvSpPr>
        <p:spPr>
          <a:xfrm>
            <a:off x="11239500" y="4495800"/>
            <a:ext cx="138112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00" b="1">
                <a:solidFill>
                  <a:srgbClr val="4B77AA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4B77AA"/>
                </a:solidFill>
                <a:latin typeface="Arial"/>
                <a:ea typeface="Arial"/>
                <a:cs typeface="Arial"/>
              </a:rPr>
              <a:t>A / B / None</a:t>
            </a:r>
          </a:p>
        </p:txBody>
      </p:sp>
      <p:sp>
        <p:nvSpPr>
          <p:cNvPr id="167" name="line-165">
            <a:extLst>
              <a:ext uri="{FF2B5EF4-FFF2-40B4-BE49-F238E27FC236}">
                <a16:creationId xmlns:a16="http://schemas.microsoft.com/office/drawing/2014/main" id="{E0245BEB-DE32-4D50-ABC5-706794C8D1E3}"/>
              </a:ext>
            </a:extLst>
          </p:cNvPr>
          <p:cNvSpPr>
            <a:spLocks noGrp="1"/>
          </p:cNvSpPr>
          <p:nvPr/>
        </p:nvSpPr>
        <p:spPr>
          <a:xfrm>
            <a:off x="11858625" y="2962275"/>
            <a:ext cx="9525" cy="257175"/>
          </a:xfrm>
          <a:custGeom>
            <a:avLst/>
            <a:gdLst/>
            <a:ahLst/>
            <a:cxnLst/>
            <a:rect l="0" t="0" r="0" b="0"/>
            <a:pathLst>
              <a:path w="9525" h="257175">
                <a:moveTo>
                  <a:pt x="0" y="0"/>
                </a:moveTo>
                <a:lnTo>
                  <a:pt x="0" y="257175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168" name="arrow-166">
            <a:extLst>
              <a:ext uri="{FF2B5EF4-FFF2-40B4-BE49-F238E27FC236}">
                <a16:creationId xmlns:a16="http://schemas.microsoft.com/office/drawing/2014/main" id="{C9555233-4B45-44CD-8AD1-392F0D673CB4}"/>
              </a:ext>
            </a:extLst>
          </p:cNvPr>
          <p:cNvSpPr>
            <a:spLocks noGrp="1"/>
          </p:cNvSpPr>
          <p:nvPr/>
        </p:nvSpPr>
        <p:spPr>
          <a:xfrm>
            <a:off x="11815763" y="3133725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42863" y="85725"/>
                </a:moveTo>
                <a:lnTo>
                  <a:pt x="85725" y="0"/>
                </a:lnTo>
                <a:lnTo>
                  <a:pt x="0" y="0"/>
                </a:lnTo>
                <a:lnTo>
                  <a:pt x="42863" y="85725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169" name="line-167">
            <a:extLst>
              <a:ext uri="{FF2B5EF4-FFF2-40B4-BE49-F238E27FC236}">
                <a16:creationId xmlns:a16="http://schemas.microsoft.com/office/drawing/2014/main" id="{5E5F27EC-A869-4AE3-AC66-D7C873D82363}"/>
              </a:ext>
            </a:extLst>
          </p:cNvPr>
          <p:cNvSpPr>
            <a:spLocks noGrp="1"/>
          </p:cNvSpPr>
          <p:nvPr/>
        </p:nvSpPr>
        <p:spPr>
          <a:xfrm>
            <a:off x="11858625" y="3848100"/>
            <a:ext cx="9525" cy="209550"/>
          </a:xfrm>
          <a:custGeom>
            <a:avLst/>
            <a:gdLst/>
            <a:ahLst/>
            <a:cxnLst/>
            <a:rect l="0" t="0" r="0" b="0"/>
            <a:pathLst>
              <a:path w="952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170" name="arrow-168">
            <a:extLst>
              <a:ext uri="{FF2B5EF4-FFF2-40B4-BE49-F238E27FC236}">
                <a16:creationId xmlns:a16="http://schemas.microsoft.com/office/drawing/2014/main" id="{F4BF886E-C7C6-4975-A020-C0F92105E193}"/>
              </a:ext>
            </a:extLst>
          </p:cNvPr>
          <p:cNvSpPr>
            <a:spLocks noGrp="1"/>
          </p:cNvSpPr>
          <p:nvPr/>
        </p:nvSpPr>
        <p:spPr>
          <a:xfrm>
            <a:off x="11815763" y="3971925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42863" y="85725"/>
                </a:moveTo>
                <a:lnTo>
                  <a:pt x="85725" y="0"/>
                </a:lnTo>
                <a:lnTo>
                  <a:pt x="0" y="0"/>
                </a:lnTo>
                <a:lnTo>
                  <a:pt x="42863" y="85725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171" name="line-169">
            <a:extLst>
              <a:ext uri="{FF2B5EF4-FFF2-40B4-BE49-F238E27FC236}">
                <a16:creationId xmlns:a16="http://schemas.microsoft.com/office/drawing/2014/main" id="{C638EC1E-2E60-4419-8B55-9F693EC95FF3}"/>
              </a:ext>
            </a:extLst>
          </p:cNvPr>
          <p:cNvSpPr>
            <a:spLocks noGrp="1"/>
          </p:cNvSpPr>
          <p:nvPr/>
        </p:nvSpPr>
        <p:spPr>
          <a:xfrm>
            <a:off x="11858625" y="4829175"/>
            <a:ext cx="9525" cy="342900"/>
          </a:xfrm>
          <a:custGeom>
            <a:avLst/>
            <a:gdLst/>
            <a:ahLst/>
            <a:cxnLst/>
            <a:rect l="0" t="0" r="0" b="0"/>
            <a:pathLst>
              <a:path w="9525"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172" name="arrow-170">
            <a:extLst>
              <a:ext uri="{FF2B5EF4-FFF2-40B4-BE49-F238E27FC236}">
                <a16:creationId xmlns:a16="http://schemas.microsoft.com/office/drawing/2014/main" id="{9242193A-6B38-4043-A57C-7D096F1F22A6}"/>
              </a:ext>
            </a:extLst>
          </p:cNvPr>
          <p:cNvSpPr>
            <a:spLocks noGrp="1"/>
          </p:cNvSpPr>
          <p:nvPr/>
        </p:nvSpPr>
        <p:spPr>
          <a:xfrm>
            <a:off x="11815763" y="5086350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42863" y="85725"/>
                </a:moveTo>
                <a:lnTo>
                  <a:pt x="85725" y="0"/>
                </a:lnTo>
                <a:lnTo>
                  <a:pt x="0" y="0"/>
                </a:lnTo>
                <a:lnTo>
                  <a:pt x="42863" y="85725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173" name="line-171">
            <a:extLst>
              <a:ext uri="{FF2B5EF4-FFF2-40B4-BE49-F238E27FC236}">
                <a16:creationId xmlns:a16="http://schemas.microsoft.com/office/drawing/2014/main" id="{A0C9B23B-4330-4ACD-A025-85B76D76C38A}"/>
              </a:ext>
            </a:extLst>
          </p:cNvPr>
          <p:cNvSpPr>
            <a:spLocks noGrp="1"/>
          </p:cNvSpPr>
          <p:nvPr/>
        </p:nvSpPr>
        <p:spPr>
          <a:xfrm>
            <a:off x="4200525" y="3733800"/>
            <a:ext cx="9467850" cy="1438275"/>
          </a:xfrm>
          <a:custGeom>
            <a:avLst/>
            <a:gdLst/>
            <a:ahLst/>
            <a:cxnLst/>
            <a:rect l="0" t="0" r="0" b="0"/>
            <a:pathLst>
              <a:path w="9467850" h="1438275">
                <a:moveTo>
                  <a:pt x="0" y="1438275"/>
                </a:moveTo>
                <a:lnTo>
                  <a:pt x="9467850" y="1438275"/>
                </a:lnTo>
                <a:lnTo>
                  <a:pt x="9467850" y="0"/>
                </a:lnTo>
              </a:path>
            </a:pathLst>
          </a:custGeom>
          <a:noFill/>
          <a:ln w="21908">
            <a:solidFill>
              <a:srgbClr val="122C50"/>
            </a:solidFill>
            <a:prstDash val="solid"/>
          </a:ln>
        </p:spPr>
      </p:sp>
      <p:sp>
        <p:nvSpPr>
          <p:cNvPr id="174" name="arrow-172">
            <a:extLst>
              <a:ext uri="{FF2B5EF4-FFF2-40B4-BE49-F238E27FC236}">
                <a16:creationId xmlns:a16="http://schemas.microsoft.com/office/drawing/2014/main" id="{35CF7481-113D-4033-9247-94553AB72FD4}"/>
              </a:ext>
            </a:extLst>
          </p:cNvPr>
          <p:cNvSpPr>
            <a:spLocks noGrp="1"/>
          </p:cNvSpPr>
          <p:nvPr/>
        </p:nvSpPr>
        <p:spPr>
          <a:xfrm>
            <a:off x="13625513" y="3733800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42863" y="0"/>
                </a:moveTo>
                <a:lnTo>
                  <a:pt x="0" y="85725"/>
                </a:lnTo>
                <a:lnTo>
                  <a:pt x="85725" y="85725"/>
                </a:lnTo>
                <a:lnTo>
                  <a:pt x="42863" y="0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175" name="element-173">
            <a:extLst>
              <a:ext uri="{FF2B5EF4-FFF2-40B4-BE49-F238E27FC236}">
                <a16:creationId xmlns:a16="http://schemas.microsoft.com/office/drawing/2014/main" id="{BDC87E62-3994-4826-81B2-AC1D5D9BF49E}"/>
              </a:ext>
            </a:extLst>
          </p:cNvPr>
          <p:cNvSpPr>
            <a:spLocks noGrp="1"/>
          </p:cNvSpPr>
          <p:nvPr/>
        </p:nvSpPr>
        <p:spPr>
          <a:xfrm>
            <a:off x="5391150" y="5248275"/>
            <a:ext cx="70485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00" b="0">
                <a:solidFill>
                  <a:srgbClr val="5B6C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B6C80"/>
                </a:solidFill>
                <a:latin typeface="Arial"/>
                <a:ea typeface="Arial"/>
                <a:cs typeface="Arial"/>
              </a:rPr>
              <a:t>Scope-specific judgments: local None is valid</a:t>
            </a:r>
          </a:p>
        </p:txBody>
      </p:sp>
      <p:sp>
        <p:nvSpPr>
          <p:cNvPr id="176" name="element-174">
            <a:extLst>
              <a:ext uri="{FF2B5EF4-FFF2-40B4-BE49-F238E27FC236}">
                <a16:creationId xmlns:a16="http://schemas.microsoft.com/office/drawing/2014/main" id="{C0CB58AC-E5E6-4B86-984A-AB23534E2A24}"/>
              </a:ext>
            </a:extLst>
          </p:cNvPr>
          <p:cNvSpPr>
            <a:spLocks noGrp="1"/>
          </p:cNvSpPr>
          <p:nvPr/>
        </p:nvSpPr>
        <p:spPr>
          <a:xfrm>
            <a:off x="13144500" y="1905000"/>
            <a:ext cx="1628775" cy="1828800"/>
          </a:xfrm>
          <a:prstGeom prst="roundRect">
            <a:avLst>
              <a:gd name="adj" fmla="val 5263"/>
            </a:avLst>
          </a:prstGeom>
          <a:solidFill>
            <a:srgbClr val="F4F7FC"/>
          </a:solidFill>
          <a:ln w="14288">
            <a:solidFill>
              <a:srgbClr val="6E92B8"/>
            </a:solidFill>
          </a:ln>
        </p:spPr>
      </p:sp>
      <p:sp>
        <p:nvSpPr>
          <p:cNvPr id="177" name="line-175">
            <a:extLst>
              <a:ext uri="{FF2B5EF4-FFF2-40B4-BE49-F238E27FC236}">
                <a16:creationId xmlns:a16="http://schemas.microsoft.com/office/drawing/2014/main" id="{A8C166C6-3833-4F5A-9254-AFB9E3763474}"/>
              </a:ext>
            </a:extLst>
          </p:cNvPr>
          <p:cNvSpPr>
            <a:spLocks noGrp="1"/>
          </p:cNvSpPr>
          <p:nvPr/>
        </p:nvSpPr>
        <p:spPr>
          <a:xfrm>
            <a:off x="13954125" y="2114550"/>
            <a:ext cx="9525" cy="523875"/>
          </a:xfrm>
          <a:custGeom>
            <a:avLst/>
            <a:gdLst/>
            <a:ahLst/>
            <a:cxnLst/>
            <a:rect l="0" t="0" r="0" b="0"/>
            <a:pathLst>
              <a:path w="9525" h="523875">
                <a:moveTo>
                  <a:pt x="0" y="0"/>
                </a:moveTo>
                <a:lnTo>
                  <a:pt x="0" y="523875"/>
                </a:lnTo>
              </a:path>
            </a:pathLst>
          </a:custGeom>
          <a:noFill/>
          <a:ln w="38100">
            <a:solidFill>
              <a:srgbClr val="122C50"/>
            </a:solidFill>
            <a:prstDash val="solid"/>
          </a:ln>
        </p:spPr>
      </p:sp>
      <p:sp>
        <p:nvSpPr>
          <p:cNvPr id="178" name="line-176">
            <a:extLst>
              <a:ext uri="{FF2B5EF4-FFF2-40B4-BE49-F238E27FC236}">
                <a16:creationId xmlns:a16="http://schemas.microsoft.com/office/drawing/2014/main" id="{A921FB80-253C-451A-869A-19E3DBB571B4}"/>
              </a:ext>
            </a:extLst>
          </p:cNvPr>
          <p:cNvSpPr>
            <a:spLocks noGrp="1"/>
          </p:cNvSpPr>
          <p:nvPr/>
        </p:nvSpPr>
        <p:spPr>
          <a:xfrm>
            <a:off x="13592175" y="2228850"/>
            <a:ext cx="714375" cy="9525"/>
          </a:xfrm>
          <a:custGeom>
            <a:avLst/>
            <a:gdLst/>
            <a:ahLst/>
            <a:cxnLst/>
            <a:rect l="0" t="0" r="0" b="0"/>
            <a:pathLst>
              <a:path w="714375" h="9525">
                <a:moveTo>
                  <a:pt x="0" y="0"/>
                </a:moveTo>
                <a:lnTo>
                  <a:pt x="714375" y="0"/>
                </a:lnTo>
              </a:path>
            </a:pathLst>
          </a:custGeom>
          <a:noFill/>
          <a:ln w="28575">
            <a:solidFill>
              <a:srgbClr val="122C50"/>
            </a:solidFill>
            <a:prstDash val="solid"/>
          </a:ln>
        </p:spPr>
      </p:sp>
      <p:sp>
        <p:nvSpPr>
          <p:cNvPr id="179" name="line-177">
            <a:extLst>
              <a:ext uri="{FF2B5EF4-FFF2-40B4-BE49-F238E27FC236}">
                <a16:creationId xmlns:a16="http://schemas.microsoft.com/office/drawing/2014/main" id="{BBBAF1D3-BEAD-4AAE-8333-7A23375F1621}"/>
              </a:ext>
            </a:extLst>
          </p:cNvPr>
          <p:cNvSpPr>
            <a:spLocks noGrp="1"/>
          </p:cNvSpPr>
          <p:nvPr/>
        </p:nvSpPr>
        <p:spPr>
          <a:xfrm>
            <a:off x="13782675" y="2676525"/>
            <a:ext cx="361950" cy="9525"/>
          </a:xfrm>
          <a:custGeom>
            <a:avLst/>
            <a:gdLst/>
            <a:ahLst/>
            <a:cxnLst/>
            <a:rect l="0" t="0" r="0" b="0"/>
            <a:pathLst>
              <a:path w="361950" h="9525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/>
          <a:ln w="38100">
            <a:solidFill>
              <a:srgbClr val="122C50"/>
            </a:solidFill>
            <a:prstDash val="solid"/>
          </a:ln>
        </p:spPr>
      </p:sp>
      <p:sp>
        <p:nvSpPr>
          <p:cNvPr id="180" name="line-178">
            <a:extLst>
              <a:ext uri="{FF2B5EF4-FFF2-40B4-BE49-F238E27FC236}">
                <a16:creationId xmlns:a16="http://schemas.microsoft.com/office/drawing/2014/main" id="{450A8EC4-F37E-4974-9FBF-A9711A77F940}"/>
              </a:ext>
            </a:extLst>
          </p:cNvPr>
          <p:cNvSpPr>
            <a:spLocks noGrp="1"/>
          </p:cNvSpPr>
          <p:nvPr/>
        </p:nvSpPr>
        <p:spPr>
          <a:xfrm>
            <a:off x="13506450" y="2247900"/>
            <a:ext cx="228600" cy="238125"/>
          </a:xfrm>
          <a:custGeom>
            <a:avLst/>
            <a:gdLst/>
            <a:ahLst/>
            <a:cxnLst/>
            <a:rect l="0" t="0" r="0" b="0"/>
            <a:pathLst>
              <a:path w="228600" h="238125">
                <a:moveTo>
                  <a:pt x="114300" y="0"/>
                </a:moveTo>
                <a:lnTo>
                  <a:pt x="0" y="238125"/>
                </a:lnTo>
                <a:lnTo>
                  <a:pt x="228600" y="238125"/>
                </a:lnTo>
                <a:lnTo>
                  <a:pt x="114300" y="0"/>
                </a:lnTo>
              </a:path>
            </a:pathLst>
          </a:custGeom>
          <a:noFill/>
          <a:ln w="21908">
            <a:solidFill>
              <a:srgbClr val="122C50"/>
            </a:solidFill>
            <a:prstDash val="solid"/>
          </a:ln>
        </p:spPr>
      </p:sp>
      <p:sp>
        <p:nvSpPr>
          <p:cNvPr id="181" name="line-179">
            <a:extLst>
              <a:ext uri="{FF2B5EF4-FFF2-40B4-BE49-F238E27FC236}">
                <a16:creationId xmlns:a16="http://schemas.microsoft.com/office/drawing/2014/main" id="{3AC27D77-40FE-4A99-8E5D-8B7C0F4B7A82}"/>
              </a:ext>
            </a:extLst>
          </p:cNvPr>
          <p:cNvSpPr>
            <a:spLocks noGrp="1"/>
          </p:cNvSpPr>
          <p:nvPr/>
        </p:nvSpPr>
        <p:spPr>
          <a:xfrm>
            <a:off x="14163675" y="2247900"/>
            <a:ext cx="228600" cy="238125"/>
          </a:xfrm>
          <a:custGeom>
            <a:avLst/>
            <a:gdLst/>
            <a:ahLst/>
            <a:cxnLst/>
            <a:rect l="0" t="0" r="0" b="0"/>
            <a:pathLst>
              <a:path w="228600" h="238125">
                <a:moveTo>
                  <a:pt x="114300" y="0"/>
                </a:moveTo>
                <a:lnTo>
                  <a:pt x="0" y="238125"/>
                </a:lnTo>
                <a:lnTo>
                  <a:pt x="228600" y="238125"/>
                </a:lnTo>
                <a:lnTo>
                  <a:pt x="114300" y="0"/>
                </a:lnTo>
              </a:path>
            </a:pathLst>
          </a:custGeom>
          <a:noFill/>
          <a:ln w="21908">
            <a:solidFill>
              <a:srgbClr val="122C50"/>
            </a:solidFill>
            <a:prstDash val="solid"/>
          </a:ln>
        </p:spPr>
      </p:sp>
      <p:sp>
        <p:nvSpPr>
          <p:cNvPr id="182" name="element-180">
            <a:extLst>
              <a:ext uri="{FF2B5EF4-FFF2-40B4-BE49-F238E27FC236}">
                <a16:creationId xmlns:a16="http://schemas.microsoft.com/office/drawing/2014/main" id="{46D446ED-2548-4D32-A55F-717B1C70E138}"/>
              </a:ext>
            </a:extLst>
          </p:cNvPr>
          <p:cNvSpPr>
            <a:spLocks noGrp="1"/>
          </p:cNvSpPr>
          <p:nvPr/>
        </p:nvSpPr>
        <p:spPr>
          <a:xfrm>
            <a:off x="13220700" y="2819400"/>
            <a:ext cx="148590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725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Global Arbiter</a:t>
            </a:r>
          </a:p>
        </p:txBody>
      </p:sp>
      <p:sp>
        <p:nvSpPr>
          <p:cNvPr id="183" name="element-181">
            <a:extLst>
              <a:ext uri="{FF2B5EF4-FFF2-40B4-BE49-F238E27FC236}">
                <a16:creationId xmlns:a16="http://schemas.microsoft.com/office/drawing/2014/main" id="{344BEE7E-EB24-4BE2-912C-9E99B1AE3A5F}"/>
              </a:ext>
            </a:extLst>
          </p:cNvPr>
          <p:cNvSpPr>
            <a:spLocks noGrp="1"/>
          </p:cNvSpPr>
          <p:nvPr/>
        </p:nvSpPr>
        <p:spPr>
          <a:xfrm>
            <a:off x="13268325" y="3238500"/>
            <a:ext cx="13716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350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Integrate five</a:t>
            </a:r>
          </a:p>
          <a:p>
            <a:pPr algn="ctr">
              <a:defRPr sz="1350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subtree reports</a:t>
            </a:r>
          </a:p>
        </p:txBody>
      </p:sp>
      <p:sp>
        <p:nvSpPr>
          <p:cNvPr id="184" name="line-182">
            <a:extLst>
              <a:ext uri="{FF2B5EF4-FFF2-40B4-BE49-F238E27FC236}">
                <a16:creationId xmlns:a16="http://schemas.microsoft.com/office/drawing/2014/main" id="{CDE2D148-7CCE-4BD8-8026-235F4A03AA78}"/>
              </a:ext>
            </a:extLst>
          </p:cNvPr>
          <p:cNvSpPr>
            <a:spLocks noGrp="1"/>
          </p:cNvSpPr>
          <p:nvPr/>
        </p:nvSpPr>
        <p:spPr>
          <a:xfrm>
            <a:off x="14773275" y="2781300"/>
            <a:ext cx="381000" cy="9525"/>
          </a:xfrm>
          <a:custGeom>
            <a:avLst/>
            <a:gdLst/>
            <a:ahLst/>
            <a:cxnLst/>
            <a:rect l="0" t="0" r="0" b="0"/>
            <a:pathLst>
              <a:path w="381000" h="9525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21908">
            <a:solidFill>
              <a:srgbClr val="122C50"/>
            </a:solidFill>
            <a:prstDash val="solid"/>
          </a:ln>
        </p:spPr>
      </p:sp>
      <p:sp>
        <p:nvSpPr>
          <p:cNvPr id="185" name="arrow-183">
            <a:extLst>
              <a:ext uri="{FF2B5EF4-FFF2-40B4-BE49-F238E27FC236}">
                <a16:creationId xmlns:a16="http://schemas.microsoft.com/office/drawing/2014/main" id="{350B077E-6C3C-4757-9977-0398172E3688}"/>
              </a:ext>
            </a:extLst>
          </p:cNvPr>
          <p:cNvSpPr>
            <a:spLocks noGrp="1"/>
          </p:cNvSpPr>
          <p:nvPr/>
        </p:nvSpPr>
        <p:spPr>
          <a:xfrm>
            <a:off x="15068550" y="273843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42863"/>
                </a:moveTo>
                <a:lnTo>
                  <a:pt x="0" y="0"/>
                </a:lnTo>
                <a:lnTo>
                  <a:pt x="0" y="85725"/>
                </a:lnTo>
                <a:lnTo>
                  <a:pt x="85725" y="42863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186" name="element-184">
            <a:extLst>
              <a:ext uri="{FF2B5EF4-FFF2-40B4-BE49-F238E27FC236}">
                <a16:creationId xmlns:a16="http://schemas.microsoft.com/office/drawing/2014/main" id="{931F5178-E952-43C2-9B0E-37D85287E064}"/>
              </a:ext>
            </a:extLst>
          </p:cNvPr>
          <p:cNvSpPr>
            <a:spLocks noGrp="1"/>
          </p:cNvSpPr>
          <p:nvPr/>
        </p:nvSpPr>
        <p:spPr>
          <a:xfrm>
            <a:off x="15154275" y="2143125"/>
            <a:ext cx="1724025" cy="1285875"/>
          </a:xfrm>
          <a:prstGeom prst="roundRect">
            <a:avLst>
              <a:gd name="adj" fmla="val 5926"/>
            </a:avLst>
          </a:prstGeom>
          <a:solidFill>
            <a:srgbClr val="F4F7FC"/>
          </a:solidFill>
          <a:ln w="14288">
            <a:solidFill>
              <a:srgbClr val="6E92B8"/>
            </a:solidFill>
          </a:ln>
        </p:spPr>
      </p:sp>
      <p:sp>
        <p:nvSpPr>
          <p:cNvPr id="187" name="element-185">
            <a:extLst>
              <a:ext uri="{FF2B5EF4-FFF2-40B4-BE49-F238E27FC236}">
                <a16:creationId xmlns:a16="http://schemas.microsoft.com/office/drawing/2014/main" id="{62F63C50-3A0E-4B5D-B1AD-C51574F6FD12}"/>
              </a:ext>
            </a:extLst>
          </p:cNvPr>
          <p:cNvSpPr>
            <a:spLocks noGrp="1"/>
          </p:cNvSpPr>
          <p:nvPr/>
        </p:nvSpPr>
        <p:spPr>
          <a:xfrm>
            <a:off x="15868650" y="2276475"/>
            <a:ext cx="295275" cy="36195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4288">
            <a:solidFill>
              <a:srgbClr val="122C50"/>
            </a:solidFill>
          </a:ln>
        </p:spPr>
      </p:sp>
      <p:sp>
        <p:nvSpPr>
          <p:cNvPr id="188" name="line-186">
            <a:extLst>
              <a:ext uri="{FF2B5EF4-FFF2-40B4-BE49-F238E27FC236}">
                <a16:creationId xmlns:a16="http://schemas.microsoft.com/office/drawing/2014/main" id="{AC57FABF-4A9F-44A7-A52B-B6191EB441A0}"/>
              </a:ext>
            </a:extLst>
          </p:cNvPr>
          <p:cNvSpPr>
            <a:spLocks noGrp="1"/>
          </p:cNvSpPr>
          <p:nvPr/>
        </p:nvSpPr>
        <p:spPr>
          <a:xfrm>
            <a:off x="15927705" y="2385060"/>
            <a:ext cx="177165" cy="9525"/>
          </a:xfrm>
          <a:custGeom>
            <a:avLst/>
            <a:gdLst/>
            <a:ahLst/>
            <a:cxnLst/>
            <a:rect l="0" t="0" r="0" b="0"/>
            <a:pathLst>
              <a:path w="177165" h="9525">
                <a:moveTo>
                  <a:pt x="0" y="0"/>
                </a:moveTo>
                <a:lnTo>
                  <a:pt x="177165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189" name="line-187">
            <a:extLst>
              <a:ext uri="{FF2B5EF4-FFF2-40B4-BE49-F238E27FC236}">
                <a16:creationId xmlns:a16="http://schemas.microsoft.com/office/drawing/2014/main" id="{4E43A3F0-3EDE-4DC2-89F4-436F366F62FF}"/>
              </a:ext>
            </a:extLst>
          </p:cNvPr>
          <p:cNvSpPr>
            <a:spLocks noGrp="1"/>
          </p:cNvSpPr>
          <p:nvPr/>
        </p:nvSpPr>
        <p:spPr>
          <a:xfrm>
            <a:off x="15927705" y="2450211"/>
            <a:ext cx="177165" cy="9525"/>
          </a:xfrm>
          <a:custGeom>
            <a:avLst/>
            <a:gdLst/>
            <a:ahLst/>
            <a:cxnLst/>
            <a:rect l="0" t="0" r="0" b="0"/>
            <a:pathLst>
              <a:path w="177165" h="9525">
                <a:moveTo>
                  <a:pt x="0" y="0"/>
                </a:moveTo>
                <a:lnTo>
                  <a:pt x="177165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190" name="line-188">
            <a:extLst>
              <a:ext uri="{FF2B5EF4-FFF2-40B4-BE49-F238E27FC236}">
                <a16:creationId xmlns:a16="http://schemas.microsoft.com/office/drawing/2014/main" id="{1B2F4E67-670E-4B8D-8263-1576F521BDC1}"/>
              </a:ext>
            </a:extLst>
          </p:cNvPr>
          <p:cNvSpPr>
            <a:spLocks noGrp="1"/>
          </p:cNvSpPr>
          <p:nvPr/>
        </p:nvSpPr>
        <p:spPr>
          <a:xfrm>
            <a:off x="15927705" y="2515362"/>
            <a:ext cx="132874" cy="9525"/>
          </a:xfrm>
          <a:custGeom>
            <a:avLst/>
            <a:gdLst/>
            <a:ahLst/>
            <a:cxnLst/>
            <a:rect l="0" t="0" r="0" b="0"/>
            <a:pathLst>
              <a:path w="132874" h="9525">
                <a:moveTo>
                  <a:pt x="0" y="0"/>
                </a:moveTo>
                <a:lnTo>
                  <a:pt x="132874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191" name="element-189">
            <a:extLst>
              <a:ext uri="{FF2B5EF4-FFF2-40B4-BE49-F238E27FC236}">
                <a16:creationId xmlns:a16="http://schemas.microsoft.com/office/drawing/2014/main" id="{6A70AA45-89DC-43E2-B5A4-D1AE6EF3549C}"/>
              </a:ext>
            </a:extLst>
          </p:cNvPr>
          <p:cNvSpPr>
            <a:spLocks noGrp="1"/>
          </p:cNvSpPr>
          <p:nvPr/>
        </p:nvSpPr>
        <p:spPr>
          <a:xfrm>
            <a:off x="15249525" y="2781300"/>
            <a:ext cx="15240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00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Reason +</a:t>
            </a:r>
          </a:p>
          <a:p>
            <a:pPr algn="ctr">
              <a:defRPr sz="1500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Final preference</a:t>
            </a:r>
          </a:p>
        </p:txBody>
      </p:sp>
      <p:sp>
        <p:nvSpPr>
          <p:cNvPr id="192" name="line-190">
            <a:extLst>
              <a:ext uri="{FF2B5EF4-FFF2-40B4-BE49-F238E27FC236}">
                <a16:creationId xmlns:a16="http://schemas.microsoft.com/office/drawing/2014/main" id="{2C6A3597-76CA-487F-A5F9-01582BA21B34}"/>
              </a:ext>
            </a:extLst>
          </p:cNvPr>
          <p:cNvSpPr>
            <a:spLocks noGrp="1"/>
          </p:cNvSpPr>
          <p:nvPr/>
        </p:nvSpPr>
        <p:spPr>
          <a:xfrm>
            <a:off x="16011525" y="3429000"/>
            <a:ext cx="9525" cy="2390775"/>
          </a:xfrm>
          <a:custGeom>
            <a:avLst/>
            <a:gdLst/>
            <a:ahLst/>
            <a:cxnLst/>
            <a:rect l="0" t="0" r="0" b="0"/>
            <a:pathLst>
              <a:path w="9525" h="2390775">
                <a:moveTo>
                  <a:pt x="0" y="0"/>
                </a:moveTo>
                <a:lnTo>
                  <a:pt x="0" y="2390775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193" name="arrow-191">
            <a:extLst>
              <a:ext uri="{FF2B5EF4-FFF2-40B4-BE49-F238E27FC236}">
                <a16:creationId xmlns:a16="http://schemas.microsoft.com/office/drawing/2014/main" id="{30AF9BEA-5D59-4104-AA37-BC0ABCA60D45}"/>
              </a:ext>
            </a:extLst>
          </p:cNvPr>
          <p:cNvSpPr>
            <a:spLocks noGrp="1"/>
          </p:cNvSpPr>
          <p:nvPr/>
        </p:nvSpPr>
        <p:spPr>
          <a:xfrm>
            <a:off x="15968663" y="5734050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42863" y="85725"/>
                </a:moveTo>
                <a:lnTo>
                  <a:pt x="85725" y="0"/>
                </a:lnTo>
                <a:lnTo>
                  <a:pt x="0" y="0"/>
                </a:lnTo>
                <a:lnTo>
                  <a:pt x="42863" y="85725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194" name="line-192">
            <a:extLst>
              <a:ext uri="{FF2B5EF4-FFF2-40B4-BE49-F238E27FC236}">
                <a16:creationId xmlns:a16="http://schemas.microsoft.com/office/drawing/2014/main" id="{337D3099-82BB-4A38-BB0D-438737CE4690}"/>
              </a:ext>
            </a:extLst>
          </p:cNvPr>
          <p:cNvSpPr>
            <a:spLocks noGrp="1"/>
          </p:cNvSpPr>
          <p:nvPr/>
        </p:nvSpPr>
        <p:spPr>
          <a:xfrm>
            <a:off x="266700" y="5638800"/>
            <a:ext cx="16611600" cy="9525"/>
          </a:xfrm>
          <a:custGeom>
            <a:avLst/>
            <a:gdLst/>
            <a:ahLst/>
            <a:cxnLst/>
            <a:rect l="0" t="0" r="0" b="0"/>
            <a:pathLst>
              <a:path w="16611600" h="9525">
                <a:moveTo>
                  <a:pt x="0" y="0"/>
                </a:moveTo>
                <a:lnTo>
                  <a:pt x="16611600" y="0"/>
                </a:lnTo>
              </a:path>
            </a:pathLst>
          </a:custGeom>
          <a:noFill/>
          <a:ln w="12383">
            <a:solidFill>
              <a:srgbClr val="D6E0EA"/>
            </a:solidFill>
            <a:prstDash val="solid"/>
          </a:ln>
        </p:spPr>
      </p:sp>
      <p:sp>
        <p:nvSpPr>
          <p:cNvPr id="195" name="element-193">
            <a:extLst>
              <a:ext uri="{FF2B5EF4-FFF2-40B4-BE49-F238E27FC236}">
                <a16:creationId xmlns:a16="http://schemas.microsoft.com/office/drawing/2014/main" id="{229B6C56-AC08-480F-879D-42E79530C064}"/>
              </a:ext>
            </a:extLst>
          </p:cNvPr>
          <p:cNvSpPr>
            <a:spLocks noGrp="1"/>
          </p:cNvSpPr>
          <p:nvPr/>
        </p:nvSpPr>
        <p:spPr>
          <a:xfrm>
            <a:off x="5219700" y="5848350"/>
            <a:ext cx="663892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2175" b="1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(b) Hierarchical reflection and rubric evolution</a:t>
            </a:r>
          </a:p>
        </p:txBody>
      </p:sp>
      <p:sp>
        <p:nvSpPr>
          <p:cNvPr id="196" name="element-194">
            <a:extLst>
              <a:ext uri="{FF2B5EF4-FFF2-40B4-BE49-F238E27FC236}">
                <a16:creationId xmlns:a16="http://schemas.microsoft.com/office/drawing/2014/main" id="{E0F833C6-C380-4707-B328-C69C05646A0B}"/>
              </a:ext>
            </a:extLst>
          </p:cNvPr>
          <p:cNvSpPr>
            <a:spLocks noGrp="1"/>
          </p:cNvSpPr>
          <p:nvPr/>
        </p:nvSpPr>
        <p:spPr>
          <a:xfrm>
            <a:off x="276226" y="6679002"/>
            <a:ext cx="4572000" cy="1990725"/>
          </a:xfrm>
          <a:prstGeom prst="roundRect">
            <a:avLst>
              <a:gd name="adj" fmla="val 3828"/>
            </a:avLst>
          </a:prstGeom>
          <a:solidFill>
            <a:srgbClr val="F7FAFE"/>
          </a:solidFill>
          <a:ln w="14288">
            <a:solidFill>
              <a:srgbClr val="BCD0E3"/>
            </a:solidFill>
          </a:ln>
        </p:spPr>
      </p:sp>
      <p:sp>
        <p:nvSpPr>
          <p:cNvPr id="197" name="element-195">
            <a:extLst>
              <a:ext uri="{FF2B5EF4-FFF2-40B4-BE49-F238E27FC236}">
                <a16:creationId xmlns:a16="http://schemas.microsoft.com/office/drawing/2014/main" id="{3B62E786-298A-410F-9183-E47BB8B34043}"/>
              </a:ext>
            </a:extLst>
          </p:cNvPr>
          <p:cNvSpPr>
            <a:spLocks noGrp="1"/>
          </p:cNvSpPr>
          <p:nvPr/>
        </p:nvSpPr>
        <p:spPr>
          <a:xfrm>
            <a:off x="457200" y="6800850"/>
            <a:ext cx="27622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875" b="1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Root-local generation</a:t>
            </a:r>
          </a:p>
        </p:txBody>
      </p:sp>
      <p:sp>
        <p:nvSpPr>
          <p:cNvPr id="198" name="element-196">
            <a:extLst>
              <a:ext uri="{FF2B5EF4-FFF2-40B4-BE49-F238E27FC236}">
                <a16:creationId xmlns:a16="http://schemas.microsoft.com/office/drawing/2014/main" id="{212AC7B2-EA8F-4E5B-AD6F-59C32613ED1C}"/>
              </a:ext>
            </a:extLst>
          </p:cNvPr>
          <p:cNvSpPr>
            <a:spLocks noGrp="1"/>
          </p:cNvSpPr>
          <p:nvPr/>
        </p:nvSpPr>
        <p:spPr>
          <a:xfrm>
            <a:off x="3314700" y="6858000"/>
            <a:ext cx="1409700" cy="219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125" b="0">
                <a:solidFill>
                  <a:srgbClr val="5B6C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B6C80"/>
                </a:solidFill>
                <a:latin typeface="Arial"/>
                <a:ea typeface="Arial"/>
                <a:cs typeface="Arial"/>
              </a:rPr>
              <a:t>One root (example)</a:t>
            </a:r>
          </a:p>
        </p:txBody>
      </p:sp>
      <p:sp>
        <p:nvSpPr>
          <p:cNvPr id="199" name="element-197">
            <a:extLst>
              <a:ext uri="{FF2B5EF4-FFF2-40B4-BE49-F238E27FC236}">
                <a16:creationId xmlns:a16="http://schemas.microsoft.com/office/drawing/2014/main" id="{AA2CF23E-4205-4C79-B6A1-73C1878FFCA1}"/>
              </a:ext>
            </a:extLst>
          </p:cNvPr>
          <p:cNvSpPr>
            <a:spLocks noGrp="1"/>
          </p:cNvSpPr>
          <p:nvPr/>
        </p:nvSpPr>
        <p:spPr>
          <a:xfrm>
            <a:off x="457200" y="7362825"/>
            <a:ext cx="171450" cy="266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4288">
            <a:solidFill>
              <a:srgbClr val="122C50"/>
            </a:solidFill>
          </a:ln>
        </p:spPr>
      </p:sp>
      <p:sp>
        <p:nvSpPr>
          <p:cNvPr id="200" name="line-198">
            <a:extLst>
              <a:ext uri="{FF2B5EF4-FFF2-40B4-BE49-F238E27FC236}">
                <a16:creationId xmlns:a16="http://schemas.microsoft.com/office/drawing/2014/main" id="{51A96F5D-0319-4206-90E5-57E793EC2EAC}"/>
              </a:ext>
            </a:extLst>
          </p:cNvPr>
          <p:cNvSpPr>
            <a:spLocks noGrp="1"/>
          </p:cNvSpPr>
          <p:nvPr/>
        </p:nvSpPr>
        <p:spPr>
          <a:xfrm>
            <a:off x="491490" y="7442835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01" name="line-199">
            <a:extLst>
              <a:ext uri="{FF2B5EF4-FFF2-40B4-BE49-F238E27FC236}">
                <a16:creationId xmlns:a16="http://schemas.microsoft.com/office/drawing/2014/main" id="{554EB884-608E-4159-A029-B32FAE7A28F2}"/>
              </a:ext>
            </a:extLst>
          </p:cNvPr>
          <p:cNvSpPr>
            <a:spLocks noGrp="1"/>
          </p:cNvSpPr>
          <p:nvPr/>
        </p:nvSpPr>
        <p:spPr>
          <a:xfrm>
            <a:off x="491490" y="7490841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02" name="line-200">
            <a:extLst>
              <a:ext uri="{FF2B5EF4-FFF2-40B4-BE49-F238E27FC236}">
                <a16:creationId xmlns:a16="http://schemas.microsoft.com/office/drawing/2014/main" id="{BCB1910C-85FE-4D10-8641-93674DFA3B91}"/>
              </a:ext>
            </a:extLst>
          </p:cNvPr>
          <p:cNvSpPr>
            <a:spLocks noGrp="1"/>
          </p:cNvSpPr>
          <p:nvPr/>
        </p:nvSpPr>
        <p:spPr>
          <a:xfrm>
            <a:off x="491490" y="7538847"/>
            <a:ext cx="77153" cy="9525"/>
          </a:xfrm>
          <a:custGeom>
            <a:avLst/>
            <a:gdLst/>
            <a:ahLst/>
            <a:cxnLst/>
            <a:rect l="0" t="0" r="0" b="0"/>
            <a:pathLst>
              <a:path w="77153" h="9525">
                <a:moveTo>
                  <a:pt x="0" y="0"/>
                </a:moveTo>
                <a:lnTo>
                  <a:pt x="77153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03" name="element-201">
            <a:extLst>
              <a:ext uri="{FF2B5EF4-FFF2-40B4-BE49-F238E27FC236}">
                <a16:creationId xmlns:a16="http://schemas.microsoft.com/office/drawing/2014/main" id="{EFB3BE7E-91EC-4076-AD9C-A16205A1A8C8}"/>
              </a:ext>
            </a:extLst>
          </p:cNvPr>
          <p:cNvSpPr>
            <a:spLocks noGrp="1"/>
          </p:cNvSpPr>
          <p:nvPr/>
        </p:nvSpPr>
        <p:spPr>
          <a:xfrm>
            <a:off x="685800" y="7362825"/>
            <a:ext cx="171450" cy="266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4288">
            <a:solidFill>
              <a:srgbClr val="122C50"/>
            </a:solidFill>
          </a:ln>
        </p:spPr>
      </p:sp>
      <p:sp>
        <p:nvSpPr>
          <p:cNvPr id="204" name="line-202">
            <a:extLst>
              <a:ext uri="{FF2B5EF4-FFF2-40B4-BE49-F238E27FC236}">
                <a16:creationId xmlns:a16="http://schemas.microsoft.com/office/drawing/2014/main" id="{0DFEB0AB-AF31-40EF-9D6A-0983FDA36540}"/>
              </a:ext>
            </a:extLst>
          </p:cNvPr>
          <p:cNvSpPr>
            <a:spLocks noGrp="1"/>
          </p:cNvSpPr>
          <p:nvPr/>
        </p:nvSpPr>
        <p:spPr>
          <a:xfrm>
            <a:off x="720090" y="7442835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05" name="line-203">
            <a:extLst>
              <a:ext uri="{FF2B5EF4-FFF2-40B4-BE49-F238E27FC236}">
                <a16:creationId xmlns:a16="http://schemas.microsoft.com/office/drawing/2014/main" id="{64A0D7B6-45E6-445E-A217-3DBDF473BEF3}"/>
              </a:ext>
            </a:extLst>
          </p:cNvPr>
          <p:cNvSpPr>
            <a:spLocks noGrp="1"/>
          </p:cNvSpPr>
          <p:nvPr/>
        </p:nvSpPr>
        <p:spPr>
          <a:xfrm>
            <a:off x="720090" y="7490841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06" name="line-204">
            <a:extLst>
              <a:ext uri="{FF2B5EF4-FFF2-40B4-BE49-F238E27FC236}">
                <a16:creationId xmlns:a16="http://schemas.microsoft.com/office/drawing/2014/main" id="{A6F41DB9-F47E-4457-B9F4-D25D66DA0EF5}"/>
              </a:ext>
            </a:extLst>
          </p:cNvPr>
          <p:cNvSpPr>
            <a:spLocks noGrp="1"/>
          </p:cNvSpPr>
          <p:nvPr/>
        </p:nvSpPr>
        <p:spPr>
          <a:xfrm>
            <a:off x="720090" y="7538847"/>
            <a:ext cx="77153" cy="9525"/>
          </a:xfrm>
          <a:custGeom>
            <a:avLst/>
            <a:gdLst/>
            <a:ahLst/>
            <a:cxnLst/>
            <a:rect l="0" t="0" r="0" b="0"/>
            <a:pathLst>
              <a:path w="77153" h="9525">
                <a:moveTo>
                  <a:pt x="0" y="0"/>
                </a:moveTo>
                <a:lnTo>
                  <a:pt x="77153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07" name="element-205">
            <a:extLst>
              <a:ext uri="{FF2B5EF4-FFF2-40B4-BE49-F238E27FC236}">
                <a16:creationId xmlns:a16="http://schemas.microsoft.com/office/drawing/2014/main" id="{9FEEF54C-AFFA-4601-B510-E729D7022AC5}"/>
              </a:ext>
            </a:extLst>
          </p:cNvPr>
          <p:cNvSpPr>
            <a:spLocks noGrp="1"/>
          </p:cNvSpPr>
          <p:nvPr/>
        </p:nvSpPr>
        <p:spPr>
          <a:xfrm>
            <a:off x="914400" y="7362825"/>
            <a:ext cx="171450" cy="266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4288">
            <a:solidFill>
              <a:srgbClr val="122C50"/>
            </a:solidFill>
          </a:ln>
        </p:spPr>
      </p:sp>
      <p:sp>
        <p:nvSpPr>
          <p:cNvPr id="208" name="line-206">
            <a:extLst>
              <a:ext uri="{FF2B5EF4-FFF2-40B4-BE49-F238E27FC236}">
                <a16:creationId xmlns:a16="http://schemas.microsoft.com/office/drawing/2014/main" id="{133E01ED-1749-40D9-BCD5-FEC9DC1494A7}"/>
              </a:ext>
            </a:extLst>
          </p:cNvPr>
          <p:cNvSpPr>
            <a:spLocks noGrp="1"/>
          </p:cNvSpPr>
          <p:nvPr/>
        </p:nvSpPr>
        <p:spPr>
          <a:xfrm>
            <a:off x="948690" y="7442835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09" name="line-207">
            <a:extLst>
              <a:ext uri="{FF2B5EF4-FFF2-40B4-BE49-F238E27FC236}">
                <a16:creationId xmlns:a16="http://schemas.microsoft.com/office/drawing/2014/main" id="{9D95131B-8DA0-438C-A75D-EA3F61E0D134}"/>
              </a:ext>
            </a:extLst>
          </p:cNvPr>
          <p:cNvSpPr>
            <a:spLocks noGrp="1"/>
          </p:cNvSpPr>
          <p:nvPr/>
        </p:nvSpPr>
        <p:spPr>
          <a:xfrm>
            <a:off x="948690" y="7490841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10" name="line-208">
            <a:extLst>
              <a:ext uri="{FF2B5EF4-FFF2-40B4-BE49-F238E27FC236}">
                <a16:creationId xmlns:a16="http://schemas.microsoft.com/office/drawing/2014/main" id="{E9B755B7-787F-4381-8D0D-405A42C487FC}"/>
              </a:ext>
            </a:extLst>
          </p:cNvPr>
          <p:cNvSpPr>
            <a:spLocks noGrp="1"/>
          </p:cNvSpPr>
          <p:nvPr/>
        </p:nvSpPr>
        <p:spPr>
          <a:xfrm>
            <a:off x="948690" y="7538847"/>
            <a:ext cx="77153" cy="9525"/>
          </a:xfrm>
          <a:custGeom>
            <a:avLst/>
            <a:gdLst/>
            <a:ahLst/>
            <a:cxnLst/>
            <a:rect l="0" t="0" r="0" b="0"/>
            <a:pathLst>
              <a:path w="77153" h="9525">
                <a:moveTo>
                  <a:pt x="0" y="0"/>
                </a:moveTo>
                <a:lnTo>
                  <a:pt x="77153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11" name="element-209">
            <a:extLst>
              <a:ext uri="{FF2B5EF4-FFF2-40B4-BE49-F238E27FC236}">
                <a16:creationId xmlns:a16="http://schemas.microsoft.com/office/drawing/2014/main" id="{BCDAAF73-D0B1-4F82-B413-F4365AC53A7A}"/>
              </a:ext>
            </a:extLst>
          </p:cNvPr>
          <p:cNvSpPr>
            <a:spLocks noGrp="1"/>
          </p:cNvSpPr>
          <p:nvPr/>
        </p:nvSpPr>
        <p:spPr>
          <a:xfrm>
            <a:off x="457200" y="7734300"/>
            <a:ext cx="171450" cy="266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4288">
            <a:solidFill>
              <a:srgbClr val="122C50"/>
            </a:solidFill>
          </a:ln>
        </p:spPr>
      </p:sp>
      <p:sp>
        <p:nvSpPr>
          <p:cNvPr id="212" name="line-210">
            <a:extLst>
              <a:ext uri="{FF2B5EF4-FFF2-40B4-BE49-F238E27FC236}">
                <a16:creationId xmlns:a16="http://schemas.microsoft.com/office/drawing/2014/main" id="{EFE1F824-4BB9-452F-81B7-A478C5355F2C}"/>
              </a:ext>
            </a:extLst>
          </p:cNvPr>
          <p:cNvSpPr>
            <a:spLocks noGrp="1"/>
          </p:cNvSpPr>
          <p:nvPr/>
        </p:nvSpPr>
        <p:spPr>
          <a:xfrm>
            <a:off x="491490" y="7814310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13" name="line-211">
            <a:extLst>
              <a:ext uri="{FF2B5EF4-FFF2-40B4-BE49-F238E27FC236}">
                <a16:creationId xmlns:a16="http://schemas.microsoft.com/office/drawing/2014/main" id="{4411BB01-01AD-45DD-AFD7-BA47E1FC5940}"/>
              </a:ext>
            </a:extLst>
          </p:cNvPr>
          <p:cNvSpPr>
            <a:spLocks noGrp="1"/>
          </p:cNvSpPr>
          <p:nvPr/>
        </p:nvSpPr>
        <p:spPr>
          <a:xfrm>
            <a:off x="491490" y="7862316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14" name="line-212">
            <a:extLst>
              <a:ext uri="{FF2B5EF4-FFF2-40B4-BE49-F238E27FC236}">
                <a16:creationId xmlns:a16="http://schemas.microsoft.com/office/drawing/2014/main" id="{CBBE224F-664D-42FE-8CC3-2FE864576507}"/>
              </a:ext>
            </a:extLst>
          </p:cNvPr>
          <p:cNvSpPr>
            <a:spLocks noGrp="1"/>
          </p:cNvSpPr>
          <p:nvPr/>
        </p:nvSpPr>
        <p:spPr>
          <a:xfrm>
            <a:off x="491490" y="7910322"/>
            <a:ext cx="77153" cy="9525"/>
          </a:xfrm>
          <a:custGeom>
            <a:avLst/>
            <a:gdLst/>
            <a:ahLst/>
            <a:cxnLst/>
            <a:rect l="0" t="0" r="0" b="0"/>
            <a:pathLst>
              <a:path w="77153" h="9525">
                <a:moveTo>
                  <a:pt x="0" y="0"/>
                </a:moveTo>
                <a:lnTo>
                  <a:pt x="77153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15" name="element-213">
            <a:extLst>
              <a:ext uri="{FF2B5EF4-FFF2-40B4-BE49-F238E27FC236}">
                <a16:creationId xmlns:a16="http://schemas.microsoft.com/office/drawing/2014/main" id="{D50E1E1D-44D0-473E-9809-8407D63D5B8F}"/>
              </a:ext>
            </a:extLst>
          </p:cNvPr>
          <p:cNvSpPr>
            <a:spLocks noGrp="1"/>
          </p:cNvSpPr>
          <p:nvPr/>
        </p:nvSpPr>
        <p:spPr>
          <a:xfrm>
            <a:off x="685800" y="7734300"/>
            <a:ext cx="171450" cy="266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4288">
            <a:solidFill>
              <a:srgbClr val="122C50"/>
            </a:solidFill>
          </a:ln>
        </p:spPr>
      </p:sp>
      <p:sp>
        <p:nvSpPr>
          <p:cNvPr id="216" name="line-214">
            <a:extLst>
              <a:ext uri="{FF2B5EF4-FFF2-40B4-BE49-F238E27FC236}">
                <a16:creationId xmlns:a16="http://schemas.microsoft.com/office/drawing/2014/main" id="{6E6473CF-9B0C-4500-8CC9-6BD694335CB7}"/>
              </a:ext>
            </a:extLst>
          </p:cNvPr>
          <p:cNvSpPr>
            <a:spLocks noGrp="1"/>
          </p:cNvSpPr>
          <p:nvPr/>
        </p:nvSpPr>
        <p:spPr>
          <a:xfrm>
            <a:off x="720090" y="7814310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17" name="line-215">
            <a:extLst>
              <a:ext uri="{FF2B5EF4-FFF2-40B4-BE49-F238E27FC236}">
                <a16:creationId xmlns:a16="http://schemas.microsoft.com/office/drawing/2014/main" id="{1BC25E87-FE6C-44B6-AFC4-7470D7D4DB97}"/>
              </a:ext>
            </a:extLst>
          </p:cNvPr>
          <p:cNvSpPr>
            <a:spLocks noGrp="1"/>
          </p:cNvSpPr>
          <p:nvPr/>
        </p:nvSpPr>
        <p:spPr>
          <a:xfrm>
            <a:off x="720090" y="7862316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18" name="line-216">
            <a:extLst>
              <a:ext uri="{FF2B5EF4-FFF2-40B4-BE49-F238E27FC236}">
                <a16:creationId xmlns:a16="http://schemas.microsoft.com/office/drawing/2014/main" id="{12943BF7-F53E-48BA-B5C6-6BE32A03A5A2}"/>
              </a:ext>
            </a:extLst>
          </p:cNvPr>
          <p:cNvSpPr>
            <a:spLocks noGrp="1"/>
          </p:cNvSpPr>
          <p:nvPr/>
        </p:nvSpPr>
        <p:spPr>
          <a:xfrm>
            <a:off x="720090" y="7910322"/>
            <a:ext cx="77153" cy="9525"/>
          </a:xfrm>
          <a:custGeom>
            <a:avLst/>
            <a:gdLst/>
            <a:ahLst/>
            <a:cxnLst/>
            <a:rect l="0" t="0" r="0" b="0"/>
            <a:pathLst>
              <a:path w="77153" h="9525">
                <a:moveTo>
                  <a:pt x="0" y="0"/>
                </a:moveTo>
                <a:lnTo>
                  <a:pt x="77153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19" name="element-217">
            <a:extLst>
              <a:ext uri="{FF2B5EF4-FFF2-40B4-BE49-F238E27FC236}">
                <a16:creationId xmlns:a16="http://schemas.microsoft.com/office/drawing/2014/main" id="{4521C074-4C25-4611-A1CA-2948A6757EE8}"/>
              </a:ext>
            </a:extLst>
          </p:cNvPr>
          <p:cNvSpPr>
            <a:spLocks noGrp="1"/>
          </p:cNvSpPr>
          <p:nvPr/>
        </p:nvSpPr>
        <p:spPr>
          <a:xfrm>
            <a:off x="914400" y="7734300"/>
            <a:ext cx="171450" cy="266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4288">
            <a:solidFill>
              <a:srgbClr val="122C50"/>
            </a:solidFill>
          </a:ln>
        </p:spPr>
      </p:sp>
      <p:sp>
        <p:nvSpPr>
          <p:cNvPr id="220" name="line-218">
            <a:extLst>
              <a:ext uri="{FF2B5EF4-FFF2-40B4-BE49-F238E27FC236}">
                <a16:creationId xmlns:a16="http://schemas.microsoft.com/office/drawing/2014/main" id="{B5DE4F93-1079-4BCE-B143-53F6FF3E52C5}"/>
              </a:ext>
            </a:extLst>
          </p:cNvPr>
          <p:cNvSpPr>
            <a:spLocks noGrp="1"/>
          </p:cNvSpPr>
          <p:nvPr/>
        </p:nvSpPr>
        <p:spPr>
          <a:xfrm>
            <a:off x="948690" y="7814310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21" name="line-219">
            <a:extLst>
              <a:ext uri="{FF2B5EF4-FFF2-40B4-BE49-F238E27FC236}">
                <a16:creationId xmlns:a16="http://schemas.microsoft.com/office/drawing/2014/main" id="{7DCF9F22-E0C0-4C23-9CA2-B59AC3B044E7}"/>
              </a:ext>
            </a:extLst>
          </p:cNvPr>
          <p:cNvSpPr>
            <a:spLocks noGrp="1"/>
          </p:cNvSpPr>
          <p:nvPr/>
        </p:nvSpPr>
        <p:spPr>
          <a:xfrm>
            <a:off x="948690" y="7862316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22" name="line-220">
            <a:extLst>
              <a:ext uri="{FF2B5EF4-FFF2-40B4-BE49-F238E27FC236}">
                <a16:creationId xmlns:a16="http://schemas.microsoft.com/office/drawing/2014/main" id="{45D8EF86-3AAC-401F-BB75-48F0FA586D83}"/>
              </a:ext>
            </a:extLst>
          </p:cNvPr>
          <p:cNvSpPr>
            <a:spLocks noGrp="1"/>
          </p:cNvSpPr>
          <p:nvPr/>
        </p:nvSpPr>
        <p:spPr>
          <a:xfrm>
            <a:off x="948690" y="7910322"/>
            <a:ext cx="77153" cy="9525"/>
          </a:xfrm>
          <a:custGeom>
            <a:avLst/>
            <a:gdLst/>
            <a:ahLst/>
            <a:cxnLst/>
            <a:rect l="0" t="0" r="0" b="0"/>
            <a:pathLst>
              <a:path w="77153" h="9525">
                <a:moveTo>
                  <a:pt x="0" y="0"/>
                </a:moveTo>
                <a:lnTo>
                  <a:pt x="77153" y="0"/>
                </a:lnTo>
              </a:path>
            </a:pathLst>
          </a:custGeom>
          <a:noFill/>
          <a:ln w="12383">
            <a:solidFill>
              <a:srgbClr val="122C50"/>
            </a:solidFill>
            <a:prstDash val="solid"/>
          </a:ln>
        </p:spPr>
      </p:sp>
      <p:sp>
        <p:nvSpPr>
          <p:cNvPr id="223" name="element-221">
            <a:extLst>
              <a:ext uri="{FF2B5EF4-FFF2-40B4-BE49-F238E27FC236}">
                <a16:creationId xmlns:a16="http://schemas.microsoft.com/office/drawing/2014/main" id="{0B1C1BFD-2EAA-4B96-B853-C0B1B14AC26C}"/>
              </a:ext>
            </a:extLst>
          </p:cNvPr>
          <p:cNvSpPr>
            <a:spLocks noGrp="1"/>
          </p:cNvSpPr>
          <p:nvPr/>
        </p:nvSpPr>
        <p:spPr>
          <a:xfrm>
            <a:off x="381000" y="8172450"/>
            <a:ext cx="9334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Original root</a:t>
            </a:r>
          </a:p>
          <a:p>
            <a:pPr algn="ctr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errors</a:t>
            </a:r>
          </a:p>
        </p:txBody>
      </p:sp>
      <p:sp>
        <p:nvSpPr>
          <p:cNvPr id="224" name="line-222">
            <a:extLst>
              <a:ext uri="{FF2B5EF4-FFF2-40B4-BE49-F238E27FC236}">
                <a16:creationId xmlns:a16="http://schemas.microsoft.com/office/drawing/2014/main" id="{D8262514-890E-49BC-812C-A93E88474CB2}"/>
              </a:ext>
            </a:extLst>
          </p:cNvPr>
          <p:cNvSpPr>
            <a:spLocks noGrp="1"/>
          </p:cNvSpPr>
          <p:nvPr/>
        </p:nvSpPr>
        <p:spPr>
          <a:xfrm>
            <a:off x="1171575" y="7667625"/>
            <a:ext cx="266700" cy="9525"/>
          </a:xfrm>
          <a:custGeom>
            <a:avLst/>
            <a:gdLst/>
            <a:ahLst/>
            <a:cxnLst/>
            <a:rect l="0" t="0" r="0" b="0"/>
            <a:pathLst>
              <a:path w="266700" h="9525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225" name="arrow-223">
            <a:extLst>
              <a:ext uri="{FF2B5EF4-FFF2-40B4-BE49-F238E27FC236}">
                <a16:creationId xmlns:a16="http://schemas.microsoft.com/office/drawing/2014/main" id="{24156453-186F-4AEC-B9C7-9FFAB5C6E050}"/>
              </a:ext>
            </a:extLst>
          </p:cNvPr>
          <p:cNvSpPr>
            <a:spLocks noGrp="1"/>
          </p:cNvSpPr>
          <p:nvPr/>
        </p:nvSpPr>
        <p:spPr>
          <a:xfrm>
            <a:off x="1352550" y="7624763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42863"/>
                </a:moveTo>
                <a:lnTo>
                  <a:pt x="0" y="0"/>
                </a:lnTo>
                <a:lnTo>
                  <a:pt x="0" y="85725"/>
                </a:lnTo>
                <a:lnTo>
                  <a:pt x="85725" y="42863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226" name="element-224">
            <a:extLst>
              <a:ext uri="{FF2B5EF4-FFF2-40B4-BE49-F238E27FC236}">
                <a16:creationId xmlns:a16="http://schemas.microsoft.com/office/drawing/2014/main" id="{F1E6FCA4-CC13-4672-B9FC-5F4ED07E339E}"/>
              </a:ext>
            </a:extLst>
          </p:cNvPr>
          <p:cNvSpPr>
            <a:spLocks noGrp="1"/>
          </p:cNvSpPr>
          <p:nvPr/>
        </p:nvSpPr>
        <p:spPr>
          <a:xfrm>
            <a:off x="1514475" y="7362825"/>
            <a:ext cx="171450" cy="266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4288">
            <a:solidFill>
              <a:srgbClr val="357FC0"/>
            </a:solidFill>
          </a:ln>
        </p:spPr>
      </p:sp>
      <p:sp>
        <p:nvSpPr>
          <p:cNvPr id="227" name="line-225">
            <a:extLst>
              <a:ext uri="{FF2B5EF4-FFF2-40B4-BE49-F238E27FC236}">
                <a16:creationId xmlns:a16="http://schemas.microsoft.com/office/drawing/2014/main" id="{B70A2B67-4738-4D6D-9B58-228BA4E79942}"/>
              </a:ext>
            </a:extLst>
          </p:cNvPr>
          <p:cNvSpPr>
            <a:spLocks noGrp="1"/>
          </p:cNvSpPr>
          <p:nvPr/>
        </p:nvSpPr>
        <p:spPr>
          <a:xfrm>
            <a:off x="1548765" y="7442835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357FC0"/>
            </a:solidFill>
            <a:prstDash val="solid"/>
          </a:ln>
        </p:spPr>
      </p:sp>
      <p:sp>
        <p:nvSpPr>
          <p:cNvPr id="228" name="line-226">
            <a:extLst>
              <a:ext uri="{FF2B5EF4-FFF2-40B4-BE49-F238E27FC236}">
                <a16:creationId xmlns:a16="http://schemas.microsoft.com/office/drawing/2014/main" id="{488EF242-D311-4659-8FF6-CE2FD276CF7E}"/>
              </a:ext>
            </a:extLst>
          </p:cNvPr>
          <p:cNvSpPr>
            <a:spLocks noGrp="1"/>
          </p:cNvSpPr>
          <p:nvPr/>
        </p:nvSpPr>
        <p:spPr>
          <a:xfrm>
            <a:off x="1548765" y="7490841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357FC0"/>
            </a:solidFill>
            <a:prstDash val="solid"/>
          </a:ln>
        </p:spPr>
      </p:sp>
      <p:sp>
        <p:nvSpPr>
          <p:cNvPr id="229" name="line-227">
            <a:extLst>
              <a:ext uri="{FF2B5EF4-FFF2-40B4-BE49-F238E27FC236}">
                <a16:creationId xmlns:a16="http://schemas.microsoft.com/office/drawing/2014/main" id="{731C6531-1FCE-4C5B-B71A-B804AF041299}"/>
              </a:ext>
            </a:extLst>
          </p:cNvPr>
          <p:cNvSpPr>
            <a:spLocks noGrp="1"/>
          </p:cNvSpPr>
          <p:nvPr/>
        </p:nvSpPr>
        <p:spPr>
          <a:xfrm>
            <a:off x="1548765" y="7538847"/>
            <a:ext cx="77152" cy="9525"/>
          </a:xfrm>
          <a:custGeom>
            <a:avLst/>
            <a:gdLst/>
            <a:ahLst/>
            <a:cxnLst/>
            <a:rect l="0" t="0" r="0" b="0"/>
            <a:pathLst>
              <a:path w="77152" h="9525">
                <a:moveTo>
                  <a:pt x="0" y="0"/>
                </a:moveTo>
                <a:lnTo>
                  <a:pt x="77152" y="0"/>
                </a:lnTo>
              </a:path>
            </a:pathLst>
          </a:custGeom>
          <a:noFill/>
          <a:ln w="12383">
            <a:solidFill>
              <a:srgbClr val="357FC0"/>
            </a:solidFill>
            <a:prstDash val="solid"/>
          </a:ln>
        </p:spPr>
      </p:sp>
      <p:sp>
        <p:nvSpPr>
          <p:cNvPr id="230" name="element-228">
            <a:extLst>
              <a:ext uri="{FF2B5EF4-FFF2-40B4-BE49-F238E27FC236}">
                <a16:creationId xmlns:a16="http://schemas.microsoft.com/office/drawing/2014/main" id="{CA2B0EA9-DFCF-4D43-B197-8EAE14ADC74B}"/>
              </a:ext>
            </a:extLst>
          </p:cNvPr>
          <p:cNvSpPr>
            <a:spLocks noGrp="1"/>
          </p:cNvSpPr>
          <p:nvPr/>
        </p:nvSpPr>
        <p:spPr>
          <a:xfrm>
            <a:off x="1743075" y="7362825"/>
            <a:ext cx="171450" cy="266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4288">
            <a:solidFill>
              <a:srgbClr val="168D86"/>
            </a:solidFill>
          </a:ln>
        </p:spPr>
      </p:sp>
      <p:sp>
        <p:nvSpPr>
          <p:cNvPr id="231" name="line-229">
            <a:extLst>
              <a:ext uri="{FF2B5EF4-FFF2-40B4-BE49-F238E27FC236}">
                <a16:creationId xmlns:a16="http://schemas.microsoft.com/office/drawing/2014/main" id="{1E277BEC-497F-4A73-B170-F77457A71652}"/>
              </a:ext>
            </a:extLst>
          </p:cNvPr>
          <p:cNvSpPr>
            <a:spLocks noGrp="1"/>
          </p:cNvSpPr>
          <p:nvPr/>
        </p:nvSpPr>
        <p:spPr>
          <a:xfrm>
            <a:off x="1777365" y="7442835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168D86"/>
            </a:solidFill>
            <a:prstDash val="solid"/>
          </a:ln>
        </p:spPr>
      </p:sp>
      <p:sp>
        <p:nvSpPr>
          <p:cNvPr id="232" name="line-230">
            <a:extLst>
              <a:ext uri="{FF2B5EF4-FFF2-40B4-BE49-F238E27FC236}">
                <a16:creationId xmlns:a16="http://schemas.microsoft.com/office/drawing/2014/main" id="{200237C7-E3C1-4D45-B9AB-A01861B234A8}"/>
              </a:ext>
            </a:extLst>
          </p:cNvPr>
          <p:cNvSpPr>
            <a:spLocks noGrp="1"/>
          </p:cNvSpPr>
          <p:nvPr/>
        </p:nvSpPr>
        <p:spPr>
          <a:xfrm>
            <a:off x="1777365" y="7490841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168D86"/>
            </a:solidFill>
            <a:prstDash val="solid"/>
          </a:ln>
        </p:spPr>
      </p:sp>
      <p:sp>
        <p:nvSpPr>
          <p:cNvPr id="233" name="line-231">
            <a:extLst>
              <a:ext uri="{FF2B5EF4-FFF2-40B4-BE49-F238E27FC236}">
                <a16:creationId xmlns:a16="http://schemas.microsoft.com/office/drawing/2014/main" id="{6FA2EE03-5273-4389-AD82-EA00CE563CA4}"/>
              </a:ext>
            </a:extLst>
          </p:cNvPr>
          <p:cNvSpPr>
            <a:spLocks noGrp="1"/>
          </p:cNvSpPr>
          <p:nvPr/>
        </p:nvSpPr>
        <p:spPr>
          <a:xfrm>
            <a:off x="1777365" y="7538847"/>
            <a:ext cx="77152" cy="9525"/>
          </a:xfrm>
          <a:custGeom>
            <a:avLst/>
            <a:gdLst/>
            <a:ahLst/>
            <a:cxnLst/>
            <a:rect l="0" t="0" r="0" b="0"/>
            <a:pathLst>
              <a:path w="77152" h="9525">
                <a:moveTo>
                  <a:pt x="0" y="0"/>
                </a:moveTo>
                <a:lnTo>
                  <a:pt x="77152" y="0"/>
                </a:lnTo>
              </a:path>
            </a:pathLst>
          </a:custGeom>
          <a:noFill/>
          <a:ln w="12383">
            <a:solidFill>
              <a:srgbClr val="168D86"/>
            </a:solidFill>
            <a:prstDash val="solid"/>
          </a:ln>
        </p:spPr>
      </p:sp>
      <p:sp>
        <p:nvSpPr>
          <p:cNvPr id="234" name="element-232">
            <a:extLst>
              <a:ext uri="{FF2B5EF4-FFF2-40B4-BE49-F238E27FC236}">
                <a16:creationId xmlns:a16="http://schemas.microsoft.com/office/drawing/2014/main" id="{087CF6D8-2B7B-4C51-B9C4-F33751BF5AB4}"/>
              </a:ext>
            </a:extLst>
          </p:cNvPr>
          <p:cNvSpPr>
            <a:spLocks noGrp="1"/>
          </p:cNvSpPr>
          <p:nvPr/>
        </p:nvSpPr>
        <p:spPr>
          <a:xfrm>
            <a:off x="1971675" y="7362825"/>
            <a:ext cx="171450" cy="266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4288">
            <a:solidFill>
              <a:srgbClr val="CD7939"/>
            </a:solidFill>
          </a:ln>
        </p:spPr>
      </p:sp>
      <p:sp>
        <p:nvSpPr>
          <p:cNvPr id="235" name="line-233">
            <a:extLst>
              <a:ext uri="{FF2B5EF4-FFF2-40B4-BE49-F238E27FC236}">
                <a16:creationId xmlns:a16="http://schemas.microsoft.com/office/drawing/2014/main" id="{C39C9DCC-5453-41E6-85FD-6117C9824039}"/>
              </a:ext>
            </a:extLst>
          </p:cNvPr>
          <p:cNvSpPr>
            <a:spLocks noGrp="1"/>
          </p:cNvSpPr>
          <p:nvPr/>
        </p:nvSpPr>
        <p:spPr>
          <a:xfrm>
            <a:off x="2005965" y="7442835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CD7939"/>
            </a:solidFill>
            <a:prstDash val="solid"/>
          </a:ln>
        </p:spPr>
      </p:sp>
      <p:sp>
        <p:nvSpPr>
          <p:cNvPr id="236" name="line-234">
            <a:extLst>
              <a:ext uri="{FF2B5EF4-FFF2-40B4-BE49-F238E27FC236}">
                <a16:creationId xmlns:a16="http://schemas.microsoft.com/office/drawing/2014/main" id="{9A473E18-3249-45B0-9828-D2CE4C655C74}"/>
              </a:ext>
            </a:extLst>
          </p:cNvPr>
          <p:cNvSpPr>
            <a:spLocks noGrp="1"/>
          </p:cNvSpPr>
          <p:nvPr/>
        </p:nvSpPr>
        <p:spPr>
          <a:xfrm>
            <a:off x="2005965" y="7490841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CD7939"/>
            </a:solidFill>
            <a:prstDash val="solid"/>
          </a:ln>
        </p:spPr>
      </p:sp>
      <p:sp>
        <p:nvSpPr>
          <p:cNvPr id="237" name="line-235">
            <a:extLst>
              <a:ext uri="{FF2B5EF4-FFF2-40B4-BE49-F238E27FC236}">
                <a16:creationId xmlns:a16="http://schemas.microsoft.com/office/drawing/2014/main" id="{6D1E0E60-7130-4501-A83B-D67CB1A922BA}"/>
              </a:ext>
            </a:extLst>
          </p:cNvPr>
          <p:cNvSpPr>
            <a:spLocks noGrp="1"/>
          </p:cNvSpPr>
          <p:nvPr/>
        </p:nvSpPr>
        <p:spPr>
          <a:xfrm>
            <a:off x="2005965" y="7538847"/>
            <a:ext cx="77152" cy="9525"/>
          </a:xfrm>
          <a:custGeom>
            <a:avLst/>
            <a:gdLst/>
            <a:ahLst/>
            <a:cxnLst/>
            <a:rect l="0" t="0" r="0" b="0"/>
            <a:pathLst>
              <a:path w="77152" h="9525">
                <a:moveTo>
                  <a:pt x="0" y="0"/>
                </a:moveTo>
                <a:lnTo>
                  <a:pt x="77152" y="0"/>
                </a:lnTo>
              </a:path>
            </a:pathLst>
          </a:custGeom>
          <a:noFill/>
          <a:ln w="12383">
            <a:solidFill>
              <a:srgbClr val="CD7939"/>
            </a:solidFill>
            <a:prstDash val="solid"/>
          </a:ln>
        </p:spPr>
      </p:sp>
      <p:sp>
        <p:nvSpPr>
          <p:cNvPr id="238" name="element-236">
            <a:extLst>
              <a:ext uri="{FF2B5EF4-FFF2-40B4-BE49-F238E27FC236}">
                <a16:creationId xmlns:a16="http://schemas.microsoft.com/office/drawing/2014/main" id="{73E1DF34-4AF5-4B34-9BEF-66953CA91C76}"/>
              </a:ext>
            </a:extLst>
          </p:cNvPr>
          <p:cNvSpPr>
            <a:spLocks noGrp="1"/>
          </p:cNvSpPr>
          <p:nvPr/>
        </p:nvSpPr>
        <p:spPr>
          <a:xfrm>
            <a:off x="1514475" y="7734300"/>
            <a:ext cx="171450" cy="266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4288">
            <a:solidFill>
              <a:srgbClr val="357FC0"/>
            </a:solidFill>
          </a:ln>
        </p:spPr>
      </p:sp>
      <p:sp>
        <p:nvSpPr>
          <p:cNvPr id="239" name="line-237">
            <a:extLst>
              <a:ext uri="{FF2B5EF4-FFF2-40B4-BE49-F238E27FC236}">
                <a16:creationId xmlns:a16="http://schemas.microsoft.com/office/drawing/2014/main" id="{4F48593D-507E-4660-809D-C7C80702C023}"/>
              </a:ext>
            </a:extLst>
          </p:cNvPr>
          <p:cNvSpPr>
            <a:spLocks noGrp="1"/>
          </p:cNvSpPr>
          <p:nvPr/>
        </p:nvSpPr>
        <p:spPr>
          <a:xfrm>
            <a:off x="1548765" y="7814310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357FC0"/>
            </a:solidFill>
            <a:prstDash val="solid"/>
          </a:ln>
        </p:spPr>
      </p:sp>
      <p:sp>
        <p:nvSpPr>
          <p:cNvPr id="240" name="line-238">
            <a:extLst>
              <a:ext uri="{FF2B5EF4-FFF2-40B4-BE49-F238E27FC236}">
                <a16:creationId xmlns:a16="http://schemas.microsoft.com/office/drawing/2014/main" id="{6FE417BE-0784-4DA2-927C-19B95410445E}"/>
              </a:ext>
            </a:extLst>
          </p:cNvPr>
          <p:cNvSpPr>
            <a:spLocks noGrp="1"/>
          </p:cNvSpPr>
          <p:nvPr/>
        </p:nvSpPr>
        <p:spPr>
          <a:xfrm>
            <a:off x="1548765" y="7862316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357FC0"/>
            </a:solidFill>
            <a:prstDash val="solid"/>
          </a:ln>
        </p:spPr>
      </p:sp>
      <p:sp>
        <p:nvSpPr>
          <p:cNvPr id="241" name="line-239">
            <a:extLst>
              <a:ext uri="{FF2B5EF4-FFF2-40B4-BE49-F238E27FC236}">
                <a16:creationId xmlns:a16="http://schemas.microsoft.com/office/drawing/2014/main" id="{FE7734B8-2545-4FAD-BEDC-E36E0888D758}"/>
              </a:ext>
            </a:extLst>
          </p:cNvPr>
          <p:cNvSpPr>
            <a:spLocks noGrp="1"/>
          </p:cNvSpPr>
          <p:nvPr/>
        </p:nvSpPr>
        <p:spPr>
          <a:xfrm>
            <a:off x="1548765" y="7910322"/>
            <a:ext cx="77152" cy="9525"/>
          </a:xfrm>
          <a:custGeom>
            <a:avLst/>
            <a:gdLst/>
            <a:ahLst/>
            <a:cxnLst/>
            <a:rect l="0" t="0" r="0" b="0"/>
            <a:pathLst>
              <a:path w="77152" h="9525">
                <a:moveTo>
                  <a:pt x="0" y="0"/>
                </a:moveTo>
                <a:lnTo>
                  <a:pt x="77152" y="0"/>
                </a:lnTo>
              </a:path>
            </a:pathLst>
          </a:custGeom>
          <a:noFill/>
          <a:ln w="12383">
            <a:solidFill>
              <a:srgbClr val="357FC0"/>
            </a:solidFill>
            <a:prstDash val="solid"/>
          </a:ln>
        </p:spPr>
      </p:sp>
      <p:sp>
        <p:nvSpPr>
          <p:cNvPr id="242" name="element-240">
            <a:extLst>
              <a:ext uri="{FF2B5EF4-FFF2-40B4-BE49-F238E27FC236}">
                <a16:creationId xmlns:a16="http://schemas.microsoft.com/office/drawing/2014/main" id="{6A51AEBA-2DB4-4393-969F-E37C875019D3}"/>
              </a:ext>
            </a:extLst>
          </p:cNvPr>
          <p:cNvSpPr>
            <a:spLocks noGrp="1"/>
          </p:cNvSpPr>
          <p:nvPr/>
        </p:nvSpPr>
        <p:spPr>
          <a:xfrm>
            <a:off x="1743075" y="7734300"/>
            <a:ext cx="171450" cy="266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4288">
            <a:solidFill>
              <a:srgbClr val="168D86"/>
            </a:solidFill>
          </a:ln>
        </p:spPr>
      </p:sp>
      <p:sp>
        <p:nvSpPr>
          <p:cNvPr id="243" name="line-241">
            <a:extLst>
              <a:ext uri="{FF2B5EF4-FFF2-40B4-BE49-F238E27FC236}">
                <a16:creationId xmlns:a16="http://schemas.microsoft.com/office/drawing/2014/main" id="{EA0F02D5-CC5C-4C99-AC56-2E6837543C87}"/>
              </a:ext>
            </a:extLst>
          </p:cNvPr>
          <p:cNvSpPr>
            <a:spLocks noGrp="1"/>
          </p:cNvSpPr>
          <p:nvPr/>
        </p:nvSpPr>
        <p:spPr>
          <a:xfrm>
            <a:off x="1777365" y="7814310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168D86"/>
            </a:solidFill>
            <a:prstDash val="solid"/>
          </a:ln>
        </p:spPr>
      </p:sp>
      <p:sp>
        <p:nvSpPr>
          <p:cNvPr id="244" name="line-242">
            <a:extLst>
              <a:ext uri="{FF2B5EF4-FFF2-40B4-BE49-F238E27FC236}">
                <a16:creationId xmlns:a16="http://schemas.microsoft.com/office/drawing/2014/main" id="{11351D0C-316B-4304-BEA4-47CBEBE84343}"/>
              </a:ext>
            </a:extLst>
          </p:cNvPr>
          <p:cNvSpPr>
            <a:spLocks noGrp="1"/>
          </p:cNvSpPr>
          <p:nvPr/>
        </p:nvSpPr>
        <p:spPr>
          <a:xfrm>
            <a:off x="1777365" y="7862316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168D86"/>
            </a:solidFill>
            <a:prstDash val="solid"/>
          </a:ln>
        </p:spPr>
      </p:sp>
      <p:sp>
        <p:nvSpPr>
          <p:cNvPr id="245" name="line-243">
            <a:extLst>
              <a:ext uri="{FF2B5EF4-FFF2-40B4-BE49-F238E27FC236}">
                <a16:creationId xmlns:a16="http://schemas.microsoft.com/office/drawing/2014/main" id="{446ACDE5-3004-45FF-87BB-FD3F84F39FBC}"/>
              </a:ext>
            </a:extLst>
          </p:cNvPr>
          <p:cNvSpPr>
            <a:spLocks noGrp="1"/>
          </p:cNvSpPr>
          <p:nvPr/>
        </p:nvSpPr>
        <p:spPr>
          <a:xfrm>
            <a:off x="1777365" y="7910322"/>
            <a:ext cx="77152" cy="9525"/>
          </a:xfrm>
          <a:custGeom>
            <a:avLst/>
            <a:gdLst/>
            <a:ahLst/>
            <a:cxnLst/>
            <a:rect l="0" t="0" r="0" b="0"/>
            <a:pathLst>
              <a:path w="77152" h="9525">
                <a:moveTo>
                  <a:pt x="0" y="0"/>
                </a:moveTo>
                <a:lnTo>
                  <a:pt x="77152" y="0"/>
                </a:lnTo>
              </a:path>
            </a:pathLst>
          </a:custGeom>
          <a:noFill/>
          <a:ln w="12383">
            <a:solidFill>
              <a:srgbClr val="168D86"/>
            </a:solidFill>
            <a:prstDash val="solid"/>
          </a:ln>
        </p:spPr>
      </p:sp>
      <p:sp>
        <p:nvSpPr>
          <p:cNvPr id="246" name="element-244">
            <a:extLst>
              <a:ext uri="{FF2B5EF4-FFF2-40B4-BE49-F238E27FC236}">
                <a16:creationId xmlns:a16="http://schemas.microsoft.com/office/drawing/2014/main" id="{5691C983-A048-4238-9971-C8EBD6279D3C}"/>
              </a:ext>
            </a:extLst>
          </p:cNvPr>
          <p:cNvSpPr>
            <a:spLocks noGrp="1"/>
          </p:cNvSpPr>
          <p:nvPr/>
        </p:nvSpPr>
        <p:spPr>
          <a:xfrm>
            <a:off x="1971675" y="7734300"/>
            <a:ext cx="171450" cy="266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4288">
            <a:solidFill>
              <a:srgbClr val="CD7939"/>
            </a:solidFill>
          </a:ln>
        </p:spPr>
      </p:sp>
      <p:sp>
        <p:nvSpPr>
          <p:cNvPr id="247" name="line-245">
            <a:extLst>
              <a:ext uri="{FF2B5EF4-FFF2-40B4-BE49-F238E27FC236}">
                <a16:creationId xmlns:a16="http://schemas.microsoft.com/office/drawing/2014/main" id="{35BBE111-0326-46D0-9E2A-7DB335E485E8}"/>
              </a:ext>
            </a:extLst>
          </p:cNvPr>
          <p:cNvSpPr>
            <a:spLocks noGrp="1"/>
          </p:cNvSpPr>
          <p:nvPr/>
        </p:nvSpPr>
        <p:spPr>
          <a:xfrm>
            <a:off x="2005965" y="7814310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CD7939"/>
            </a:solidFill>
            <a:prstDash val="solid"/>
          </a:ln>
        </p:spPr>
      </p:sp>
      <p:sp>
        <p:nvSpPr>
          <p:cNvPr id="248" name="line-246">
            <a:extLst>
              <a:ext uri="{FF2B5EF4-FFF2-40B4-BE49-F238E27FC236}">
                <a16:creationId xmlns:a16="http://schemas.microsoft.com/office/drawing/2014/main" id="{9902350D-9D0D-4817-B2E9-49F1DD7D8EF6}"/>
              </a:ext>
            </a:extLst>
          </p:cNvPr>
          <p:cNvSpPr>
            <a:spLocks noGrp="1"/>
          </p:cNvSpPr>
          <p:nvPr/>
        </p:nvSpPr>
        <p:spPr>
          <a:xfrm>
            <a:off x="2005965" y="7862316"/>
            <a:ext cx="102870" cy="9525"/>
          </a:xfrm>
          <a:custGeom>
            <a:avLst/>
            <a:gdLst/>
            <a:ahLst/>
            <a:cxnLst/>
            <a:rect l="0" t="0" r="0" b="0"/>
            <a:pathLst>
              <a:path w="102870" h="9525">
                <a:moveTo>
                  <a:pt x="0" y="0"/>
                </a:moveTo>
                <a:lnTo>
                  <a:pt x="102870" y="0"/>
                </a:lnTo>
              </a:path>
            </a:pathLst>
          </a:custGeom>
          <a:noFill/>
          <a:ln w="12383">
            <a:solidFill>
              <a:srgbClr val="CD7939"/>
            </a:solidFill>
            <a:prstDash val="solid"/>
          </a:ln>
        </p:spPr>
      </p:sp>
      <p:sp>
        <p:nvSpPr>
          <p:cNvPr id="249" name="line-247">
            <a:extLst>
              <a:ext uri="{FF2B5EF4-FFF2-40B4-BE49-F238E27FC236}">
                <a16:creationId xmlns:a16="http://schemas.microsoft.com/office/drawing/2014/main" id="{786D1783-FDA2-4FB7-B77D-7D23E227E32A}"/>
              </a:ext>
            </a:extLst>
          </p:cNvPr>
          <p:cNvSpPr>
            <a:spLocks noGrp="1"/>
          </p:cNvSpPr>
          <p:nvPr/>
        </p:nvSpPr>
        <p:spPr>
          <a:xfrm>
            <a:off x="2005965" y="7910322"/>
            <a:ext cx="77152" cy="9525"/>
          </a:xfrm>
          <a:custGeom>
            <a:avLst/>
            <a:gdLst/>
            <a:ahLst/>
            <a:cxnLst/>
            <a:rect l="0" t="0" r="0" b="0"/>
            <a:pathLst>
              <a:path w="77152" h="9525">
                <a:moveTo>
                  <a:pt x="0" y="0"/>
                </a:moveTo>
                <a:lnTo>
                  <a:pt x="77152" y="0"/>
                </a:lnTo>
              </a:path>
            </a:pathLst>
          </a:custGeom>
          <a:noFill/>
          <a:ln w="12383">
            <a:solidFill>
              <a:srgbClr val="CD7939"/>
            </a:solidFill>
            <a:prstDash val="solid"/>
          </a:ln>
        </p:spPr>
      </p:sp>
      <p:sp>
        <p:nvSpPr>
          <p:cNvPr id="250" name="element-248">
            <a:extLst>
              <a:ext uri="{FF2B5EF4-FFF2-40B4-BE49-F238E27FC236}">
                <a16:creationId xmlns:a16="http://schemas.microsoft.com/office/drawing/2014/main" id="{AFFFE477-6AEE-41E2-8BF3-7059D09AD6C5}"/>
              </a:ext>
            </a:extLst>
          </p:cNvPr>
          <p:cNvSpPr>
            <a:spLocks noGrp="1"/>
          </p:cNvSpPr>
          <p:nvPr/>
        </p:nvSpPr>
        <p:spPr>
          <a:xfrm>
            <a:off x="1381125" y="8172450"/>
            <a:ext cx="90487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Textual</a:t>
            </a:r>
          </a:p>
          <a:p>
            <a:pPr algn="ctr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signatures</a:t>
            </a:r>
          </a:p>
        </p:txBody>
      </p:sp>
      <p:sp>
        <p:nvSpPr>
          <p:cNvPr id="251" name="line-249">
            <a:extLst>
              <a:ext uri="{FF2B5EF4-FFF2-40B4-BE49-F238E27FC236}">
                <a16:creationId xmlns:a16="http://schemas.microsoft.com/office/drawing/2014/main" id="{BADE40F9-18FD-4673-975C-67FD3579568F}"/>
              </a:ext>
            </a:extLst>
          </p:cNvPr>
          <p:cNvSpPr>
            <a:spLocks noGrp="1"/>
          </p:cNvSpPr>
          <p:nvPr/>
        </p:nvSpPr>
        <p:spPr>
          <a:xfrm>
            <a:off x="2133600" y="7667625"/>
            <a:ext cx="266700" cy="9525"/>
          </a:xfrm>
          <a:custGeom>
            <a:avLst/>
            <a:gdLst/>
            <a:ahLst/>
            <a:cxnLst/>
            <a:rect l="0" t="0" r="0" b="0"/>
            <a:pathLst>
              <a:path w="266700" h="9525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252" name="arrow-250">
            <a:extLst>
              <a:ext uri="{FF2B5EF4-FFF2-40B4-BE49-F238E27FC236}">
                <a16:creationId xmlns:a16="http://schemas.microsoft.com/office/drawing/2014/main" id="{1323266D-BB96-45FF-A9AD-3474C05B11AA}"/>
              </a:ext>
            </a:extLst>
          </p:cNvPr>
          <p:cNvSpPr>
            <a:spLocks noGrp="1"/>
          </p:cNvSpPr>
          <p:nvPr/>
        </p:nvSpPr>
        <p:spPr>
          <a:xfrm>
            <a:off x="2314575" y="7624763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42863"/>
                </a:moveTo>
                <a:lnTo>
                  <a:pt x="0" y="0"/>
                </a:lnTo>
                <a:lnTo>
                  <a:pt x="0" y="85725"/>
                </a:lnTo>
                <a:lnTo>
                  <a:pt x="85725" y="42863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253" name="node-251">
            <a:extLst>
              <a:ext uri="{FF2B5EF4-FFF2-40B4-BE49-F238E27FC236}">
                <a16:creationId xmlns:a16="http://schemas.microsoft.com/office/drawing/2014/main" id="{2B60F49C-A868-499C-AD05-E35FCD1571AC}"/>
              </a:ext>
            </a:extLst>
          </p:cNvPr>
          <p:cNvSpPr>
            <a:spLocks noGrp="1"/>
          </p:cNvSpPr>
          <p:nvPr/>
        </p:nvSpPr>
        <p:spPr>
          <a:xfrm>
            <a:off x="2528887" y="7351953"/>
            <a:ext cx="314325" cy="314325"/>
          </a:xfrm>
          <a:prstGeom prst="ellipse">
            <a:avLst/>
          </a:prstGeom>
          <a:noFill/>
          <a:ln w="16193">
            <a:solidFill>
              <a:srgbClr val="357FC0"/>
            </a:solidFill>
          </a:ln>
        </p:spPr>
      </p:sp>
      <p:sp>
        <p:nvSpPr>
          <p:cNvPr id="254" name="node-252">
            <a:extLst>
              <a:ext uri="{FF2B5EF4-FFF2-40B4-BE49-F238E27FC236}">
                <a16:creationId xmlns:a16="http://schemas.microsoft.com/office/drawing/2014/main" id="{3AF72299-B6AB-4973-900A-66A4F38828D5}"/>
              </a:ext>
            </a:extLst>
          </p:cNvPr>
          <p:cNvSpPr>
            <a:spLocks noGrp="1"/>
          </p:cNvSpPr>
          <p:nvPr/>
        </p:nvSpPr>
        <p:spPr>
          <a:xfrm>
            <a:off x="2595562" y="7475778"/>
            <a:ext cx="57150" cy="57150"/>
          </a:xfrm>
          <a:prstGeom prst="ellipse">
            <a:avLst/>
          </a:prstGeom>
          <a:solidFill>
            <a:srgbClr val="357FC0"/>
          </a:solidFill>
          <a:ln w="16193">
            <a:solidFill>
              <a:srgbClr val="357FC0"/>
            </a:solidFill>
          </a:ln>
        </p:spPr>
      </p:sp>
      <p:sp>
        <p:nvSpPr>
          <p:cNvPr id="255" name="node-253">
            <a:extLst>
              <a:ext uri="{FF2B5EF4-FFF2-40B4-BE49-F238E27FC236}">
                <a16:creationId xmlns:a16="http://schemas.microsoft.com/office/drawing/2014/main" id="{80517F52-E456-4D3A-89FC-6EEE7BE73FC0}"/>
              </a:ext>
            </a:extLst>
          </p:cNvPr>
          <p:cNvSpPr>
            <a:spLocks noGrp="1"/>
          </p:cNvSpPr>
          <p:nvPr/>
        </p:nvSpPr>
        <p:spPr>
          <a:xfrm>
            <a:off x="2719387" y="7475778"/>
            <a:ext cx="57150" cy="57150"/>
          </a:xfrm>
          <a:prstGeom prst="ellipse">
            <a:avLst/>
          </a:prstGeom>
          <a:solidFill>
            <a:srgbClr val="357FC0"/>
          </a:solidFill>
          <a:ln w="16193">
            <a:solidFill>
              <a:srgbClr val="357FC0"/>
            </a:solidFill>
          </a:ln>
        </p:spPr>
      </p:sp>
      <p:sp>
        <p:nvSpPr>
          <p:cNvPr id="256" name="node-254">
            <a:extLst>
              <a:ext uri="{FF2B5EF4-FFF2-40B4-BE49-F238E27FC236}">
                <a16:creationId xmlns:a16="http://schemas.microsoft.com/office/drawing/2014/main" id="{39256B56-A26B-44F1-AF25-A34EF49905B3}"/>
              </a:ext>
            </a:extLst>
          </p:cNvPr>
          <p:cNvSpPr>
            <a:spLocks noGrp="1"/>
          </p:cNvSpPr>
          <p:nvPr/>
        </p:nvSpPr>
        <p:spPr>
          <a:xfrm>
            <a:off x="2900363" y="7458705"/>
            <a:ext cx="314325" cy="314325"/>
          </a:xfrm>
          <a:prstGeom prst="ellipse">
            <a:avLst/>
          </a:prstGeom>
          <a:noFill/>
          <a:ln w="16193">
            <a:solidFill>
              <a:srgbClr val="168D86"/>
            </a:solidFill>
          </a:ln>
        </p:spPr>
      </p:sp>
      <p:sp>
        <p:nvSpPr>
          <p:cNvPr id="257" name="node-255">
            <a:extLst>
              <a:ext uri="{FF2B5EF4-FFF2-40B4-BE49-F238E27FC236}">
                <a16:creationId xmlns:a16="http://schemas.microsoft.com/office/drawing/2014/main" id="{B1B0E8DC-9C59-4067-BE56-8B64784D86C1}"/>
              </a:ext>
            </a:extLst>
          </p:cNvPr>
          <p:cNvSpPr>
            <a:spLocks noGrp="1"/>
          </p:cNvSpPr>
          <p:nvPr/>
        </p:nvSpPr>
        <p:spPr>
          <a:xfrm>
            <a:off x="2967038" y="7582530"/>
            <a:ext cx="57150" cy="57150"/>
          </a:xfrm>
          <a:prstGeom prst="ellipse">
            <a:avLst/>
          </a:prstGeom>
          <a:solidFill>
            <a:srgbClr val="168D86"/>
          </a:solidFill>
          <a:ln w="16193">
            <a:solidFill>
              <a:srgbClr val="168D86"/>
            </a:solidFill>
          </a:ln>
        </p:spPr>
      </p:sp>
      <p:sp>
        <p:nvSpPr>
          <p:cNvPr id="258" name="node-256">
            <a:extLst>
              <a:ext uri="{FF2B5EF4-FFF2-40B4-BE49-F238E27FC236}">
                <a16:creationId xmlns:a16="http://schemas.microsoft.com/office/drawing/2014/main" id="{CA6AC010-2575-4C28-9038-A92A3775A8D4}"/>
              </a:ext>
            </a:extLst>
          </p:cNvPr>
          <p:cNvSpPr>
            <a:spLocks noGrp="1"/>
          </p:cNvSpPr>
          <p:nvPr/>
        </p:nvSpPr>
        <p:spPr>
          <a:xfrm>
            <a:off x="3090863" y="7582530"/>
            <a:ext cx="57150" cy="57150"/>
          </a:xfrm>
          <a:prstGeom prst="ellipse">
            <a:avLst/>
          </a:prstGeom>
          <a:solidFill>
            <a:srgbClr val="168D86"/>
          </a:solidFill>
          <a:ln w="16193">
            <a:solidFill>
              <a:srgbClr val="168D86"/>
            </a:solidFill>
          </a:ln>
        </p:spPr>
      </p:sp>
      <p:sp>
        <p:nvSpPr>
          <p:cNvPr id="259" name="node-257">
            <a:extLst>
              <a:ext uri="{FF2B5EF4-FFF2-40B4-BE49-F238E27FC236}">
                <a16:creationId xmlns:a16="http://schemas.microsoft.com/office/drawing/2014/main" id="{5D6134B9-8812-45E9-9EF3-948EBB6C8A34}"/>
              </a:ext>
            </a:extLst>
          </p:cNvPr>
          <p:cNvSpPr>
            <a:spLocks noGrp="1"/>
          </p:cNvSpPr>
          <p:nvPr/>
        </p:nvSpPr>
        <p:spPr>
          <a:xfrm>
            <a:off x="2605555" y="7742478"/>
            <a:ext cx="314325" cy="314325"/>
          </a:xfrm>
          <a:prstGeom prst="ellipse">
            <a:avLst/>
          </a:prstGeom>
          <a:noFill/>
          <a:ln w="16193">
            <a:solidFill>
              <a:srgbClr val="CD7939"/>
            </a:solidFill>
          </a:ln>
        </p:spPr>
      </p:sp>
      <p:sp>
        <p:nvSpPr>
          <p:cNvPr id="260" name="node-258">
            <a:extLst>
              <a:ext uri="{FF2B5EF4-FFF2-40B4-BE49-F238E27FC236}">
                <a16:creationId xmlns:a16="http://schemas.microsoft.com/office/drawing/2014/main" id="{70797C7C-D10D-4932-A503-50177484F144}"/>
              </a:ext>
            </a:extLst>
          </p:cNvPr>
          <p:cNvSpPr>
            <a:spLocks noGrp="1"/>
          </p:cNvSpPr>
          <p:nvPr/>
        </p:nvSpPr>
        <p:spPr>
          <a:xfrm>
            <a:off x="2672230" y="7866303"/>
            <a:ext cx="57150" cy="57150"/>
          </a:xfrm>
          <a:prstGeom prst="ellipse">
            <a:avLst/>
          </a:prstGeom>
          <a:solidFill>
            <a:srgbClr val="CD7939"/>
          </a:solidFill>
          <a:ln w="16193">
            <a:solidFill>
              <a:srgbClr val="CD7939"/>
            </a:solidFill>
          </a:ln>
        </p:spPr>
      </p:sp>
      <p:sp>
        <p:nvSpPr>
          <p:cNvPr id="261" name="node-259">
            <a:extLst>
              <a:ext uri="{FF2B5EF4-FFF2-40B4-BE49-F238E27FC236}">
                <a16:creationId xmlns:a16="http://schemas.microsoft.com/office/drawing/2014/main" id="{DDE4EC84-1179-4EFE-931C-37B851327D73}"/>
              </a:ext>
            </a:extLst>
          </p:cNvPr>
          <p:cNvSpPr>
            <a:spLocks noGrp="1"/>
          </p:cNvSpPr>
          <p:nvPr/>
        </p:nvSpPr>
        <p:spPr>
          <a:xfrm>
            <a:off x="2796055" y="7866303"/>
            <a:ext cx="57150" cy="57150"/>
          </a:xfrm>
          <a:prstGeom prst="ellipse">
            <a:avLst/>
          </a:prstGeom>
          <a:solidFill>
            <a:srgbClr val="CD7939"/>
          </a:solidFill>
          <a:ln w="16193">
            <a:solidFill>
              <a:srgbClr val="CD7939"/>
            </a:solidFill>
          </a:ln>
        </p:spPr>
      </p:sp>
      <p:sp>
        <p:nvSpPr>
          <p:cNvPr id="262" name="element-260">
            <a:extLst>
              <a:ext uri="{FF2B5EF4-FFF2-40B4-BE49-F238E27FC236}">
                <a16:creationId xmlns:a16="http://schemas.microsoft.com/office/drawing/2014/main" id="{865131C7-B39B-4A82-891D-F20F2F13FA26}"/>
              </a:ext>
            </a:extLst>
          </p:cNvPr>
          <p:cNvSpPr>
            <a:spLocks noGrp="1"/>
          </p:cNvSpPr>
          <p:nvPr/>
        </p:nvSpPr>
        <p:spPr>
          <a:xfrm>
            <a:off x="2400300" y="8172450"/>
            <a:ext cx="8763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Semantic</a:t>
            </a:r>
          </a:p>
          <a:p>
            <a:pPr algn="ctr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clusters</a:t>
            </a:r>
          </a:p>
        </p:txBody>
      </p:sp>
      <p:sp>
        <p:nvSpPr>
          <p:cNvPr id="263" name="line-261">
            <a:extLst>
              <a:ext uri="{FF2B5EF4-FFF2-40B4-BE49-F238E27FC236}">
                <a16:creationId xmlns:a16="http://schemas.microsoft.com/office/drawing/2014/main" id="{7FED5C60-D3D2-46E6-A08B-C6F58A2D8DB1}"/>
              </a:ext>
            </a:extLst>
          </p:cNvPr>
          <p:cNvSpPr>
            <a:spLocks noGrp="1"/>
          </p:cNvSpPr>
          <p:nvPr/>
        </p:nvSpPr>
        <p:spPr>
          <a:xfrm>
            <a:off x="3276600" y="7667625"/>
            <a:ext cx="276225" cy="9525"/>
          </a:xfrm>
          <a:custGeom>
            <a:avLst/>
            <a:gdLst/>
            <a:ahLst/>
            <a:cxnLst/>
            <a:rect l="0" t="0" r="0" b="0"/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264" name="arrow-262">
            <a:extLst>
              <a:ext uri="{FF2B5EF4-FFF2-40B4-BE49-F238E27FC236}">
                <a16:creationId xmlns:a16="http://schemas.microsoft.com/office/drawing/2014/main" id="{2D4B7F17-675E-4976-94AB-BCC363F01AE4}"/>
              </a:ext>
            </a:extLst>
          </p:cNvPr>
          <p:cNvSpPr>
            <a:spLocks noGrp="1"/>
          </p:cNvSpPr>
          <p:nvPr/>
        </p:nvSpPr>
        <p:spPr>
          <a:xfrm>
            <a:off x="3467100" y="7624763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42863"/>
                </a:moveTo>
                <a:lnTo>
                  <a:pt x="0" y="0"/>
                </a:lnTo>
                <a:lnTo>
                  <a:pt x="0" y="85725"/>
                </a:lnTo>
                <a:lnTo>
                  <a:pt x="85725" y="42863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265" name="element-263">
            <a:extLst>
              <a:ext uri="{FF2B5EF4-FFF2-40B4-BE49-F238E27FC236}">
                <a16:creationId xmlns:a16="http://schemas.microsoft.com/office/drawing/2014/main" id="{AC10BBF0-3D3D-4DB2-AE31-2A3F49AF56A0}"/>
              </a:ext>
            </a:extLst>
          </p:cNvPr>
          <p:cNvSpPr>
            <a:spLocks noGrp="1"/>
          </p:cNvSpPr>
          <p:nvPr/>
        </p:nvSpPr>
        <p:spPr>
          <a:xfrm>
            <a:off x="3648075" y="7391400"/>
            <a:ext cx="1028700" cy="619125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383">
            <a:solidFill>
              <a:srgbClr val="9CB2C8"/>
            </a:solidFill>
            <a:prstDash val="dash"/>
          </a:ln>
        </p:spPr>
      </p:sp>
      <p:sp>
        <p:nvSpPr>
          <p:cNvPr id="266" name="node-264">
            <a:extLst>
              <a:ext uri="{FF2B5EF4-FFF2-40B4-BE49-F238E27FC236}">
                <a16:creationId xmlns:a16="http://schemas.microsoft.com/office/drawing/2014/main" id="{5AE2CC57-377B-4ECD-B179-AB46D50E84BA}"/>
              </a:ext>
            </a:extLst>
          </p:cNvPr>
          <p:cNvSpPr>
            <a:spLocks noGrp="1"/>
          </p:cNvSpPr>
          <p:nvPr/>
        </p:nvSpPr>
        <p:spPr>
          <a:xfrm>
            <a:off x="3752850" y="7591425"/>
            <a:ext cx="209550" cy="209550"/>
          </a:xfrm>
          <a:prstGeom prst="ellipse">
            <a:avLst/>
          </a:prstGeom>
          <a:solidFill>
            <a:srgbClr val="EEF5FC"/>
          </a:solidFill>
          <a:ln w="16193">
            <a:solidFill>
              <a:srgbClr val="357FC0"/>
            </a:solidFill>
          </a:ln>
        </p:spPr>
      </p:sp>
      <p:sp>
        <p:nvSpPr>
          <p:cNvPr id="267" name="node-265">
            <a:extLst>
              <a:ext uri="{FF2B5EF4-FFF2-40B4-BE49-F238E27FC236}">
                <a16:creationId xmlns:a16="http://schemas.microsoft.com/office/drawing/2014/main" id="{7F9FC6B7-93C4-4A5D-980A-3B3D8009CDF2}"/>
              </a:ext>
            </a:extLst>
          </p:cNvPr>
          <p:cNvSpPr>
            <a:spLocks noGrp="1"/>
          </p:cNvSpPr>
          <p:nvPr/>
        </p:nvSpPr>
        <p:spPr>
          <a:xfrm>
            <a:off x="4057650" y="7591425"/>
            <a:ext cx="209550" cy="209550"/>
          </a:xfrm>
          <a:prstGeom prst="ellipse">
            <a:avLst/>
          </a:prstGeom>
          <a:solidFill>
            <a:srgbClr val="ECF8F5"/>
          </a:solidFill>
          <a:ln w="16193">
            <a:solidFill>
              <a:srgbClr val="168D86"/>
            </a:solidFill>
          </a:ln>
        </p:spPr>
      </p:sp>
      <p:sp>
        <p:nvSpPr>
          <p:cNvPr id="268" name="node-266">
            <a:extLst>
              <a:ext uri="{FF2B5EF4-FFF2-40B4-BE49-F238E27FC236}">
                <a16:creationId xmlns:a16="http://schemas.microsoft.com/office/drawing/2014/main" id="{9CBAA5AD-4877-4E7E-A2C8-B5494B8C7FC0}"/>
              </a:ext>
            </a:extLst>
          </p:cNvPr>
          <p:cNvSpPr>
            <a:spLocks noGrp="1"/>
          </p:cNvSpPr>
          <p:nvPr/>
        </p:nvSpPr>
        <p:spPr>
          <a:xfrm>
            <a:off x="4362450" y="7591425"/>
            <a:ext cx="209550" cy="209550"/>
          </a:xfrm>
          <a:prstGeom prst="ellipse">
            <a:avLst/>
          </a:prstGeom>
          <a:solidFill>
            <a:srgbClr val="FFF5EB"/>
          </a:solidFill>
          <a:ln w="16193">
            <a:solidFill>
              <a:srgbClr val="CD7939"/>
            </a:solidFill>
          </a:ln>
        </p:spPr>
      </p:sp>
      <p:sp>
        <p:nvSpPr>
          <p:cNvPr id="269" name="element-267">
            <a:extLst>
              <a:ext uri="{FF2B5EF4-FFF2-40B4-BE49-F238E27FC236}">
                <a16:creationId xmlns:a16="http://schemas.microsoft.com/office/drawing/2014/main" id="{886965D2-872A-45CA-8BD7-D0C096858529}"/>
              </a:ext>
            </a:extLst>
          </p:cNvPr>
          <p:cNvSpPr>
            <a:spLocks noGrp="1"/>
          </p:cNvSpPr>
          <p:nvPr/>
        </p:nvSpPr>
        <p:spPr>
          <a:xfrm>
            <a:off x="3590925" y="8172450"/>
            <a:ext cx="113347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New child</a:t>
            </a:r>
          </a:p>
          <a:p>
            <a:pPr algn="ctr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group</a:t>
            </a:r>
          </a:p>
        </p:txBody>
      </p:sp>
      <p:sp>
        <p:nvSpPr>
          <p:cNvPr id="270" name="line-268">
            <a:extLst>
              <a:ext uri="{FF2B5EF4-FFF2-40B4-BE49-F238E27FC236}">
                <a16:creationId xmlns:a16="http://schemas.microsoft.com/office/drawing/2014/main" id="{19A263F1-CB8F-4E4A-889C-773160CB5CCA}"/>
              </a:ext>
            </a:extLst>
          </p:cNvPr>
          <p:cNvSpPr>
            <a:spLocks noGrp="1"/>
          </p:cNvSpPr>
          <p:nvPr/>
        </p:nvSpPr>
        <p:spPr>
          <a:xfrm>
            <a:off x="3114675" y="2847975"/>
            <a:ext cx="1485900" cy="3848100"/>
          </a:xfrm>
          <a:custGeom>
            <a:avLst/>
            <a:gdLst/>
            <a:ahLst/>
            <a:cxnLst/>
            <a:rect l="0" t="0" r="0" b="0"/>
            <a:pathLst>
              <a:path w="1485900" h="3848100">
                <a:moveTo>
                  <a:pt x="1485900" y="3848100"/>
                </a:moveTo>
                <a:lnTo>
                  <a:pt x="1485900" y="3438525"/>
                </a:lnTo>
                <a:lnTo>
                  <a:pt x="0" y="3438525"/>
                </a:lnTo>
                <a:lnTo>
                  <a:pt x="0" y="0"/>
                </a:lnTo>
                <a:lnTo>
                  <a:pt x="447675" y="0"/>
                </a:lnTo>
              </a:path>
            </a:pathLst>
          </a:custGeom>
          <a:noFill/>
          <a:ln w="22860">
            <a:solidFill>
              <a:srgbClr val="D96933"/>
            </a:solidFill>
            <a:prstDash val="dash"/>
          </a:ln>
        </p:spPr>
      </p:sp>
      <p:sp>
        <p:nvSpPr>
          <p:cNvPr id="271" name="arrow-269">
            <a:extLst>
              <a:ext uri="{FF2B5EF4-FFF2-40B4-BE49-F238E27FC236}">
                <a16:creationId xmlns:a16="http://schemas.microsoft.com/office/drawing/2014/main" id="{0692CF2D-0672-499C-9033-61C9ED17EA95}"/>
              </a:ext>
            </a:extLst>
          </p:cNvPr>
          <p:cNvSpPr>
            <a:spLocks noGrp="1"/>
          </p:cNvSpPr>
          <p:nvPr/>
        </p:nvSpPr>
        <p:spPr>
          <a:xfrm>
            <a:off x="3476625" y="2805113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42863"/>
                </a:moveTo>
                <a:lnTo>
                  <a:pt x="0" y="0"/>
                </a:lnTo>
                <a:lnTo>
                  <a:pt x="0" y="85725"/>
                </a:lnTo>
                <a:lnTo>
                  <a:pt x="85725" y="42863"/>
                </a:lnTo>
              </a:path>
            </a:pathLst>
          </a:custGeom>
          <a:solidFill>
            <a:srgbClr val="D96933"/>
          </a:solidFill>
          <a:ln w="2858">
            <a:solidFill>
              <a:srgbClr val="D96933"/>
            </a:solidFill>
          </a:ln>
        </p:spPr>
      </p:sp>
      <p:sp>
        <p:nvSpPr>
          <p:cNvPr id="272" name="element-270">
            <a:extLst>
              <a:ext uri="{FF2B5EF4-FFF2-40B4-BE49-F238E27FC236}">
                <a16:creationId xmlns:a16="http://schemas.microsoft.com/office/drawing/2014/main" id="{15883D82-09E3-4973-BBDC-1CA646A43FE3}"/>
              </a:ext>
            </a:extLst>
          </p:cNvPr>
          <p:cNvSpPr>
            <a:spLocks noGrp="1"/>
          </p:cNvSpPr>
          <p:nvPr/>
        </p:nvSpPr>
        <p:spPr>
          <a:xfrm>
            <a:off x="3162300" y="6324600"/>
            <a:ext cx="19050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200" b="0">
                <a:solidFill>
                  <a:srgbClr val="D96933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96933"/>
                </a:solidFill>
                <a:latin typeface="Arial"/>
                <a:ea typeface="Arial"/>
                <a:cs typeface="Arial"/>
              </a:rPr>
              <a:t>Revise child groups</a:t>
            </a:r>
          </a:p>
          <a:p>
            <a:pPr algn="l">
              <a:defRPr sz="1200" b="0">
                <a:solidFill>
                  <a:srgbClr val="D96933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D96933"/>
                </a:solidFill>
                <a:latin typeface="Arial"/>
                <a:ea typeface="Arial"/>
                <a:cs typeface="Arial"/>
              </a:rPr>
              <a:t>for each root</a:t>
            </a:r>
          </a:p>
        </p:txBody>
      </p:sp>
      <p:sp>
        <p:nvSpPr>
          <p:cNvPr id="273" name="element-271">
            <a:extLst>
              <a:ext uri="{FF2B5EF4-FFF2-40B4-BE49-F238E27FC236}">
                <a16:creationId xmlns:a16="http://schemas.microsoft.com/office/drawing/2014/main" id="{40492BBB-6AD5-4581-8FE6-7D4EE86612AA}"/>
              </a:ext>
            </a:extLst>
          </p:cNvPr>
          <p:cNvSpPr>
            <a:spLocks noGrp="1"/>
          </p:cNvSpPr>
          <p:nvPr/>
        </p:nvSpPr>
        <p:spPr>
          <a:xfrm>
            <a:off x="5219700" y="6696075"/>
            <a:ext cx="5429250" cy="1990725"/>
          </a:xfrm>
          <a:prstGeom prst="roundRect">
            <a:avLst>
              <a:gd name="adj" fmla="val 3828"/>
            </a:avLst>
          </a:prstGeom>
          <a:solidFill>
            <a:srgbClr val="FFFCF9"/>
          </a:solidFill>
          <a:ln w="14288">
            <a:solidFill>
              <a:srgbClr val="E3A27C"/>
            </a:solidFill>
          </a:ln>
        </p:spPr>
      </p:sp>
      <p:sp>
        <p:nvSpPr>
          <p:cNvPr id="274" name="element-272">
            <a:extLst>
              <a:ext uri="{FF2B5EF4-FFF2-40B4-BE49-F238E27FC236}">
                <a16:creationId xmlns:a16="http://schemas.microsoft.com/office/drawing/2014/main" id="{C35030CF-C874-44AA-B575-53A5622D1392}"/>
              </a:ext>
            </a:extLst>
          </p:cNvPr>
          <p:cNvSpPr>
            <a:spLocks noGrp="1"/>
          </p:cNvSpPr>
          <p:nvPr/>
        </p:nvSpPr>
        <p:spPr>
          <a:xfrm>
            <a:off x="5381625" y="6800850"/>
            <a:ext cx="5057775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875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875" b="1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Subtree-level reflection</a:t>
            </a:r>
          </a:p>
        </p:txBody>
      </p:sp>
      <p:sp>
        <p:nvSpPr>
          <p:cNvPr id="275" name="element-273">
            <a:extLst>
              <a:ext uri="{FF2B5EF4-FFF2-40B4-BE49-F238E27FC236}">
                <a16:creationId xmlns:a16="http://schemas.microsoft.com/office/drawing/2014/main" id="{2ACEBD07-9939-4B4D-A304-1743019463DD}"/>
              </a:ext>
            </a:extLst>
          </p:cNvPr>
          <p:cNvSpPr>
            <a:spLocks noGrp="1"/>
          </p:cNvSpPr>
          <p:nvPr/>
        </p:nvSpPr>
        <p:spPr>
          <a:xfrm>
            <a:off x="5381625" y="7219950"/>
            <a:ext cx="923925" cy="1095375"/>
          </a:xfrm>
          <a:prstGeom prst="roundRect">
            <a:avLst>
              <a:gd name="adj" fmla="val 6186"/>
            </a:avLst>
          </a:prstGeom>
          <a:solidFill>
            <a:srgbClr val="EEF5FC"/>
          </a:solidFill>
          <a:ln w="14288">
            <a:solidFill>
              <a:srgbClr val="357FC0"/>
            </a:solidFill>
          </a:ln>
        </p:spPr>
      </p:sp>
      <p:sp>
        <p:nvSpPr>
          <p:cNvPr id="276" name="node-274">
            <a:extLst>
              <a:ext uri="{FF2B5EF4-FFF2-40B4-BE49-F238E27FC236}">
                <a16:creationId xmlns:a16="http://schemas.microsoft.com/office/drawing/2014/main" id="{DD641A78-7FDF-47F4-B526-07E18C0231E9}"/>
              </a:ext>
            </a:extLst>
          </p:cNvPr>
          <p:cNvSpPr>
            <a:spLocks noGrp="1"/>
          </p:cNvSpPr>
          <p:nvPr/>
        </p:nvSpPr>
        <p:spPr>
          <a:xfrm>
            <a:off x="5476875" y="7305675"/>
            <a:ext cx="152400" cy="15240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357FC0"/>
            </a:solidFill>
          </a:ln>
        </p:spPr>
      </p:sp>
      <p:sp>
        <p:nvSpPr>
          <p:cNvPr id="277" name="line-275">
            <a:extLst>
              <a:ext uri="{FF2B5EF4-FFF2-40B4-BE49-F238E27FC236}">
                <a16:creationId xmlns:a16="http://schemas.microsoft.com/office/drawing/2014/main" id="{5080BF80-D76D-4080-81E3-F6F29782D988}"/>
              </a:ext>
            </a:extLst>
          </p:cNvPr>
          <p:cNvSpPr>
            <a:spLocks noGrp="1"/>
          </p:cNvSpPr>
          <p:nvPr/>
        </p:nvSpPr>
        <p:spPr>
          <a:xfrm>
            <a:off x="5610225" y="7439025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57150"/>
                </a:lnTo>
              </a:path>
            </a:pathLst>
          </a:custGeom>
          <a:noFill/>
          <a:ln w="32385">
            <a:solidFill>
              <a:srgbClr val="357FC0"/>
            </a:solidFill>
            <a:prstDash val="solid"/>
          </a:ln>
        </p:spPr>
      </p:sp>
      <p:sp>
        <p:nvSpPr>
          <p:cNvPr id="278" name="node-276">
            <a:extLst>
              <a:ext uri="{FF2B5EF4-FFF2-40B4-BE49-F238E27FC236}">
                <a16:creationId xmlns:a16="http://schemas.microsoft.com/office/drawing/2014/main" id="{7B0840C3-89F0-470F-862B-7497487BF0BB}"/>
              </a:ext>
            </a:extLst>
          </p:cNvPr>
          <p:cNvSpPr>
            <a:spLocks noGrp="1"/>
          </p:cNvSpPr>
          <p:nvPr/>
        </p:nvSpPr>
        <p:spPr>
          <a:xfrm>
            <a:off x="5786438" y="7467600"/>
            <a:ext cx="114300" cy="11430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357FC0"/>
            </a:solidFill>
          </a:ln>
        </p:spPr>
      </p:sp>
      <p:sp>
        <p:nvSpPr>
          <p:cNvPr id="279" name="line-277">
            <a:extLst>
              <a:ext uri="{FF2B5EF4-FFF2-40B4-BE49-F238E27FC236}">
                <a16:creationId xmlns:a16="http://schemas.microsoft.com/office/drawing/2014/main" id="{9687637F-4B79-4DF4-AEB2-45D8798A1E4A}"/>
              </a:ext>
            </a:extLst>
          </p:cNvPr>
          <p:cNvSpPr>
            <a:spLocks noGrp="1"/>
          </p:cNvSpPr>
          <p:nvPr/>
        </p:nvSpPr>
        <p:spPr>
          <a:xfrm>
            <a:off x="5634038" y="7581900"/>
            <a:ext cx="209550" cy="247650"/>
          </a:xfrm>
          <a:custGeom>
            <a:avLst/>
            <a:gdLst/>
            <a:ahLst/>
            <a:cxnLst/>
            <a:rect l="0" t="0" r="0" b="0"/>
            <a:pathLst>
              <a:path w="209550" h="247650">
                <a:moveTo>
                  <a:pt x="209550" y="0"/>
                </a:moveTo>
                <a:lnTo>
                  <a:pt x="0" y="247650"/>
                </a:lnTo>
              </a:path>
            </a:pathLst>
          </a:custGeom>
          <a:noFill/>
          <a:ln w="16193">
            <a:solidFill>
              <a:srgbClr val="357FC0"/>
            </a:solidFill>
            <a:prstDash val="solid"/>
          </a:ln>
        </p:spPr>
      </p:sp>
      <p:sp>
        <p:nvSpPr>
          <p:cNvPr id="280" name="node-278">
            <a:extLst>
              <a:ext uri="{FF2B5EF4-FFF2-40B4-BE49-F238E27FC236}">
                <a16:creationId xmlns:a16="http://schemas.microsoft.com/office/drawing/2014/main" id="{42186651-421E-4DC2-A141-F2142C081049}"/>
              </a:ext>
            </a:extLst>
          </p:cNvPr>
          <p:cNvSpPr>
            <a:spLocks noGrp="1"/>
          </p:cNvSpPr>
          <p:nvPr/>
        </p:nvSpPr>
        <p:spPr>
          <a:xfrm>
            <a:off x="5586413" y="7829550"/>
            <a:ext cx="95250" cy="952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357FC0"/>
            </a:solidFill>
          </a:ln>
        </p:spPr>
      </p:sp>
      <p:sp>
        <p:nvSpPr>
          <p:cNvPr id="281" name="line-279">
            <a:extLst>
              <a:ext uri="{FF2B5EF4-FFF2-40B4-BE49-F238E27FC236}">
                <a16:creationId xmlns:a16="http://schemas.microsoft.com/office/drawing/2014/main" id="{52AB69EF-5601-45F8-8BD7-D689AE230B1A}"/>
              </a:ext>
            </a:extLst>
          </p:cNvPr>
          <p:cNvSpPr>
            <a:spLocks noGrp="1"/>
          </p:cNvSpPr>
          <p:nvPr/>
        </p:nvSpPr>
        <p:spPr>
          <a:xfrm>
            <a:off x="5843588" y="7581900"/>
            <a:ext cx="9525" cy="247650"/>
          </a:xfrm>
          <a:custGeom>
            <a:avLst/>
            <a:gdLst/>
            <a:ahLst/>
            <a:cxnLst/>
            <a:rect l="0" t="0" r="0" b="0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6193">
            <a:solidFill>
              <a:srgbClr val="357FC0"/>
            </a:solidFill>
            <a:prstDash val="solid"/>
          </a:ln>
        </p:spPr>
      </p:sp>
      <p:sp>
        <p:nvSpPr>
          <p:cNvPr id="282" name="node-280">
            <a:extLst>
              <a:ext uri="{FF2B5EF4-FFF2-40B4-BE49-F238E27FC236}">
                <a16:creationId xmlns:a16="http://schemas.microsoft.com/office/drawing/2014/main" id="{6CF9BC50-E815-4A21-ADD6-02F89E63DAC7}"/>
              </a:ext>
            </a:extLst>
          </p:cNvPr>
          <p:cNvSpPr>
            <a:spLocks noGrp="1"/>
          </p:cNvSpPr>
          <p:nvPr/>
        </p:nvSpPr>
        <p:spPr>
          <a:xfrm>
            <a:off x="5795963" y="7829550"/>
            <a:ext cx="95250" cy="952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357FC0"/>
            </a:solidFill>
          </a:ln>
        </p:spPr>
      </p:sp>
      <p:sp>
        <p:nvSpPr>
          <p:cNvPr id="283" name="line-281">
            <a:extLst>
              <a:ext uri="{FF2B5EF4-FFF2-40B4-BE49-F238E27FC236}">
                <a16:creationId xmlns:a16="http://schemas.microsoft.com/office/drawing/2014/main" id="{46643D6A-5488-488F-9351-A68BA796CF6D}"/>
              </a:ext>
            </a:extLst>
          </p:cNvPr>
          <p:cNvSpPr>
            <a:spLocks noGrp="1"/>
          </p:cNvSpPr>
          <p:nvPr/>
        </p:nvSpPr>
        <p:spPr>
          <a:xfrm>
            <a:off x="5843588" y="7581900"/>
            <a:ext cx="209550" cy="247650"/>
          </a:xfrm>
          <a:custGeom>
            <a:avLst/>
            <a:gdLst/>
            <a:ahLst/>
            <a:cxnLst/>
            <a:rect l="0" t="0" r="0" b="0"/>
            <a:pathLst>
              <a:path w="209550" h="247650">
                <a:moveTo>
                  <a:pt x="0" y="0"/>
                </a:moveTo>
                <a:lnTo>
                  <a:pt x="209550" y="247650"/>
                </a:lnTo>
              </a:path>
            </a:pathLst>
          </a:custGeom>
          <a:noFill/>
          <a:ln w="16193">
            <a:solidFill>
              <a:srgbClr val="357FC0"/>
            </a:solidFill>
            <a:prstDash val="solid"/>
          </a:ln>
        </p:spPr>
      </p:sp>
      <p:sp>
        <p:nvSpPr>
          <p:cNvPr id="284" name="node-282">
            <a:extLst>
              <a:ext uri="{FF2B5EF4-FFF2-40B4-BE49-F238E27FC236}">
                <a16:creationId xmlns:a16="http://schemas.microsoft.com/office/drawing/2014/main" id="{0CA5596D-9269-485E-AC07-514D1401A34F}"/>
              </a:ext>
            </a:extLst>
          </p:cNvPr>
          <p:cNvSpPr>
            <a:spLocks noGrp="1"/>
          </p:cNvSpPr>
          <p:nvPr/>
        </p:nvSpPr>
        <p:spPr>
          <a:xfrm>
            <a:off x="6005513" y="7829550"/>
            <a:ext cx="95250" cy="952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357FC0"/>
            </a:solidFill>
          </a:ln>
        </p:spPr>
      </p:sp>
      <p:sp>
        <p:nvSpPr>
          <p:cNvPr id="285" name="element-283">
            <a:extLst>
              <a:ext uri="{FF2B5EF4-FFF2-40B4-BE49-F238E27FC236}">
                <a16:creationId xmlns:a16="http://schemas.microsoft.com/office/drawing/2014/main" id="{0F09D400-6885-4DC0-90E1-CEE159A911A0}"/>
              </a:ext>
            </a:extLst>
          </p:cNvPr>
          <p:cNvSpPr>
            <a:spLocks noGrp="1"/>
          </p:cNvSpPr>
          <p:nvPr/>
        </p:nvSpPr>
        <p:spPr>
          <a:xfrm>
            <a:off x="5419725" y="7972425"/>
            <a:ext cx="8477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050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Revise /</a:t>
            </a:r>
          </a:p>
          <a:p>
            <a:pPr algn="ctr">
              <a:defRPr sz="1050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Preserve</a:t>
            </a:r>
          </a:p>
        </p:txBody>
      </p:sp>
      <p:sp>
        <p:nvSpPr>
          <p:cNvPr id="286" name="element-284">
            <a:extLst>
              <a:ext uri="{FF2B5EF4-FFF2-40B4-BE49-F238E27FC236}">
                <a16:creationId xmlns:a16="http://schemas.microsoft.com/office/drawing/2014/main" id="{988E7BD3-C4F6-4E91-A3C0-573D68625434}"/>
              </a:ext>
            </a:extLst>
          </p:cNvPr>
          <p:cNvSpPr>
            <a:spLocks noGrp="1"/>
          </p:cNvSpPr>
          <p:nvPr/>
        </p:nvSpPr>
        <p:spPr>
          <a:xfrm>
            <a:off x="6410325" y="7219950"/>
            <a:ext cx="923925" cy="1095375"/>
          </a:xfrm>
          <a:prstGeom prst="roundRect">
            <a:avLst>
              <a:gd name="adj" fmla="val 6186"/>
            </a:avLst>
          </a:prstGeom>
          <a:solidFill>
            <a:srgbClr val="ECF8F5"/>
          </a:solidFill>
          <a:ln w="14288">
            <a:solidFill>
              <a:srgbClr val="168D86"/>
            </a:solidFill>
          </a:ln>
        </p:spPr>
      </p:sp>
      <p:sp>
        <p:nvSpPr>
          <p:cNvPr id="287" name="node-285">
            <a:extLst>
              <a:ext uri="{FF2B5EF4-FFF2-40B4-BE49-F238E27FC236}">
                <a16:creationId xmlns:a16="http://schemas.microsoft.com/office/drawing/2014/main" id="{B87E5EFE-EB55-41E5-AAC9-01A2DE8D163C}"/>
              </a:ext>
            </a:extLst>
          </p:cNvPr>
          <p:cNvSpPr>
            <a:spLocks noGrp="1"/>
          </p:cNvSpPr>
          <p:nvPr/>
        </p:nvSpPr>
        <p:spPr>
          <a:xfrm>
            <a:off x="6505575" y="7305675"/>
            <a:ext cx="152400" cy="15240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168D86"/>
            </a:solidFill>
          </a:ln>
        </p:spPr>
      </p:sp>
      <p:sp>
        <p:nvSpPr>
          <p:cNvPr id="288" name="line-286">
            <a:extLst>
              <a:ext uri="{FF2B5EF4-FFF2-40B4-BE49-F238E27FC236}">
                <a16:creationId xmlns:a16="http://schemas.microsoft.com/office/drawing/2014/main" id="{6FC55DD0-8FB8-4B1F-A5B2-AC48F2689F98}"/>
              </a:ext>
            </a:extLst>
          </p:cNvPr>
          <p:cNvSpPr>
            <a:spLocks noGrp="1"/>
          </p:cNvSpPr>
          <p:nvPr/>
        </p:nvSpPr>
        <p:spPr>
          <a:xfrm>
            <a:off x="6638925" y="7439025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57150"/>
                </a:lnTo>
              </a:path>
            </a:pathLst>
          </a:custGeom>
          <a:noFill/>
          <a:ln w="32385">
            <a:solidFill>
              <a:srgbClr val="168D86"/>
            </a:solidFill>
            <a:prstDash val="solid"/>
          </a:ln>
        </p:spPr>
      </p:sp>
      <p:sp>
        <p:nvSpPr>
          <p:cNvPr id="289" name="node-287">
            <a:extLst>
              <a:ext uri="{FF2B5EF4-FFF2-40B4-BE49-F238E27FC236}">
                <a16:creationId xmlns:a16="http://schemas.microsoft.com/office/drawing/2014/main" id="{6AA0A370-C1C4-490E-8E0B-5839233B8AEF}"/>
              </a:ext>
            </a:extLst>
          </p:cNvPr>
          <p:cNvSpPr>
            <a:spLocks noGrp="1"/>
          </p:cNvSpPr>
          <p:nvPr/>
        </p:nvSpPr>
        <p:spPr>
          <a:xfrm>
            <a:off x="6815138" y="7467600"/>
            <a:ext cx="114300" cy="11430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168D86"/>
            </a:solidFill>
          </a:ln>
        </p:spPr>
      </p:sp>
      <p:sp>
        <p:nvSpPr>
          <p:cNvPr id="290" name="line-288">
            <a:extLst>
              <a:ext uri="{FF2B5EF4-FFF2-40B4-BE49-F238E27FC236}">
                <a16:creationId xmlns:a16="http://schemas.microsoft.com/office/drawing/2014/main" id="{C58348F4-D2CA-4074-8BA2-FBA974EB42EA}"/>
              </a:ext>
            </a:extLst>
          </p:cNvPr>
          <p:cNvSpPr>
            <a:spLocks noGrp="1"/>
          </p:cNvSpPr>
          <p:nvPr/>
        </p:nvSpPr>
        <p:spPr>
          <a:xfrm>
            <a:off x="6662738" y="7581900"/>
            <a:ext cx="209550" cy="247650"/>
          </a:xfrm>
          <a:custGeom>
            <a:avLst/>
            <a:gdLst/>
            <a:ahLst/>
            <a:cxnLst/>
            <a:rect l="0" t="0" r="0" b="0"/>
            <a:pathLst>
              <a:path w="209550" h="247650">
                <a:moveTo>
                  <a:pt x="209550" y="0"/>
                </a:moveTo>
                <a:lnTo>
                  <a:pt x="0" y="247650"/>
                </a:lnTo>
              </a:path>
            </a:pathLst>
          </a:custGeom>
          <a:noFill/>
          <a:ln w="16193">
            <a:solidFill>
              <a:srgbClr val="168D86"/>
            </a:solidFill>
            <a:prstDash val="solid"/>
          </a:ln>
        </p:spPr>
      </p:sp>
      <p:sp>
        <p:nvSpPr>
          <p:cNvPr id="291" name="node-289">
            <a:extLst>
              <a:ext uri="{FF2B5EF4-FFF2-40B4-BE49-F238E27FC236}">
                <a16:creationId xmlns:a16="http://schemas.microsoft.com/office/drawing/2014/main" id="{E196E3F3-4FFE-452F-AFAF-497C5122914F}"/>
              </a:ext>
            </a:extLst>
          </p:cNvPr>
          <p:cNvSpPr>
            <a:spLocks noGrp="1"/>
          </p:cNvSpPr>
          <p:nvPr/>
        </p:nvSpPr>
        <p:spPr>
          <a:xfrm>
            <a:off x="6615113" y="7829550"/>
            <a:ext cx="95250" cy="952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168D86"/>
            </a:solidFill>
          </a:ln>
        </p:spPr>
      </p:sp>
      <p:sp>
        <p:nvSpPr>
          <p:cNvPr id="292" name="line-290">
            <a:extLst>
              <a:ext uri="{FF2B5EF4-FFF2-40B4-BE49-F238E27FC236}">
                <a16:creationId xmlns:a16="http://schemas.microsoft.com/office/drawing/2014/main" id="{FFB60852-DD82-46AD-8AE7-C116155C7196}"/>
              </a:ext>
            </a:extLst>
          </p:cNvPr>
          <p:cNvSpPr>
            <a:spLocks noGrp="1"/>
          </p:cNvSpPr>
          <p:nvPr/>
        </p:nvSpPr>
        <p:spPr>
          <a:xfrm>
            <a:off x="6872288" y="7581900"/>
            <a:ext cx="9525" cy="247650"/>
          </a:xfrm>
          <a:custGeom>
            <a:avLst/>
            <a:gdLst/>
            <a:ahLst/>
            <a:cxnLst/>
            <a:rect l="0" t="0" r="0" b="0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6193">
            <a:solidFill>
              <a:srgbClr val="168D86"/>
            </a:solidFill>
            <a:prstDash val="solid"/>
          </a:ln>
        </p:spPr>
      </p:sp>
      <p:sp>
        <p:nvSpPr>
          <p:cNvPr id="293" name="node-291">
            <a:extLst>
              <a:ext uri="{FF2B5EF4-FFF2-40B4-BE49-F238E27FC236}">
                <a16:creationId xmlns:a16="http://schemas.microsoft.com/office/drawing/2014/main" id="{E9DADF06-0DC9-4DB3-9907-4120A143CFA0}"/>
              </a:ext>
            </a:extLst>
          </p:cNvPr>
          <p:cNvSpPr>
            <a:spLocks noGrp="1"/>
          </p:cNvSpPr>
          <p:nvPr/>
        </p:nvSpPr>
        <p:spPr>
          <a:xfrm>
            <a:off x="6824663" y="7829550"/>
            <a:ext cx="95250" cy="952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168D86"/>
            </a:solidFill>
          </a:ln>
        </p:spPr>
      </p:sp>
      <p:sp>
        <p:nvSpPr>
          <p:cNvPr id="294" name="line-292">
            <a:extLst>
              <a:ext uri="{FF2B5EF4-FFF2-40B4-BE49-F238E27FC236}">
                <a16:creationId xmlns:a16="http://schemas.microsoft.com/office/drawing/2014/main" id="{BA7BB14D-B608-4991-BC87-E9D42CAF7A4F}"/>
              </a:ext>
            </a:extLst>
          </p:cNvPr>
          <p:cNvSpPr>
            <a:spLocks noGrp="1"/>
          </p:cNvSpPr>
          <p:nvPr/>
        </p:nvSpPr>
        <p:spPr>
          <a:xfrm>
            <a:off x="6872288" y="7581900"/>
            <a:ext cx="209550" cy="247650"/>
          </a:xfrm>
          <a:custGeom>
            <a:avLst/>
            <a:gdLst/>
            <a:ahLst/>
            <a:cxnLst/>
            <a:rect l="0" t="0" r="0" b="0"/>
            <a:pathLst>
              <a:path w="209550" h="247650">
                <a:moveTo>
                  <a:pt x="0" y="0"/>
                </a:moveTo>
                <a:lnTo>
                  <a:pt x="209550" y="247650"/>
                </a:lnTo>
              </a:path>
            </a:pathLst>
          </a:custGeom>
          <a:noFill/>
          <a:ln w="16193">
            <a:solidFill>
              <a:srgbClr val="168D86"/>
            </a:solidFill>
            <a:prstDash val="solid"/>
          </a:ln>
        </p:spPr>
      </p:sp>
      <p:sp>
        <p:nvSpPr>
          <p:cNvPr id="295" name="node-293">
            <a:extLst>
              <a:ext uri="{FF2B5EF4-FFF2-40B4-BE49-F238E27FC236}">
                <a16:creationId xmlns:a16="http://schemas.microsoft.com/office/drawing/2014/main" id="{7A8C6E29-E77F-4294-B132-B2BC8409BBC1}"/>
              </a:ext>
            </a:extLst>
          </p:cNvPr>
          <p:cNvSpPr>
            <a:spLocks noGrp="1"/>
          </p:cNvSpPr>
          <p:nvPr/>
        </p:nvSpPr>
        <p:spPr>
          <a:xfrm>
            <a:off x="7034213" y="7829550"/>
            <a:ext cx="95250" cy="952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168D86"/>
            </a:solidFill>
          </a:ln>
        </p:spPr>
      </p:sp>
      <p:sp>
        <p:nvSpPr>
          <p:cNvPr id="296" name="element-294">
            <a:extLst>
              <a:ext uri="{FF2B5EF4-FFF2-40B4-BE49-F238E27FC236}">
                <a16:creationId xmlns:a16="http://schemas.microsoft.com/office/drawing/2014/main" id="{630E7025-6DF2-4717-A01A-0713948C6A94}"/>
              </a:ext>
            </a:extLst>
          </p:cNvPr>
          <p:cNvSpPr>
            <a:spLocks noGrp="1"/>
          </p:cNvSpPr>
          <p:nvPr/>
        </p:nvSpPr>
        <p:spPr>
          <a:xfrm>
            <a:off x="6448425" y="7972425"/>
            <a:ext cx="8477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050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Revise /</a:t>
            </a:r>
          </a:p>
          <a:p>
            <a:pPr algn="ctr">
              <a:defRPr sz="1050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Preserve</a:t>
            </a:r>
          </a:p>
        </p:txBody>
      </p:sp>
      <p:sp>
        <p:nvSpPr>
          <p:cNvPr id="297" name="element-295">
            <a:extLst>
              <a:ext uri="{FF2B5EF4-FFF2-40B4-BE49-F238E27FC236}">
                <a16:creationId xmlns:a16="http://schemas.microsoft.com/office/drawing/2014/main" id="{EF26CE06-C61D-4BD3-961F-8ABD931B58AB}"/>
              </a:ext>
            </a:extLst>
          </p:cNvPr>
          <p:cNvSpPr>
            <a:spLocks noGrp="1"/>
          </p:cNvSpPr>
          <p:nvPr/>
        </p:nvSpPr>
        <p:spPr>
          <a:xfrm>
            <a:off x="7439025" y="7219950"/>
            <a:ext cx="923925" cy="1095375"/>
          </a:xfrm>
          <a:prstGeom prst="roundRect">
            <a:avLst>
              <a:gd name="adj" fmla="val 6186"/>
            </a:avLst>
          </a:prstGeom>
          <a:solidFill>
            <a:srgbClr val="FFF5EB"/>
          </a:solidFill>
          <a:ln w="14288">
            <a:solidFill>
              <a:srgbClr val="CD7939"/>
            </a:solidFill>
          </a:ln>
        </p:spPr>
      </p:sp>
      <p:sp>
        <p:nvSpPr>
          <p:cNvPr id="298" name="node-296">
            <a:extLst>
              <a:ext uri="{FF2B5EF4-FFF2-40B4-BE49-F238E27FC236}">
                <a16:creationId xmlns:a16="http://schemas.microsoft.com/office/drawing/2014/main" id="{1491B2B3-6032-43C6-B0FA-B4F080AC8BEF}"/>
              </a:ext>
            </a:extLst>
          </p:cNvPr>
          <p:cNvSpPr>
            <a:spLocks noGrp="1"/>
          </p:cNvSpPr>
          <p:nvPr/>
        </p:nvSpPr>
        <p:spPr>
          <a:xfrm>
            <a:off x="7534275" y="7305675"/>
            <a:ext cx="152400" cy="15240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CD7939"/>
            </a:solidFill>
          </a:ln>
        </p:spPr>
      </p:sp>
      <p:sp>
        <p:nvSpPr>
          <p:cNvPr id="299" name="line-297">
            <a:extLst>
              <a:ext uri="{FF2B5EF4-FFF2-40B4-BE49-F238E27FC236}">
                <a16:creationId xmlns:a16="http://schemas.microsoft.com/office/drawing/2014/main" id="{BFB01A8D-3DB1-4735-835E-09567C19516E}"/>
              </a:ext>
            </a:extLst>
          </p:cNvPr>
          <p:cNvSpPr>
            <a:spLocks noGrp="1"/>
          </p:cNvSpPr>
          <p:nvPr/>
        </p:nvSpPr>
        <p:spPr>
          <a:xfrm>
            <a:off x="7667625" y="7439025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57150"/>
                </a:lnTo>
              </a:path>
            </a:pathLst>
          </a:custGeom>
          <a:noFill/>
          <a:ln w="32385">
            <a:solidFill>
              <a:srgbClr val="CD7939"/>
            </a:solidFill>
            <a:prstDash val="solid"/>
          </a:ln>
        </p:spPr>
      </p:sp>
      <p:sp>
        <p:nvSpPr>
          <p:cNvPr id="300" name="node-298">
            <a:extLst>
              <a:ext uri="{FF2B5EF4-FFF2-40B4-BE49-F238E27FC236}">
                <a16:creationId xmlns:a16="http://schemas.microsoft.com/office/drawing/2014/main" id="{B0B408BB-FF10-4F22-A8ED-6EFDDD2D3ACF}"/>
              </a:ext>
            </a:extLst>
          </p:cNvPr>
          <p:cNvSpPr>
            <a:spLocks noGrp="1"/>
          </p:cNvSpPr>
          <p:nvPr/>
        </p:nvSpPr>
        <p:spPr>
          <a:xfrm>
            <a:off x="7843838" y="7467600"/>
            <a:ext cx="114300" cy="11430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CD7939"/>
            </a:solidFill>
          </a:ln>
        </p:spPr>
      </p:sp>
      <p:sp>
        <p:nvSpPr>
          <p:cNvPr id="301" name="line-299">
            <a:extLst>
              <a:ext uri="{FF2B5EF4-FFF2-40B4-BE49-F238E27FC236}">
                <a16:creationId xmlns:a16="http://schemas.microsoft.com/office/drawing/2014/main" id="{E21626F7-B867-423B-9526-8FA5D4777ACF}"/>
              </a:ext>
            </a:extLst>
          </p:cNvPr>
          <p:cNvSpPr>
            <a:spLocks noGrp="1"/>
          </p:cNvSpPr>
          <p:nvPr/>
        </p:nvSpPr>
        <p:spPr>
          <a:xfrm>
            <a:off x="7691438" y="7581900"/>
            <a:ext cx="209550" cy="247650"/>
          </a:xfrm>
          <a:custGeom>
            <a:avLst/>
            <a:gdLst/>
            <a:ahLst/>
            <a:cxnLst/>
            <a:rect l="0" t="0" r="0" b="0"/>
            <a:pathLst>
              <a:path w="209550" h="247650">
                <a:moveTo>
                  <a:pt x="209550" y="0"/>
                </a:moveTo>
                <a:lnTo>
                  <a:pt x="0" y="247650"/>
                </a:lnTo>
              </a:path>
            </a:pathLst>
          </a:custGeom>
          <a:noFill/>
          <a:ln w="16193">
            <a:solidFill>
              <a:srgbClr val="CD7939"/>
            </a:solidFill>
            <a:prstDash val="solid"/>
          </a:ln>
        </p:spPr>
      </p:sp>
      <p:sp>
        <p:nvSpPr>
          <p:cNvPr id="302" name="node-300">
            <a:extLst>
              <a:ext uri="{FF2B5EF4-FFF2-40B4-BE49-F238E27FC236}">
                <a16:creationId xmlns:a16="http://schemas.microsoft.com/office/drawing/2014/main" id="{9F9F2C78-E655-4E7A-A77F-BD19D44405A1}"/>
              </a:ext>
            </a:extLst>
          </p:cNvPr>
          <p:cNvSpPr>
            <a:spLocks noGrp="1"/>
          </p:cNvSpPr>
          <p:nvPr/>
        </p:nvSpPr>
        <p:spPr>
          <a:xfrm>
            <a:off x="7643813" y="7829550"/>
            <a:ext cx="95250" cy="952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CD7939"/>
            </a:solidFill>
          </a:ln>
        </p:spPr>
      </p:sp>
      <p:sp>
        <p:nvSpPr>
          <p:cNvPr id="303" name="line-301">
            <a:extLst>
              <a:ext uri="{FF2B5EF4-FFF2-40B4-BE49-F238E27FC236}">
                <a16:creationId xmlns:a16="http://schemas.microsoft.com/office/drawing/2014/main" id="{0C016DD6-8BD6-4F3F-A89F-B0D036D8A991}"/>
              </a:ext>
            </a:extLst>
          </p:cNvPr>
          <p:cNvSpPr>
            <a:spLocks noGrp="1"/>
          </p:cNvSpPr>
          <p:nvPr/>
        </p:nvSpPr>
        <p:spPr>
          <a:xfrm>
            <a:off x="7900988" y="7581900"/>
            <a:ext cx="9525" cy="247650"/>
          </a:xfrm>
          <a:custGeom>
            <a:avLst/>
            <a:gdLst/>
            <a:ahLst/>
            <a:cxnLst/>
            <a:rect l="0" t="0" r="0" b="0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6193">
            <a:solidFill>
              <a:srgbClr val="CD7939"/>
            </a:solidFill>
            <a:prstDash val="solid"/>
          </a:ln>
        </p:spPr>
      </p:sp>
      <p:sp>
        <p:nvSpPr>
          <p:cNvPr id="304" name="node-302">
            <a:extLst>
              <a:ext uri="{FF2B5EF4-FFF2-40B4-BE49-F238E27FC236}">
                <a16:creationId xmlns:a16="http://schemas.microsoft.com/office/drawing/2014/main" id="{F4B5EDBB-BCD6-41FF-8BB3-27137CFC9546}"/>
              </a:ext>
            </a:extLst>
          </p:cNvPr>
          <p:cNvSpPr>
            <a:spLocks noGrp="1"/>
          </p:cNvSpPr>
          <p:nvPr/>
        </p:nvSpPr>
        <p:spPr>
          <a:xfrm>
            <a:off x="7853363" y="7829550"/>
            <a:ext cx="95250" cy="952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CD7939"/>
            </a:solidFill>
          </a:ln>
        </p:spPr>
      </p:sp>
      <p:sp>
        <p:nvSpPr>
          <p:cNvPr id="305" name="line-303">
            <a:extLst>
              <a:ext uri="{FF2B5EF4-FFF2-40B4-BE49-F238E27FC236}">
                <a16:creationId xmlns:a16="http://schemas.microsoft.com/office/drawing/2014/main" id="{0A6CF607-9849-4BAD-95FB-23AB31C4F0DF}"/>
              </a:ext>
            </a:extLst>
          </p:cNvPr>
          <p:cNvSpPr>
            <a:spLocks noGrp="1"/>
          </p:cNvSpPr>
          <p:nvPr/>
        </p:nvSpPr>
        <p:spPr>
          <a:xfrm>
            <a:off x="7900988" y="7581900"/>
            <a:ext cx="209550" cy="247650"/>
          </a:xfrm>
          <a:custGeom>
            <a:avLst/>
            <a:gdLst/>
            <a:ahLst/>
            <a:cxnLst/>
            <a:rect l="0" t="0" r="0" b="0"/>
            <a:pathLst>
              <a:path w="209550" h="247650">
                <a:moveTo>
                  <a:pt x="0" y="0"/>
                </a:moveTo>
                <a:lnTo>
                  <a:pt x="209550" y="247650"/>
                </a:lnTo>
              </a:path>
            </a:pathLst>
          </a:custGeom>
          <a:noFill/>
          <a:ln w="16193">
            <a:solidFill>
              <a:srgbClr val="CD7939"/>
            </a:solidFill>
            <a:prstDash val="solid"/>
          </a:ln>
        </p:spPr>
      </p:sp>
      <p:sp>
        <p:nvSpPr>
          <p:cNvPr id="306" name="node-304">
            <a:extLst>
              <a:ext uri="{FF2B5EF4-FFF2-40B4-BE49-F238E27FC236}">
                <a16:creationId xmlns:a16="http://schemas.microsoft.com/office/drawing/2014/main" id="{2D625888-A745-4286-A355-095563704053}"/>
              </a:ext>
            </a:extLst>
          </p:cNvPr>
          <p:cNvSpPr>
            <a:spLocks noGrp="1"/>
          </p:cNvSpPr>
          <p:nvPr/>
        </p:nvSpPr>
        <p:spPr>
          <a:xfrm>
            <a:off x="8062913" y="7829550"/>
            <a:ext cx="95250" cy="952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CD7939"/>
            </a:solidFill>
          </a:ln>
        </p:spPr>
      </p:sp>
      <p:sp>
        <p:nvSpPr>
          <p:cNvPr id="307" name="element-305">
            <a:extLst>
              <a:ext uri="{FF2B5EF4-FFF2-40B4-BE49-F238E27FC236}">
                <a16:creationId xmlns:a16="http://schemas.microsoft.com/office/drawing/2014/main" id="{4D4F3931-92D5-4B3C-98F3-DBFEFF76B7B4}"/>
              </a:ext>
            </a:extLst>
          </p:cNvPr>
          <p:cNvSpPr>
            <a:spLocks noGrp="1"/>
          </p:cNvSpPr>
          <p:nvPr/>
        </p:nvSpPr>
        <p:spPr>
          <a:xfrm>
            <a:off x="7477125" y="7972425"/>
            <a:ext cx="8477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050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Revise /</a:t>
            </a:r>
          </a:p>
          <a:p>
            <a:pPr algn="ctr">
              <a:defRPr sz="1050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Preserve</a:t>
            </a:r>
          </a:p>
        </p:txBody>
      </p:sp>
      <p:sp>
        <p:nvSpPr>
          <p:cNvPr id="308" name="element-306">
            <a:extLst>
              <a:ext uri="{FF2B5EF4-FFF2-40B4-BE49-F238E27FC236}">
                <a16:creationId xmlns:a16="http://schemas.microsoft.com/office/drawing/2014/main" id="{C509D1AF-DDA1-4CB4-BDD5-A2634E81AB3E}"/>
              </a:ext>
            </a:extLst>
          </p:cNvPr>
          <p:cNvSpPr>
            <a:spLocks noGrp="1"/>
          </p:cNvSpPr>
          <p:nvPr/>
        </p:nvSpPr>
        <p:spPr>
          <a:xfrm>
            <a:off x="8467725" y="7219950"/>
            <a:ext cx="923925" cy="1095375"/>
          </a:xfrm>
          <a:prstGeom prst="roundRect">
            <a:avLst>
              <a:gd name="adj" fmla="val 6186"/>
            </a:avLst>
          </a:prstGeom>
          <a:solidFill>
            <a:srgbClr val="F5EFFB"/>
          </a:solidFill>
          <a:ln w="14288">
            <a:solidFill>
              <a:srgbClr val="8662B5"/>
            </a:solidFill>
          </a:ln>
        </p:spPr>
      </p:sp>
      <p:sp>
        <p:nvSpPr>
          <p:cNvPr id="309" name="node-307">
            <a:extLst>
              <a:ext uri="{FF2B5EF4-FFF2-40B4-BE49-F238E27FC236}">
                <a16:creationId xmlns:a16="http://schemas.microsoft.com/office/drawing/2014/main" id="{CE2248EC-8F65-49FE-954D-239DADBB0F81}"/>
              </a:ext>
            </a:extLst>
          </p:cNvPr>
          <p:cNvSpPr>
            <a:spLocks noGrp="1"/>
          </p:cNvSpPr>
          <p:nvPr/>
        </p:nvSpPr>
        <p:spPr>
          <a:xfrm>
            <a:off x="8562975" y="7305675"/>
            <a:ext cx="152400" cy="15240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662B5"/>
            </a:solidFill>
          </a:ln>
        </p:spPr>
      </p:sp>
      <p:sp>
        <p:nvSpPr>
          <p:cNvPr id="310" name="line-308">
            <a:extLst>
              <a:ext uri="{FF2B5EF4-FFF2-40B4-BE49-F238E27FC236}">
                <a16:creationId xmlns:a16="http://schemas.microsoft.com/office/drawing/2014/main" id="{3B37BA5D-C2D0-42E5-B3C7-A420FA819D65}"/>
              </a:ext>
            </a:extLst>
          </p:cNvPr>
          <p:cNvSpPr>
            <a:spLocks noGrp="1"/>
          </p:cNvSpPr>
          <p:nvPr/>
        </p:nvSpPr>
        <p:spPr>
          <a:xfrm>
            <a:off x="8696325" y="7439025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57150"/>
                </a:lnTo>
              </a:path>
            </a:pathLst>
          </a:custGeom>
          <a:noFill/>
          <a:ln w="32385">
            <a:solidFill>
              <a:srgbClr val="8662B5"/>
            </a:solidFill>
            <a:prstDash val="solid"/>
          </a:ln>
        </p:spPr>
      </p:sp>
      <p:sp>
        <p:nvSpPr>
          <p:cNvPr id="311" name="node-309">
            <a:extLst>
              <a:ext uri="{FF2B5EF4-FFF2-40B4-BE49-F238E27FC236}">
                <a16:creationId xmlns:a16="http://schemas.microsoft.com/office/drawing/2014/main" id="{FC3C0AB5-8A66-4D66-B8E9-ED16EFE69F63}"/>
              </a:ext>
            </a:extLst>
          </p:cNvPr>
          <p:cNvSpPr>
            <a:spLocks noGrp="1"/>
          </p:cNvSpPr>
          <p:nvPr/>
        </p:nvSpPr>
        <p:spPr>
          <a:xfrm>
            <a:off x="8872538" y="7467600"/>
            <a:ext cx="114300" cy="11430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8662B5"/>
            </a:solidFill>
          </a:ln>
        </p:spPr>
      </p:sp>
      <p:sp>
        <p:nvSpPr>
          <p:cNvPr id="312" name="line-310">
            <a:extLst>
              <a:ext uri="{FF2B5EF4-FFF2-40B4-BE49-F238E27FC236}">
                <a16:creationId xmlns:a16="http://schemas.microsoft.com/office/drawing/2014/main" id="{E101B710-E154-4C8B-874F-0D234141E1A8}"/>
              </a:ext>
            </a:extLst>
          </p:cNvPr>
          <p:cNvSpPr>
            <a:spLocks noGrp="1"/>
          </p:cNvSpPr>
          <p:nvPr/>
        </p:nvSpPr>
        <p:spPr>
          <a:xfrm>
            <a:off x="8720138" y="7581900"/>
            <a:ext cx="209550" cy="247650"/>
          </a:xfrm>
          <a:custGeom>
            <a:avLst/>
            <a:gdLst/>
            <a:ahLst/>
            <a:cxnLst/>
            <a:rect l="0" t="0" r="0" b="0"/>
            <a:pathLst>
              <a:path w="209550" h="247650">
                <a:moveTo>
                  <a:pt x="209550" y="0"/>
                </a:moveTo>
                <a:lnTo>
                  <a:pt x="0" y="247650"/>
                </a:lnTo>
              </a:path>
            </a:pathLst>
          </a:custGeom>
          <a:noFill/>
          <a:ln w="16193">
            <a:solidFill>
              <a:srgbClr val="8662B5"/>
            </a:solidFill>
            <a:prstDash val="solid"/>
          </a:ln>
        </p:spPr>
      </p:sp>
      <p:sp>
        <p:nvSpPr>
          <p:cNvPr id="313" name="node-311">
            <a:extLst>
              <a:ext uri="{FF2B5EF4-FFF2-40B4-BE49-F238E27FC236}">
                <a16:creationId xmlns:a16="http://schemas.microsoft.com/office/drawing/2014/main" id="{08735807-9F74-41F2-B00E-2055838340BF}"/>
              </a:ext>
            </a:extLst>
          </p:cNvPr>
          <p:cNvSpPr>
            <a:spLocks noGrp="1"/>
          </p:cNvSpPr>
          <p:nvPr/>
        </p:nvSpPr>
        <p:spPr>
          <a:xfrm>
            <a:off x="8672513" y="7829550"/>
            <a:ext cx="95250" cy="952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8662B5"/>
            </a:solidFill>
          </a:ln>
        </p:spPr>
      </p:sp>
      <p:sp>
        <p:nvSpPr>
          <p:cNvPr id="314" name="line-312">
            <a:extLst>
              <a:ext uri="{FF2B5EF4-FFF2-40B4-BE49-F238E27FC236}">
                <a16:creationId xmlns:a16="http://schemas.microsoft.com/office/drawing/2014/main" id="{D93302A9-2940-4454-BFCA-1BD63E3FEE29}"/>
              </a:ext>
            </a:extLst>
          </p:cNvPr>
          <p:cNvSpPr>
            <a:spLocks noGrp="1"/>
          </p:cNvSpPr>
          <p:nvPr/>
        </p:nvSpPr>
        <p:spPr>
          <a:xfrm>
            <a:off x="8929688" y="7581900"/>
            <a:ext cx="9525" cy="247650"/>
          </a:xfrm>
          <a:custGeom>
            <a:avLst/>
            <a:gdLst/>
            <a:ahLst/>
            <a:cxnLst/>
            <a:rect l="0" t="0" r="0" b="0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6193">
            <a:solidFill>
              <a:srgbClr val="8662B5"/>
            </a:solidFill>
            <a:prstDash val="solid"/>
          </a:ln>
        </p:spPr>
      </p:sp>
      <p:sp>
        <p:nvSpPr>
          <p:cNvPr id="315" name="node-313">
            <a:extLst>
              <a:ext uri="{FF2B5EF4-FFF2-40B4-BE49-F238E27FC236}">
                <a16:creationId xmlns:a16="http://schemas.microsoft.com/office/drawing/2014/main" id="{AE66FD9C-A145-4385-A19A-CF314D55E251}"/>
              </a:ext>
            </a:extLst>
          </p:cNvPr>
          <p:cNvSpPr>
            <a:spLocks noGrp="1"/>
          </p:cNvSpPr>
          <p:nvPr/>
        </p:nvSpPr>
        <p:spPr>
          <a:xfrm>
            <a:off x="8882063" y="7829550"/>
            <a:ext cx="95250" cy="952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8662B5"/>
            </a:solidFill>
          </a:ln>
        </p:spPr>
      </p:sp>
      <p:sp>
        <p:nvSpPr>
          <p:cNvPr id="316" name="line-314">
            <a:extLst>
              <a:ext uri="{FF2B5EF4-FFF2-40B4-BE49-F238E27FC236}">
                <a16:creationId xmlns:a16="http://schemas.microsoft.com/office/drawing/2014/main" id="{2E95030C-42E8-4677-9958-8C239D21BF2C}"/>
              </a:ext>
            </a:extLst>
          </p:cNvPr>
          <p:cNvSpPr>
            <a:spLocks noGrp="1"/>
          </p:cNvSpPr>
          <p:nvPr/>
        </p:nvSpPr>
        <p:spPr>
          <a:xfrm>
            <a:off x="8929688" y="7581900"/>
            <a:ext cx="209550" cy="247650"/>
          </a:xfrm>
          <a:custGeom>
            <a:avLst/>
            <a:gdLst/>
            <a:ahLst/>
            <a:cxnLst/>
            <a:rect l="0" t="0" r="0" b="0"/>
            <a:pathLst>
              <a:path w="209550" h="247650">
                <a:moveTo>
                  <a:pt x="0" y="0"/>
                </a:moveTo>
                <a:lnTo>
                  <a:pt x="209550" y="247650"/>
                </a:lnTo>
              </a:path>
            </a:pathLst>
          </a:custGeom>
          <a:noFill/>
          <a:ln w="16193">
            <a:solidFill>
              <a:srgbClr val="8662B5"/>
            </a:solidFill>
            <a:prstDash val="solid"/>
          </a:ln>
        </p:spPr>
      </p:sp>
      <p:sp>
        <p:nvSpPr>
          <p:cNvPr id="317" name="node-315">
            <a:extLst>
              <a:ext uri="{FF2B5EF4-FFF2-40B4-BE49-F238E27FC236}">
                <a16:creationId xmlns:a16="http://schemas.microsoft.com/office/drawing/2014/main" id="{6777F6FC-EF21-4349-813B-57DA7F058D4E}"/>
              </a:ext>
            </a:extLst>
          </p:cNvPr>
          <p:cNvSpPr>
            <a:spLocks noGrp="1"/>
          </p:cNvSpPr>
          <p:nvPr/>
        </p:nvSpPr>
        <p:spPr>
          <a:xfrm>
            <a:off x="9091613" y="7829550"/>
            <a:ext cx="95250" cy="952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8662B5"/>
            </a:solidFill>
          </a:ln>
        </p:spPr>
      </p:sp>
      <p:sp>
        <p:nvSpPr>
          <p:cNvPr id="318" name="element-316">
            <a:extLst>
              <a:ext uri="{FF2B5EF4-FFF2-40B4-BE49-F238E27FC236}">
                <a16:creationId xmlns:a16="http://schemas.microsoft.com/office/drawing/2014/main" id="{170E17D5-9290-4791-8010-906472FD386A}"/>
              </a:ext>
            </a:extLst>
          </p:cNvPr>
          <p:cNvSpPr>
            <a:spLocks noGrp="1"/>
          </p:cNvSpPr>
          <p:nvPr/>
        </p:nvSpPr>
        <p:spPr>
          <a:xfrm>
            <a:off x="8505825" y="7972425"/>
            <a:ext cx="8477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050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Revise /</a:t>
            </a:r>
          </a:p>
          <a:p>
            <a:pPr algn="ctr">
              <a:defRPr sz="1050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Preserve</a:t>
            </a:r>
          </a:p>
        </p:txBody>
      </p:sp>
      <p:sp>
        <p:nvSpPr>
          <p:cNvPr id="319" name="element-317">
            <a:extLst>
              <a:ext uri="{FF2B5EF4-FFF2-40B4-BE49-F238E27FC236}">
                <a16:creationId xmlns:a16="http://schemas.microsoft.com/office/drawing/2014/main" id="{29C4F043-6C6E-4142-B950-FBD71B7745D3}"/>
              </a:ext>
            </a:extLst>
          </p:cNvPr>
          <p:cNvSpPr>
            <a:spLocks noGrp="1"/>
          </p:cNvSpPr>
          <p:nvPr/>
        </p:nvSpPr>
        <p:spPr>
          <a:xfrm>
            <a:off x="9496425" y="7219950"/>
            <a:ext cx="923925" cy="1095375"/>
          </a:xfrm>
          <a:prstGeom prst="roundRect">
            <a:avLst>
              <a:gd name="adj" fmla="val 6186"/>
            </a:avLst>
          </a:prstGeom>
          <a:solidFill>
            <a:srgbClr val="EFF4FA"/>
          </a:solidFill>
          <a:ln w="14288">
            <a:solidFill>
              <a:srgbClr val="4B77AA"/>
            </a:solidFill>
          </a:ln>
        </p:spPr>
      </p:sp>
      <p:sp>
        <p:nvSpPr>
          <p:cNvPr id="320" name="node-318">
            <a:extLst>
              <a:ext uri="{FF2B5EF4-FFF2-40B4-BE49-F238E27FC236}">
                <a16:creationId xmlns:a16="http://schemas.microsoft.com/office/drawing/2014/main" id="{BC8D6AFE-C3FF-4B68-8D4B-1A65656E072E}"/>
              </a:ext>
            </a:extLst>
          </p:cNvPr>
          <p:cNvSpPr>
            <a:spLocks noGrp="1"/>
          </p:cNvSpPr>
          <p:nvPr/>
        </p:nvSpPr>
        <p:spPr>
          <a:xfrm>
            <a:off x="9591675" y="7305675"/>
            <a:ext cx="152400" cy="15240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B77AA"/>
            </a:solidFill>
          </a:ln>
        </p:spPr>
      </p:sp>
      <p:sp>
        <p:nvSpPr>
          <p:cNvPr id="321" name="line-319">
            <a:extLst>
              <a:ext uri="{FF2B5EF4-FFF2-40B4-BE49-F238E27FC236}">
                <a16:creationId xmlns:a16="http://schemas.microsoft.com/office/drawing/2014/main" id="{732C37E8-5B85-4951-AFA6-C9893308217E}"/>
              </a:ext>
            </a:extLst>
          </p:cNvPr>
          <p:cNvSpPr>
            <a:spLocks noGrp="1"/>
          </p:cNvSpPr>
          <p:nvPr/>
        </p:nvSpPr>
        <p:spPr>
          <a:xfrm>
            <a:off x="9725025" y="7439025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57150"/>
                </a:lnTo>
              </a:path>
            </a:pathLst>
          </a:custGeom>
          <a:noFill/>
          <a:ln w="32385">
            <a:solidFill>
              <a:srgbClr val="4B77AA"/>
            </a:solidFill>
            <a:prstDash val="solid"/>
          </a:ln>
        </p:spPr>
      </p:sp>
      <p:sp>
        <p:nvSpPr>
          <p:cNvPr id="322" name="node-320">
            <a:extLst>
              <a:ext uri="{FF2B5EF4-FFF2-40B4-BE49-F238E27FC236}">
                <a16:creationId xmlns:a16="http://schemas.microsoft.com/office/drawing/2014/main" id="{C5222919-1B5B-4A2B-8F1B-CA60B6C813C4}"/>
              </a:ext>
            </a:extLst>
          </p:cNvPr>
          <p:cNvSpPr>
            <a:spLocks noGrp="1"/>
          </p:cNvSpPr>
          <p:nvPr/>
        </p:nvSpPr>
        <p:spPr>
          <a:xfrm>
            <a:off x="9901238" y="7467600"/>
            <a:ext cx="114300" cy="11430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4B77AA"/>
            </a:solidFill>
          </a:ln>
        </p:spPr>
      </p:sp>
      <p:sp>
        <p:nvSpPr>
          <p:cNvPr id="323" name="line-321">
            <a:extLst>
              <a:ext uri="{FF2B5EF4-FFF2-40B4-BE49-F238E27FC236}">
                <a16:creationId xmlns:a16="http://schemas.microsoft.com/office/drawing/2014/main" id="{292A91F6-F4D9-436D-A2F3-C66C98393EC3}"/>
              </a:ext>
            </a:extLst>
          </p:cNvPr>
          <p:cNvSpPr>
            <a:spLocks noGrp="1"/>
          </p:cNvSpPr>
          <p:nvPr/>
        </p:nvSpPr>
        <p:spPr>
          <a:xfrm>
            <a:off x="9748838" y="7581900"/>
            <a:ext cx="209550" cy="247650"/>
          </a:xfrm>
          <a:custGeom>
            <a:avLst/>
            <a:gdLst/>
            <a:ahLst/>
            <a:cxnLst/>
            <a:rect l="0" t="0" r="0" b="0"/>
            <a:pathLst>
              <a:path w="209550" h="247650">
                <a:moveTo>
                  <a:pt x="209550" y="0"/>
                </a:moveTo>
                <a:lnTo>
                  <a:pt x="0" y="247650"/>
                </a:lnTo>
              </a:path>
            </a:pathLst>
          </a:custGeom>
          <a:noFill/>
          <a:ln w="16193">
            <a:solidFill>
              <a:srgbClr val="4B77AA"/>
            </a:solidFill>
            <a:prstDash val="solid"/>
          </a:ln>
        </p:spPr>
      </p:sp>
      <p:sp>
        <p:nvSpPr>
          <p:cNvPr id="324" name="node-322">
            <a:extLst>
              <a:ext uri="{FF2B5EF4-FFF2-40B4-BE49-F238E27FC236}">
                <a16:creationId xmlns:a16="http://schemas.microsoft.com/office/drawing/2014/main" id="{86999F30-8DC1-43DB-B4C8-7B198FA2A2B9}"/>
              </a:ext>
            </a:extLst>
          </p:cNvPr>
          <p:cNvSpPr>
            <a:spLocks noGrp="1"/>
          </p:cNvSpPr>
          <p:nvPr/>
        </p:nvSpPr>
        <p:spPr>
          <a:xfrm>
            <a:off x="9701213" y="7829550"/>
            <a:ext cx="95250" cy="952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4B77AA"/>
            </a:solidFill>
          </a:ln>
        </p:spPr>
      </p:sp>
      <p:sp>
        <p:nvSpPr>
          <p:cNvPr id="325" name="line-323">
            <a:extLst>
              <a:ext uri="{FF2B5EF4-FFF2-40B4-BE49-F238E27FC236}">
                <a16:creationId xmlns:a16="http://schemas.microsoft.com/office/drawing/2014/main" id="{17CD410E-EFAF-4FD2-8763-AE5FA9BAA483}"/>
              </a:ext>
            </a:extLst>
          </p:cNvPr>
          <p:cNvSpPr>
            <a:spLocks noGrp="1"/>
          </p:cNvSpPr>
          <p:nvPr/>
        </p:nvSpPr>
        <p:spPr>
          <a:xfrm>
            <a:off x="9958388" y="7581900"/>
            <a:ext cx="9525" cy="247650"/>
          </a:xfrm>
          <a:custGeom>
            <a:avLst/>
            <a:gdLst/>
            <a:ahLst/>
            <a:cxnLst/>
            <a:rect l="0" t="0" r="0" b="0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6193">
            <a:solidFill>
              <a:srgbClr val="4B77AA"/>
            </a:solidFill>
            <a:prstDash val="solid"/>
          </a:ln>
        </p:spPr>
      </p:sp>
      <p:sp>
        <p:nvSpPr>
          <p:cNvPr id="326" name="node-324">
            <a:extLst>
              <a:ext uri="{FF2B5EF4-FFF2-40B4-BE49-F238E27FC236}">
                <a16:creationId xmlns:a16="http://schemas.microsoft.com/office/drawing/2014/main" id="{2ED91E0E-10E8-4E48-981E-08F3558923D5}"/>
              </a:ext>
            </a:extLst>
          </p:cNvPr>
          <p:cNvSpPr>
            <a:spLocks noGrp="1"/>
          </p:cNvSpPr>
          <p:nvPr/>
        </p:nvSpPr>
        <p:spPr>
          <a:xfrm>
            <a:off x="9910763" y="7829550"/>
            <a:ext cx="95250" cy="952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4B77AA"/>
            </a:solidFill>
          </a:ln>
        </p:spPr>
      </p:sp>
      <p:sp>
        <p:nvSpPr>
          <p:cNvPr id="327" name="line-325">
            <a:extLst>
              <a:ext uri="{FF2B5EF4-FFF2-40B4-BE49-F238E27FC236}">
                <a16:creationId xmlns:a16="http://schemas.microsoft.com/office/drawing/2014/main" id="{E8875AF9-AB3D-41EB-900A-3F930594997C}"/>
              </a:ext>
            </a:extLst>
          </p:cNvPr>
          <p:cNvSpPr>
            <a:spLocks noGrp="1"/>
          </p:cNvSpPr>
          <p:nvPr/>
        </p:nvSpPr>
        <p:spPr>
          <a:xfrm>
            <a:off x="9958388" y="7581900"/>
            <a:ext cx="209550" cy="247650"/>
          </a:xfrm>
          <a:custGeom>
            <a:avLst/>
            <a:gdLst/>
            <a:ahLst/>
            <a:cxnLst/>
            <a:rect l="0" t="0" r="0" b="0"/>
            <a:pathLst>
              <a:path w="209550" h="247650">
                <a:moveTo>
                  <a:pt x="0" y="0"/>
                </a:moveTo>
                <a:lnTo>
                  <a:pt x="209550" y="247650"/>
                </a:lnTo>
              </a:path>
            </a:pathLst>
          </a:custGeom>
          <a:noFill/>
          <a:ln w="16193">
            <a:solidFill>
              <a:srgbClr val="4B77AA"/>
            </a:solidFill>
            <a:prstDash val="solid"/>
          </a:ln>
        </p:spPr>
      </p:sp>
      <p:sp>
        <p:nvSpPr>
          <p:cNvPr id="328" name="node-326">
            <a:extLst>
              <a:ext uri="{FF2B5EF4-FFF2-40B4-BE49-F238E27FC236}">
                <a16:creationId xmlns:a16="http://schemas.microsoft.com/office/drawing/2014/main" id="{3E57577C-5E62-451B-B2E4-2F1DD9FE54E4}"/>
              </a:ext>
            </a:extLst>
          </p:cNvPr>
          <p:cNvSpPr>
            <a:spLocks noGrp="1"/>
          </p:cNvSpPr>
          <p:nvPr/>
        </p:nvSpPr>
        <p:spPr>
          <a:xfrm>
            <a:off x="10120313" y="7829550"/>
            <a:ext cx="95250" cy="952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4B77AA"/>
            </a:solidFill>
          </a:ln>
        </p:spPr>
      </p:sp>
      <p:sp>
        <p:nvSpPr>
          <p:cNvPr id="329" name="element-327">
            <a:extLst>
              <a:ext uri="{FF2B5EF4-FFF2-40B4-BE49-F238E27FC236}">
                <a16:creationId xmlns:a16="http://schemas.microsoft.com/office/drawing/2014/main" id="{F6F9D909-D87C-4764-9BAA-43754167395C}"/>
              </a:ext>
            </a:extLst>
          </p:cNvPr>
          <p:cNvSpPr>
            <a:spLocks noGrp="1"/>
          </p:cNvSpPr>
          <p:nvPr/>
        </p:nvSpPr>
        <p:spPr>
          <a:xfrm>
            <a:off x="9534525" y="7972425"/>
            <a:ext cx="8477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050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Revise /</a:t>
            </a:r>
          </a:p>
          <a:p>
            <a:pPr algn="ctr">
              <a:defRPr sz="1050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Preserve</a:t>
            </a:r>
          </a:p>
        </p:txBody>
      </p:sp>
      <p:sp>
        <p:nvSpPr>
          <p:cNvPr id="330" name="element-328">
            <a:extLst>
              <a:ext uri="{FF2B5EF4-FFF2-40B4-BE49-F238E27FC236}">
                <a16:creationId xmlns:a16="http://schemas.microsoft.com/office/drawing/2014/main" id="{D170E224-46E6-46EE-89D1-F21288AE74DA}"/>
              </a:ext>
            </a:extLst>
          </p:cNvPr>
          <p:cNvSpPr>
            <a:spLocks noGrp="1"/>
          </p:cNvSpPr>
          <p:nvPr/>
        </p:nvSpPr>
        <p:spPr>
          <a:xfrm>
            <a:off x="5419725" y="8401050"/>
            <a:ext cx="5048250" cy="219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350" b="0">
                <a:solidFill>
                  <a:srgbClr val="5B6C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B6C80"/>
                </a:solidFill>
                <a:latin typeface="Arial"/>
                <a:ea typeface="Arial"/>
                <a:cs typeface="Arial"/>
              </a:rPr>
              <a:t>Subtree + report + routed system feedback</a:t>
            </a:r>
          </a:p>
        </p:txBody>
      </p:sp>
      <p:sp>
        <p:nvSpPr>
          <p:cNvPr id="331" name="element-329">
            <a:extLst>
              <a:ext uri="{FF2B5EF4-FFF2-40B4-BE49-F238E27FC236}">
                <a16:creationId xmlns:a16="http://schemas.microsoft.com/office/drawing/2014/main" id="{01B3F280-200A-499D-8920-511F8D8E1A87}"/>
              </a:ext>
            </a:extLst>
          </p:cNvPr>
          <p:cNvSpPr>
            <a:spLocks noGrp="1"/>
          </p:cNvSpPr>
          <p:nvPr/>
        </p:nvSpPr>
        <p:spPr>
          <a:xfrm>
            <a:off x="11029950" y="6696075"/>
            <a:ext cx="2333625" cy="1990725"/>
          </a:xfrm>
          <a:prstGeom prst="roundRect">
            <a:avLst>
              <a:gd name="adj" fmla="val 3828"/>
            </a:avLst>
          </a:prstGeom>
          <a:solidFill>
            <a:srgbClr val="FFF7F0"/>
          </a:solidFill>
          <a:ln w="14288">
            <a:solidFill>
              <a:srgbClr val="D96933"/>
            </a:solidFill>
          </a:ln>
        </p:spPr>
      </p:sp>
      <p:sp>
        <p:nvSpPr>
          <p:cNvPr id="332" name="element-330">
            <a:extLst>
              <a:ext uri="{FF2B5EF4-FFF2-40B4-BE49-F238E27FC236}">
                <a16:creationId xmlns:a16="http://schemas.microsoft.com/office/drawing/2014/main" id="{2119BAD2-2BCD-4463-A951-B4FD29F0A2AF}"/>
              </a:ext>
            </a:extLst>
          </p:cNvPr>
          <p:cNvSpPr>
            <a:spLocks noGrp="1"/>
          </p:cNvSpPr>
          <p:nvPr/>
        </p:nvSpPr>
        <p:spPr>
          <a:xfrm>
            <a:off x="11715750" y="6905625"/>
            <a:ext cx="342900" cy="4191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4288">
            <a:solidFill>
              <a:srgbClr val="D96933"/>
            </a:solidFill>
          </a:ln>
        </p:spPr>
      </p:sp>
      <p:sp>
        <p:nvSpPr>
          <p:cNvPr id="333" name="line-331">
            <a:extLst>
              <a:ext uri="{FF2B5EF4-FFF2-40B4-BE49-F238E27FC236}">
                <a16:creationId xmlns:a16="http://schemas.microsoft.com/office/drawing/2014/main" id="{85541C8A-70F9-4850-B3B2-3E8D7AC51D29}"/>
              </a:ext>
            </a:extLst>
          </p:cNvPr>
          <p:cNvSpPr>
            <a:spLocks noGrp="1"/>
          </p:cNvSpPr>
          <p:nvPr/>
        </p:nvSpPr>
        <p:spPr>
          <a:xfrm>
            <a:off x="11784330" y="7031355"/>
            <a:ext cx="205740" cy="9525"/>
          </a:xfrm>
          <a:custGeom>
            <a:avLst/>
            <a:gdLst/>
            <a:ahLst/>
            <a:cxnLst/>
            <a:rect l="0" t="0" r="0" b="0"/>
            <a:pathLst>
              <a:path w="205740" h="9525">
                <a:moveTo>
                  <a:pt x="0" y="0"/>
                </a:moveTo>
                <a:lnTo>
                  <a:pt x="205740" y="0"/>
                </a:lnTo>
              </a:path>
            </a:pathLst>
          </a:custGeom>
          <a:noFill/>
          <a:ln w="12383">
            <a:solidFill>
              <a:srgbClr val="D96933"/>
            </a:solidFill>
            <a:prstDash val="solid"/>
          </a:ln>
        </p:spPr>
      </p:sp>
      <p:sp>
        <p:nvSpPr>
          <p:cNvPr id="334" name="line-332">
            <a:extLst>
              <a:ext uri="{FF2B5EF4-FFF2-40B4-BE49-F238E27FC236}">
                <a16:creationId xmlns:a16="http://schemas.microsoft.com/office/drawing/2014/main" id="{378E0FAD-7806-4E36-B1D5-25E673555264}"/>
              </a:ext>
            </a:extLst>
          </p:cNvPr>
          <p:cNvSpPr>
            <a:spLocks noGrp="1"/>
          </p:cNvSpPr>
          <p:nvPr/>
        </p:nvSpPr>
        <p:spPr>
          <a:xfrm>
            <a:off x="11784330" y="7106793"/>
            <a:ext cx="205740" cy="9525"/>
          </a:xfrm>
          <a:custGeom>
            <a:avLst/>
            <a:gdLst/>
            <a:ahLst/>
            <a:cxnLst/>
            <a:rect l="0" t="0" r="0" b="0"/>
            <a:pathLst>
              <a:path w="205740" h="9525">
                <a:moveTo>
                  <a:pt x="0" y="0"/>
                </a:moveTo>
                <a:lnTo>
                  <a:pt x="205740" y="0"/>
                </a:lnTo>
              </a:path>
            </a:pathLst>
          </a:custGeom>
          <a:noFill/>
          <a:ln w="12383">
            <a:solidFill>
              <a:srgbClr val="D96933"/>
            </a:solidFill>
            <a:prstDash val="solid"/>
          </a:ln>
        </p:spPr>
      </p:sp>
      <p:sp>
        <p:nvSpPr>
          <p:cNvPr id="335" name="line-333">
            <a:extLst>
              <a:ext uri="{FF2B5EF4-FFF2-40B4-BE49-F238E27FC236}">
                <a16:creationId xmlns:a16="http://schemas.microsoft.com/office/drawing/2014/main" id="{058F4447-ACF0-4EBA-9297-8EEF599E20AC}"/>
              </a:ext>
            </a:extLst>
          </p:cNvPr>
          <p:cNvSpPr>
            <a:spLocks noGrp="1"/>
          </p:cNvSpPr>
          <p:nvPr/>
        </p:nvSpPr>
        <p:spPr>
          <a:xfrm>
            <a:off x="11784330" y="7182231"/>
            <a:ext cx="154305" cy="9525"/>
          </a:xfrm>
          <a:custGeom>
            <a:avLst/>
            <a:gdLst/>
            <a:ahLst/>
            <a:cxnLst/>
            <a:rect l="0" t="0" r="0" b="0"/>
            <a:pathLst>
              <a:path w="154305" h="9525">
                <a:moveTo>
                  <a:pt x="0" y="0"/>
                </a:moveTo>
                <a:lnTo>
                  <a:pt x="154305" y="0"/>
                </a:lnTo>
              </a:path>
            </a:pathLst>
          </a:custGeom>
          <a:noFill/>
          <a:ln w="12383">
            <a:solidFill>
              <a:srgbClr val="D96933"/>
            </a:solidFill>
            <a:prstDash val="solid"/>
          </a:ln>
        </p:spPr>
      </p:sp>
      <p:sp>
        <p:nvSpPr>
          <p:cNvPr id="336" name="node-334">
            <a:extLst>
              <a:ext uri="{FF2B5EF4-FFF2-40B4-BE49-F238E27FC236}">
                <a16:creationId xmlns:a16="http://schemas.microsoft.com/office/drawing/2014/main" id="{C7F3CA0B-71DC-471B-93C6-5D5871A73C15}"/>
              </a:ext>
            </a:extLst>
          </p:cNvPr>
          <p:cNvSpPr>
            <a:spLocks noGrp="1"/>
          </p:cNvSpPr>
          <p:nvPr/>
        </p:nvSpPr>
        <p:spPr>
          <a:xfrm>
            <a:off x="12001500" y="7115175"/>
            <a:ext cx="247650" cy="247650"/>
          </a:xfrm>
          <a:prstGeom prst="ellipse">
            <a:avLst/>
          </a:prstGeom>
          <a:noFill/>
          <a:ln w="16193">
            <a:solidFill>
              <a:srgbClr val="D96933"/>
            </a:solidFill>
          </a:ln>
        </p:spPr>
      </p:sp>
      <p:sp>
        <p:nvSpPr>
          <p:cNvPr id="337" name="line-335">
            <a:extLst>
              <a:ext uri="{FF2B5EF4-FFF2-40B4-BE49-F238E27FC236}">
                <a16:creationId xmlns:a16="http://schemas.microsoft.com/office/drawing/2014/main" id="{C813F120-EC62-4E0C-8BC2-EE2BBFA0D78B}"/>
              </a:ext>
            </a:extLst>
          </p:cNvPr>
          <p:cNvSpPr>
            <a:spLocks noGrp="1"/>
          </p:cNvSpPr>
          <p:nvPr/>
        </p:nvSpPr>
        <p:spPr>
          <a:xfrm>
            <a:off x="12211050" y="7324725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0"/>
                </a:moveTo>
                <a:lnTo>
                  <a:pt x="114300" y="114300"/>
                </a:lnTo>
              </a:path>
            </a:pathLst>
          </a:custGeom>
          <a:noFill/>
          <a:ln w="28575">
            <a:solidFill>
              <a:srgbClr val="D96933"/>
            </a:solidFill>
            <a:prstDash val="solid"/>
          </a:ln>
        </p:spPr>
      </p:sp>
      <p:sp>
        <p:nvSpPr>
          <p:cNvPr id="338" name="element-336">
            <a:extLst>
              <a:ext uri="{FF2B5EF4-FFF2-40B4-BE49-F238E27FC236}">
                <a16:creationId xmlns:a16="http://schemas.microsoft.com/office/drawing/2014/main" id="{35FC7A74-FCE0-4327-9845-729BCB457176}"/>
              </a:ext>
            </a:extLst>
          </p:cNvPr>
          <p:cNvSpPr>
            <a:spLocks noGrp="1"/>
          </p:cNvSpPr>
          <p:nvPr/>
        </p:nvSpPr>
        <p:spPr>
          <a:xfrm>
            <a:off x="11144250" y="7534275"/>
            <a:ext cx="2095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800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System-level</a:t>
            </a:r>
          </a:p>
          <a:p>
            <a:pPr algn="ctr">
              <a:defRPr sz="1800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2C50"/>
                </a:solidFill>
                <a:latin typeface="Arial"/>
                <a:ea typeface="Arial"/>
                <a:cs typeface="Arial"/>
              </a:rPr>
              <a:t>reflection</a:t>
            </a:r>
          </a:p>
        </p:txBody>
      </p:sp>
      <p:sp>
        <p:nvSpPr>
          <p:cNvPr id="339" name="element-337">
            <a:extLst>
              <a:ext uri="{FF2B5EF4-FFF2-40B4-BE49-F238E27FC236}">
                <a16:creationId xmlns:a16="http://schemas.microsoft.com/office/drawing/2014/main" id="{DEE19EE5-F3FE-43E6-BC13-996243F56CC5}"/>
              </a:ext>
            </a:extLst>
          </p:cNvPr>
          <p:cNvSpPr>
            <a:spLocks noGrp="1"/>
          </p:cNvSpPr>
          <p:nvPr/>
        </p:nvSpPr>
        <p:spPr>
          <a:xfrm>
            <a:off x="11163300" y="8172450"/>
            <a:ext cx="20574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350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Audit arbiter context</a:t>
            </a:r>
          </a:p>
          <a:p>
            <a:pPr algn="ctr">
              <a:defRPr sz="1350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and output</a:t>
            </a:r>
          </a:p>
        </p:txBody>
      </p:sp>
      <p:sp>
        <p:nvSpPr>
          <p:cNvPr id="340" name="element-338">
            <a:extLst>
              <a:ext uri="{FF2B5EF4-FFF2-40B4-BE49-F238E27FC236}">
                <a16:creationId xmlns:a16="http://schemas.microsoft.com/office/drawing/2014/main" id="{56B30019-6CEC-4761-91AD-5149D4C99D4F}"/>
              </a:ext>
            </a:extLst>
          </p:cNvPr>
          <p:cNvSpPr>
            <a:spLocks noGrp="1"/>
          </p:cNvSpPr>
          <p:nvPr/>
        </p:nvSpPr>
        <p:spPr>
          <a:xfrm>
            <a:off x="13744575" y="5953125"/>
            <a:ext cx="3133725" cy="2733675"/>
          </a:xfrm>
          <a:prstGeom prst="roundRect">
            <a:avLst>
              <a:gd name="adj" fmla="val 2787"/>
            </a:avLst>
          </a:prstGeom>
          <a:solidFill>
            <a:srgbClr val="F4FBF9"/>
          </a:solidFill>
          <a:ln w="14288">
            <a:solidFill>
              <a:srgbClr val="8DC8B8"/>
            </a:solidFill>
          </a:ln>
        </p:spPr>
      </p:sp>
      <p:sp>
        <p:nvSpPr>
          <p:cNvPr id="341" name="element-339">
            <a:extLst>
              <a:ext uri="{FF2B5EF4-FFF2-40B4-BE49-F238E27FC236}">
                <a16:creationId xmlns:a16="http://schemas.microsoft.com/office/drawing/2014/main" id="{E4C2CE85-1A37-432B-8418-7E62D6F1E50C}"/>
              </a:ext>
            </a:extLst>
          </p:cNvPr>
          <p:cNvSpPr>
            <a:spLocks noGrp="1"/>
          </p:cNvSpPr>
          <p:nvPr/>
        </p:nvSpPr>
        <p:spPr>
          <a:xfrm>
            <a:off x="13887450" y="6124575"/>
            <a:ext cx="2847975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800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800" b="1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System assessment</a:t>
            </a:r>
          </a:p>
        </p:txBody>
      </p:sp>
      <p:sp>
        <p:nvSpPr>
          <p:cNvPr id="342" name="node-340">
            <a:extLst>
              <a:ext uri="{FF2B5EF4-FFF2-40B4-BE49-F238E27FC236}">
                <a16:creationId xmlns:a16="http://schemas.microsoft.com/office/drawing/2014/main" id="{58A93308-B212-4D6B-9C46-F8B845510B99}"/>
              </a:ext>
            </a:extLst>
          </p:cNvPr>
          <p:cNvSpPr>
            <a:spLocks noGrp="1"/>
          </p:cNvSpPr>
          <p:nvPr/>
        </p:nvSpPr>
        <p:spPr>
          <a:xfrm>
            <a:off x="14020800" y="6572250"/>
            <a:ext cx="142875" cy="142875"/>
          </a:xfrm>
          <a:prstGeom prst="ellipse">
            <a:avLst/>
          </a:prstGeom>
          <a:solidFill>
            <a:srgbClr val="122C50"/>
          </a:solidFill>
          <a:ln w="16193">
            <a:solidFill>
              <a:srgbClr val="122C50"/>
            </a:solidFill>
          </a:ln>
        </p:spPr>
      </p:sp>
      <p:sp>
        <p:nvSpPr>
          <p:cNvPr id="343" name="element-341">
            <a:extLst>
              <a:ext uri="{FF2B5EF4-FFF2-40B4-BE49-F238E27FC236}">
                <a16:creationId xmlns:a16="http://schemas.microsoft.com/office/drawing/2014/main" id="{DC4EB853-8B94-41B7-A28D-89C9ED54E584}"/>
              </a:ext>
            </a:extLst>
          </p:cNvPr>
          <p:cNvSpPr>
            <a:spLocks noGrp="1"/>
          </p:cNvSpPr>
          <p:nvPr/>
        </p:nvSpPr>
        <p:spPr>
          <a:xfrm>
            <a:off x="13982700" y="6743700"/>
            <a:ext cx="219075" cy="142875"/>
          </a:xfrm>
          <a:prstGeom prst="roundRect">
            <a:avLst>
              <a:gd name="adj" fmla="val 33333"/>
            </a:avLst>
          </a:prstGeom>
          <a:solidFill>
            <a:srgbClr val="122C50"/>
          </a:solidFill>
          <a:ln w="14288">
            <a:solidFill>
              <a:srgbClr val="122C50"/>
            </a:solidFill>
          </a:ln>
        </p:spPr>
      </p:sp>
      <p:sp>
        <p:nvSpPr>
          <p:cNvPr id="344" name="element-342">
            <a:extLst>
              <a:ext uri="{FF2B5EF4-FFF2-40B4-BE49-F238E27FC236}">
                <a16:creationId xmlns:a16="http://schemas.microsoft.com/office/drawing/2014/main" id="{A6AE0D8D-59BA-48A8-8620-8FDC0B6180EE}"/>
              </a:ext>
            </a:extLst>
          </p:cNvPr>
          <p:cNvSpPr>
            <a:spLocks noGrp="1"/>
          </p:cNvSpPr>
          <p:nvPr/>
        </p:nvSpPr>
        <p:spPr>
          <a:xfrm>
            <a:off x="14316075" y="6524625"/>
            <a:ext cx="22764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Human preference</a:t>
            </a:r>
          </a:p>
        </p:txBody>
      </p:sp>
      <p:sp>
        <p:nvSpPr>
          <p:cNvPr id="345" name="element-343">
            <a:extLst>
              <a:ext uri="{FF2B5EF4-FFF2-40B4-BE49-F238E27FC236}">
                <a16:creationId xmlns:a16="http://schemas.microsoft.com/office/drawing/2014/main" id="{634A4F16-2E68-4E4C-8B6B-26C9B3D85764}"/>
              </a:ext>
            </a:extLst>
          </p:cNvPr>
          <p:cNvSpPr>
            <a:spLocks noGrp="1"/>
          </p:cNvSpPr>
          <p:nvPr/>
        </p:nvSpPr>
        <p:spPr>
          <a:xfrm>
            <a:off x="13925550" y="7077075"/>
            <a:ext cx="2771775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00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Current vs. candidate</a:t>
            </a:r>
          </a:p>
        </p:txBody>
      </p:sp>
      <p:sp>
        <p:nvSpPr>
          <p:cNvPr id="346" name="element-344">
            <a:extLst>
              <a:ext uri="{FF2B5EF4-FFF2-40B4-BE49-F238E27FC236}">
                <a16:creationId xmlns:a16="http://schemas.microsoft.com/office/drawing/2014/main" id="{52F49684-A768-4ED7-A3D4-D6F96306E3C6}"/>
              </a:ext>
            </a:extLst>
          </p:cNvPr>
          <p:cNvSpPr>
            <a:spLocks noGrp="1"/>
          </p:cNvSpPr>
          <p:nvPr/>
        </p:nvSpPr>
        <p:spPr>
          <a:xfrm>
            <a:off x="13916025" y="7477125"/>
            <a:ext cx="2771775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725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Strict ACC(candidate)</a:t>
            </a:r>
          </a:p>
          <a:p>
            <a:pPr algn="ctr">
              <a:defRPr sz="1725" b="1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725" b="1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&gt; Strict ACC(current)</a:t>
            </a:r>
          </a:p>
        </p:txBody>
      </p:sp>
      <p:sp>
        <p:nvSpPr>
          <p:cNvPr id="347" name="element-345">
            <a:extLst>
              <a:ext uri="{FF2B5EF4-FFF2-40B4-BE49-F238E27FC236}">
                <a16:creationId xmlns:a16="http://schemas.microsoft.com/office/drawing/2014/main" id="{0CBD4B96-61CE-4EF4-89C7-FB6EE0D9A424}"/>
              </a:ext>
            </a:extLst>
          </p:cNvPr>
          <p:cNvSpPr>
            <a:spLocks noGrp="1"/>
          </p:cNvSpPr>
          <p:nvPr/>
        </p:nvSpPr>
        <p:spPr>
          <a:xfrm>
            <a:off x="13896975" y="8143875"/>
            <a:ext cx="2809875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350" b="0">
                <a:solidFill>
                  <a:srgbClr val="26796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67963"/>
                </a:solidFill>
                <a:latin typeface="Arial"/>
                <a:ea typeface="Arial"/>
                <a:cs typeface="Arial"/>
              </a:rPr>
              <a:t>Accept all proposed splits</a:t>
            </a:r>
          </a:p>
          <a:p>
            <a:pPr algn="ctr">
              <a:defRPr sz="1350" b="0">
                <a:solidFill>
                  <a:srgbClr val="26796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67963"/>
                </a:solidFill>
                <a:latin typeface="Arial"/>
                <a:ea typeface="Arial"/>
                <a:cs typeface="Arial"/>
              </a:rPr>
              <a:t>Otherwise retain current</a:t>
            </a:r>
          </a:p>
        </p:txBody>
      </p:sp>
      <p:sp>
        <p:nvSpPr>
          <p:cNvPr id="348" name="line-346">
            <a:extLst>
              <a:ext uri="{FF2B5EF4-FFF2-40B4-BE49-F238E27FC236}">
                <a16:creationId xmlns:a16="http://schemas.microsoft.com/office/drawing/2014/main" id="{E88C70DF-4D7E-41C7-AB20-BB5E8DBB8E33}"/>
              </a:ext>
            </a:extLst>
          </p:cNvPr>
          <p:cNvSpPr>
            <a:spLocks noGrp="1"/>
          </p:cNvSpPr>
          <p:nvPr/>
        </p:nvSpPr>
        <p:spPr>
          <a:xfrm>
            <a:off x="13363575" y="7677150"/>
            <a:ext cx="381000" cy="9525"/>
          </a:xfrm>
          <a:custGeom>
            <a:avLst/>
            <a:gdLst/>
            <a:ahLst/>
            <a:cxnLst/>
            <a:rect l="0" t="0" r="0" b="0"/>
            <a:pathLst>
              <a:path w="381000" h="9525">
                <a:moveTo>
                  <a:pt x="381000" y="0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D96933"/>
            </a:solidFill>
            <a:prstDash val="dash"/>
          </a:ln>
        </p:spPr>
      </p:sp>
      <p:sp>
        <p:nvSpPr>
          <p:cNvPr id="349" name="arrow-347">
            <a:extLst>
              <a:ext uri="{FF2B5EF4-FFF2-40B4-BE49-F238E27FC236}">
                <a16:creationId xmlns:a16="http://schemas.microsoft.com/office/drawing/2014/main" id="{6D919E03-032A-4DC5-8CF2-BAB61918CD0A}"/>
              </a:ext>
            </a:extLst>
          </p:cNvPr>
          <p:cNvSpPr>
            <a:spLocks noGrp="1"/>
          </p:cNvSpPr>
          <p:nvPr/>
        </p:nvSpPr>
        <p:spPr>
          <a:xfrm>
            <a:off x="13363575" y="76342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42863"/>
                </a:moveTo>
                <a:lnTo>
                  <a:pt x="85725" y="85725"/>
                </a:lnTo>
                <a:lnTo>
                  <a:pt x="85725" y="0"/>
                </a:lnTo>
                <a:lnTo>
                  <a:pt x="0" y="42863"/>
                </a:lnTo>
              </a:path>
            </a:pathLst>
          </a:custGeom>
          <a:solidFill>
            <a:srgbClr val="D96933"/>
          </a:solidFill>
          <a:ln w="2858">
            <a:solidFill>
              <a:srgbClr val="D96933"/>
            </a:solidFill>
          </a:ln>
        </p:spPr>
      </p:sp>
      <p:sp>
        <p:nvSpPr>
          <p:cNvPr id="350" name="line-348">
            <a:extLst>
              <a:ext uri="{FF2B5EF4-FFF2-40B4-BE49-F238E27FC236}">
                <a16:creationId xmlns:a16="http://schemas.microsoft.com/office/drawing/2014/main" id="{2A1D649F-1F87-4959-A6D7-7C2D148D872C}"/>
              </a:ext>
            </a:extLst>
          </p:cNvPr>
          <p:cNvSpPr>
            <a:spLocks noGrp="1"/>
          </p:cNvSpPr>
          <p:nvPr/>
        </p:nvSpPr>
        <p:spPr>
          <a:xfrm>
            <a:off x="10648950" y="7677150"/>
            <a:ext cx="381000" cy="9525"/>
          </a:xfrm>
          <a:custGeom>
            <a:avLst/>
            <a:gdLst/>
            <a:ahLst/>
            <a:cxnLst/>
            <a:rect l="0" t="0" r="0" b="0"/>
            <a:pathLst>
              <a:path w="381000" h="9525">
                <a:moveTo>
                  <a:pt x="381000" y="0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D96933"/>
            </a:solidFill>
            <a:prstDash val="dash"/>
          </a:ln>
        </p:spPr>
      </p:sp>
      <p:sp>
        <p:nvSpPr>
          <p:cNvPr id="351" name="arrow-349">
            <a:extLst>
              <a:ext uri="{FF2B5EF4-FFF2-40B4-BE49-F238E27FC236}">
                <a16:creationId xmlns:a16="http://schemas.microsoft.com/office/drawing/2014/main" id="{95DC51C6-A05C-4076-8527-32D14683C066}"/>
              </a:ext>
            </a:extLst>
          </p:cNvPr>
          <p:cNvSpPr>
            <a:spLocks noGrp="1"/>
          </p:cNvSpPr>
          <p:nvPr/>
        </p:nvSpPr>
        <p:spPr>
          <a:xfrm>
            <a:off x="10648950" y="76342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42863"/>
                </a:moveTo>
                <a:lnTo>
                  <a:pt x="85725" y="85725"/>
                </a:lnTo>
                <a:lnTo>
                  <a:pt x="85725" y="0"/>
                </a:lnTo>
                <a:lnTo>
                  <a:pt x="0" y="42863"/>
                </a:lnTo>
              </a:path>
            </a:pathLst>
          </a:custGeom>
          <a:solidFill>
            <a:srgbClr val="D96933"/>
          </a:solidFill>
          <a:ln w="2858">
            <a:solidFill>
              <a:srgbClr val="D96933"/>
            </a:solidFill>
          </a:ln>
        </p:spPr>
      </p:sp>
      <p:sp>
        <p:nvSpPr>
          <p:cNvPr id="352" name="line-350">
            <a:extLst>
              <a:ext uri="{FF2B5EF4-FFF2-40B4-BE49-F238E27FC236}">
                <a16:creationId xmlns:a16="http://schemas.microsoft.com/office/drawing/2014/main" id="{98227FE0-446A-40F4-AA38-DD700485500F}"/>
              </a:ext>
            </a:extLst>
          </p:cNvPr>
          <p:cNvSpPr>
            <a:spLocks noGrp="1"/>
          </p:cNvSpPr>
          <p:nvPr/>
        </p:nvSpPr>
        <p:spPr>
          <a:xfrm>
            <a:off x="4857750" y="7677150"/>
            <a:ext cx="361950" cy="9525"/>
          </a:xfrm>
          <a:custGeom>
            <a:avLst/>
            <a:gdLst/>
            <a:ahLst/>
            <a:cxnLst/>
            <a:rect l="0" t="0" r="0" b="0"/>
            <a:pathLst>
              <a:path w="361950" h="9525">
                <a:moveTo>
                  <a:pt x="361950" y="0"/>
                </a:moveTo>
                <a:lnTo>
                  <a:pt x="0" y="0"/>
                </a:lnTo>
              </a:path>
            </a:pathLst>
          </a:custGeom>
          <a:noFill/>
          <a:ln w="23813">
            <a:solidFill>
              <a:srgbClr val="D96933"/>
            </a:solidFill>
            <a:prstDash val="dash"/>
          </a:ln>
        </p:spPr>
      </p:sp>
      <p:sp>
        <p:nvSpPr>
          <p:cNvPr id="353" name="arrow-351">
            <a:extLst>
              <a:ext uri="{FF2B5EF4-FFF2-40B4-BE49-F238E27FC236}">
                <a16:creationId xmlns:a16="http://schemas.microsoft.com/office/drawing/2014/main" id="{6B1C0E69-AA92-4CD2-8A87-F7992B9BD4D4}"/>
              </a:ext>
            </a:extLst>
          </p:cNvPr>
          <p:cNvSpPr>
            <a:spLocks noGrp="1"/>
          </p:cNvSpPr>
          <p:nvPr/>
        </p:nvSpPr>
        <p:spPr>
          <a:xfrm>
            <a:off x="4857750" y="76342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42863"/>
                </a:moveTo>
                <a:lnTo>
                  <a:pt x="85725" y="85725"/>
                </a:lnTo>
                <a:lnTo>
                  <a:pt x="85725" y="0"/>
                </a:lnTo>
                <a:lnTo>
                  <a:pt x="0" y="42863"/>
                </a:lnTo>
              </a:path>
            </a:pathLst>
          </a:custGeom>
          <a:solidFill>
            <a:srgbClr val="D96933"/>
          </a:solidFill>
          <a:ln w="2858">
            <a:solidFill>
              <a:srgbClr val="D96933"/>
            </a:solidFill>
          </a:ln>
        </p:spPr>
      </p:sp>
      <p:sp>
        <p:nvSpPr>
          <p:cNvPr id="354" name="element-352">
            <a:extLst>
              <a:ext uri="{FF2B5EF4-FFF2-40B4-BE49-F238E27FC236}">
                <a16:creationId xmlns:a16="http://schemas.microsoft.com/office/drawing/2014/main" id="{9DF696E3-25B5-4247-8B26-EDB8100E0E37}"/>
              </a:ext>
            </a:extLst>
          </p:cNvPr>
          <p:cNvSpPr>
            <a:spLocks noGrp="1"/>
          </p:cNvSpPr>
          <p:nvPr/>
        </p:nvSpPr>
        <p:spPr>
          <a:xfrm>
            <a:off x="3028950" y="8848725"/>
            <a:ext cx="124110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00" b="0">
                <a:solidFill>
                  <a:srgbClr val="5B6C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B6C80"/>
                </a:solidFill>
                <a:latin typeface="Arial"/>
                <a:ea typeface="Arial"/>
                <a:cs typeface="Arial"/>
              </a:rPr>
              <a:t>Shared Manager: sequential system reflection, subtree reflection, then root-local generation</a:t>
            </a:r>
          </a:p>
        </p:txBody>
      </p:sp>
      <p:sp>
        <p:nvSpPr>
          <p:cNvPr id="355" name="line-353">
            <a:extLst>
              <a:ext uri="{FF2B5EF4-FFF2-40B4-BE49-F238E27FC236}">
                <a16:creationId xmlns:a16="http://schemas.microsoft.com/office/drawing/2014/main" id="{D8F9AF19-136D-4DB6-8656-4170D9B5BFBF}"/>
              </a:ext>
            </a:extLst>
          </p:cNvPr>
          <p:cNvSpPr>
            <a:spLocks noGrp="1"/>
          </p:cNvSpPr>
          <p:nvPr/>
        </p:nvSpPr>
        <p:spPr>
          <a:xfrm>
            <a:off x="400050" y="9324975"/>
            <a:ext cx="571500" cy="9525"/>
          </a:xfrm>
          <a:custGeom>
            <a:avLst/>
            <a:gdLst/>
            <a:ahLst/>
            <a:cxnLst/>
            <a:rect l="0" t="0" r="0" b="0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1908">
            <a:solidFill>
              <a:srgbClr val="122C50"/>
            </a:solidFill>
            <a:prstDash val="solid"/>
          </a:ln>
        </p:spPr>
      </p:sp>
      <p:sp>
        <p:nvSpPr>
          <p:cNvPr id="356" name="arrow-354">
            <a:extLst>
              <a:ext uri="{FF2B5EF4-FFF2-40B4-BE49-F238E27FC236}">
                <a16:creationId xmlns:a16="http://schemas.microsoft.com/office/drawing/2014/main" id="{E5D0A46E-FF94-49A4-B73D-F4CF3F8918A1}"/>
              </a:ext>
            </a:extLst>
          </p:cNvPr>
          <p:cNvSpPr>
            <a:spLocks noGrp="1"/>
          </p:cNvSpPr>
          <p:nvPr/>
        </p:nvSpPr>
        <p:spPr>
          <a:xfrm>
            <a:off x="885825" y="9282113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42863"/>
                </a:moveTo>
                <a:lnTo>
                  <a:pt x="0" y="0"/>
                </a:lnTo>
                <a:lnTo>
                  <a:pt x="0" y="85725"/>
                </a:lnTo>
                <a:lnTo>
                  <a:pt x="85725" y="42863"/>
                </a:lnTo>
              </a:path>
            </a:pathLst>
          </a:custGeom>
          <a:solidFill>
            <a:srgbClr val="122C50"/>
          </a:solidFill>
          <a:ln w="2858">
            <a:solidFill>
              <a:srgbClr val="122C50"/>
            </a:solidFill>
          </a:ln>
        </p:spPr>
      </p:sp>
      <p:sp>
        <p:nvSpPr>
          <p:cNvPr id="357" name="element-355">
            <a:extLst>
              <a:ext uri="{FF2B5EF4-FFF2-40B4-BE49-F238E27FC236}">
                <a16:creationId xmlns:a16="http://schemas.microsoft.com/office/drawing/2014/main" id="{86511807-8B23-4583-AD4D-BD7BDA38A340}"/>
              </a:ext>
            </a:extLst>
          </p:cNvPr>
          <p:cNvSpPr>
            <a:spLocks noGrp="1"/>
          </p:cNvSpPr>
          <p:nvPr/>
        </p:nvSpPr>
        <p:spPr>
          <a:xfrm>
            <a:off x="1085850" y="9191625"/>
            <a:ext cx="199072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Forward inference</a:t>
            </a:r>
          </a:p>
        </p:txBody>
      </p:sp>
      <p:sp>
        <p:nvSpPr>
          <p:cNvPr id="358" name="line-356">
            <a:extLst>
              <a:ext uri="{FF2B5EF4-FFF2-40B4-BE49-F238E27FC236}">
                <a16:creationId xmlns:a16="http://schemas.microsoft.com/office/drawing/2014/main" id="{1474DE1C-0F91-4137-8C78-872264DA7476}"/>
              </a:ext>
            </a:extLst>
          </p:cNvPr>
          <p:cNvSpPr>
            <a:spLocks noGrp="1"/>
          </p:cNvSpPr>
          <p:nvPr/>
        </p:nvSpPr>
        <p:spPr>
          <a:xfrm>
            <a:off x="3228975" y="9324975"/>
            <a:ext cx="571500" cy="9525"/>
          </a:xfrm>
          <a:custGeom>
            <a:avLst/>
            <a:gdLst/>
            <a:ahLst/>
            <a:cxnLst/>
            <a:rect l="0" t="0" r="0" b="0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1908">
            <a:solidFill>
              <a:srgbClr val="D96933"/>
            </a:solidFill>
            <a:prstDash val="dash"/>
          </a:ln>
        </p:spPr>
      </p:sp>
      <p:sp>
        <p:nvSpPr>
          <p:cNvPr id="359" name="arrow-357">
            <a:extLst>
              <a:ext uri="{FF2B5EF4-FFF2-40B4-BE49-F238E27FC236}">
                <a16:creationId xmlns:a16="http://schemas.microsoft.com/office/drawing/2014/main" id="{8075F1BA-2B35-4B17-A67F-641DAE12BE55}"/>
              </a:ext>
            </a:extLst>
          </p:cNvPr>
          <p:cNvSpPr>
            <a:spLocks noGrp="1"/>
          </p:cNvSpPr>
          <p:nvPr/>
        </p:nvSpPr>
        <p:spPr>
          <a:xfrm>
            <a:off x="3714750" y="9282113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42863"/>
                </a:moveTo>
                <a:lnTo>
                  <a:pt x="0" y="0"/>
                </a:lnTo>
                <a:lnTo>
                  <a:pt x="0" y="85725"/>
                </a:lnTo>
                <a:lnTo>
                  <a:pt x="85725" y="42863"/>
                </a:lnTo>
              </a:path>
            </a:pathLst>
          </a:custGeom>
          <a:solidFill>
            <a:srgbClr val="D96933"/>
          </a:solidFill>
          <a:ln w="2858">
            <a:solidFill>
              <a:srgbClr val="D96933"/>
            </a:solidFill>
          </a:ln>
        </p:spPr>
      </p:sp>
      <p:sp>
        <p:nvSpPr>
          <p:cNvPr id="360" name="element-358">
            <a:extLst>
              <a:ext uri="{FF2B5EF4-FFF2-40B4-BE49-F238E27FC236}">
                <a16:creationId xmlns:a16="http://schemas.microsoft.com/office/drawing/2014/main" id="{DFC874A7-BF05-4671-AA12-26752EB710E0}"/>
              </a:ext>
            </a:extLst>
          </p:cNvPr>
          <p:cNvSpPr>
            <a:spLocks noGrp="1"/>
          </p:cNvSpPr>
          <p:nvPr/>
        </p:nvSpPr>
        <p:spPr>
          <a:xfrm>
            <a:off x="3914775" y="9191625"/>
            <a:ext cx="2000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122C50"/>
                </a:solidFill>
                <a:latin typeface="Arial"/>
                <a:ea typeface="Arial"/>
                <a:cs typeface="Arial"/>
              </a:rPr>
              <a:t>Textual feedback</a:t>
            </a:r>
          </a:p>
        </p:txBody>
      </p:sp>
      <p:sp>
        <p:nvSpPr>
          <p:cNvPr id="361" name="line-359">
            <a:extLst>
              <a:ext uri="{FF2B5EF4-FFF2-40B4-BE49-F238E27FC236}">
                <a16:creationId xmlns:a16="http://schemas.microsoft.com/office/drawing/2014/main" id="{0680164D-E237-4976-97E8-078E25E2ED67}"/>
              </a:ext>
            </a:extLst>
          </p:cNvPr>
          <p:cNvSpPr>
            <a:spLocks noGrp="1"/>
          </p:cNvSpPr>
          <p:nvPr/>
        </p:nvSpPr>
        <p:spPr>
          <a:xfrm>
            <a:off x="6581775" y="9182100"/>
            <a:ext cx="114300" cy="95250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0" y="28575"/>
                </a:lnTo>
                <a:lnTo>
                  <a:pt x="28575" y="0"/>
                </a:lnTo>
                <a:lnTo>
                  <a:pt x="85725" y="0"/>
                </a:lnTo>
                <a:lnTo>
                  <a:pt x="114300" y="28575"/>
                </a:lnTo>
                <a:lnTo>
                  <a:pt x="114300" y="95250"/>
                </a:lnTo>
              </a:path>
            </a:pathLst>
          </a:custGeom>
          <a:noFill/>
          <a:ln w="19050">
            <a:solidFill>
              <a:srgbClr val="122C50"/>
            </a:solidFill>
            <a:prstDash val="solid"/>
          </a:ln>
        </p:spPr>
      </p:sp>
      <p:sp>
        <p:nvSpPr>
          <p:cNvPr id="362" name="element-360">
            <a:extLst>
              <a:ext uri="{FF2B5EF4-FFF2-40B4-BE49-F238E27FC236}">
                <a16:creationId xmlns:a16="http://schemas.microsoft.com/office/drawing/2014/main" id="{CA2D0D59-6F8C-4464-B2DE-811F275E6D37}"/>
              </a:ext>
            </a:extLst>
          </p:cNvPr>
          <p:cNvSpPr>
            <a:spLocks noGrp="1"/>
          </p:cNvSpPr>
          <p:nvPr/>
        </p:nvSpPr>
        <p:spPr>
          <a:xfrm>
            <a:off x="6543675" y="9267825"/>
            <a:ext cx="190500" cy="142875"/>
          </a:xfrm>
          <a:prstGeom prst="roundRect">
            <a:avLst>
              <a:gd name="adj" fmla="val 20000"/>
            </a:avLst>
          </a:prstGeom>
          <a:solidFill>
            <a:srgbClr val="122C50"/>
          </a:solidFill>
          <a:ln w="14288">
            <a:solidFill>
              <a:srgbClr val="122C50"/>
            </a:solidFill>
          </a:ln>
        </p:spPr>
      </p:sp>
      <p:sp>
        <p:nvSpPr>
          <p:cNvPr id="363" name="node-361">
            <a:extLst>
              <a:ext uri="{FF2B5EF4-FFF2-40B4-BE49-F238E27FC236}">
                <a16:creationId xmlns:a16="http://schemas.microsoft.com/office/drawing/2014/main" id="{7682C188-61DB-4CE7-87B9-71B013EB3C33}"/>
              </a:ext>
            </a:extLst>
          </p:cNvPr>
          <p:cNvSpPr>
            <a:spLocks noGrp="1"/>
          </p:cNvSpPr>
          <p:nvPr/>
        </p:nvSpPr>
        <p:spPr>
          <a:xfrm>
            <a:off x="6619875" y="9305925"/>
            <a:ext cx="38100" cy="3810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FFFFFF"/>
            </a:solidFill>
          </a:ln>
        </p:spPr>
      </p:sp>
      <p:sp>
        <p:nvSpPr>
          <p:cNvPr id="364" name="element-362">
            <a:extLst>
              <a:ext uri="{FF2B5EF4-FFF2-40B4-BE49-F238E27FC236}">
                <a16:creationId xmlns:a16="http://schemas.microsoft.com/office/drawing/2014/main" id="{B9177AB3-673F-4781-AA72-65E2E2EBEA48}"/>
              </a:ext>
            </a:extLst>
          </p:cNvPr>
          <p:cNvSpPr>
            <a:spLocks noGrp="1"/>
          </p:cNvSpPr>
          <p:nvPr/>
        </p:nvSpPr>
        <p:spPr>
          <a:xfrm>
            <a:off x="6819900" y="9191625"/>
            <a:ext cx="183832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Fixed roots</a:t>
            </a:r>
          </a:p>
        </p:txBody>
      </p:sp>
      <p:sp>
        <p:nvSpPr>
          <p:cNvPr id="365" name="node-363">
            <a:extLst>
              <a:ext uri="{FF2B5EF4-FFF2-40B4-BE49-F238E27FC236}">
                <a16:creationId xmlns:a16="http://schemas.microsoft.com/office/drawing/2014/main" id="{368F8AE5-802D-45AD-9284-DFA01A5EDF34}"/>
              </a:ext>
            </a:extLst>
          </p:cNvPr>
          <p:cNvSpPr>
            <a:spLocks noGrp="1"/>
          </p:cNvSpPr>
          <p:nvPr/>
        </p:nvSpPr>
        <p:spPr>
          <a:xfrm>
            <a:off x="9029700" y="9229725"/>
            <a:ext cx="171450" cy="171450"/>
          </a:xfrm>
          <a:prstGeom prst="ellipse">
            <a:avLst/>
          </a:prstGeom>
          <a:solidFill>
            <a:srgbClr val="FFFFFF"/>
          </a:solidFill>
          <a:ln w="16193">
            <a:solidFill>
              <a:srgbClr val="357FC0"/>
            </a:solidFill>
          </a:ln>
        </p:spPr>
      </p:sp>
      <p:sp>
        <p:nvSpPr>
          <p:cNvPr id="366" name="element-364">
            <a:extLst>
              <a:ext uri="{FF2B5EF4-FFF2-40B4-BE49-F238E27FC236}">
                <a16:creationId xmlns:a16="http://schemas.microsoft.com/office/drawing/2014/main" id="{A9574B63-208A-4B8A-9C21-9E1456BC60AF}"/>
              </a:ext>
            </a:extLst>
          </p:cNvPr>
          <p:cNvSpPr>
            <a:spLocks noGrp="1"/>
          </p:cNvSpPr>
          <p:nvPr/>
        </p:nvSpPr>
        <p:spPr>
          <a:xfrm>
            <a:off x="9324975" y="9191625"/>
            <a:ext cx="2476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275" b="0">
                <a:solidFill>
                  <a:srgbClr val="122C5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22C50"/>
                </a:solidFill>
                <a:latin typeface="Arial"/>
                <a:ea typeface="Arial"/>
                <a:cs typeface="Arial"/>
              </a:rPr>
              <a:t>Editable child nodes</a:t>
            </a:r>
          </a:p>
        </p:txBody>
      </p:sp>
      <p:sp>
        <p:nvSpPr>
          <p:cNvPr id="367" name="element-365">
            <a:extLst>
              <a:ext uri="{FF2B5EF4-FFF2-40B4-BE49-F238E27FC236}">
                <a16:creationId xmlns:a16="http://schemas.microsoft.com/office/drawing/2014/main" id="{5F56C09E-F40C-4EC8-BC85-C6463B37FDC6}"/>
              </a:ext>
            </a:extLst>
          </p:cNvPr>
          <p:cNvSpPr>
            <a:spLocks noGrp="1"/>
          </p:cNvSpPr>
          <p:nvPr/>
        </p:nvSpPr>
        <p:spPr>
          <a:xfrm>
            <a:off x="12382500" y="9191625"/>
            <a:ext cx="45148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200" b="0">
                <a:solidFill>
                  <a:srgbClr val="5B6C8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6C80"/>
                </a:solidFill>
                <a:latin typeface="Arial"/>
                <a:ea typeface="Arial"/>
                <a:cs typeface="Arial"/>
              </a:rPr>
              <a:t>Gold supervises assessment and reflection only</a:t>
            </a:r>
          </a:p>
        </p:txBody>
      </p:sp>
    </p:spTree>
    <p:extLst>
      <p:ext uri="{BB962C8B-B14F-4D97-AF65-F5344CB8AC3E}">
        <p14:creationId xmlns:p14="http://schemas.microsoft.com/office/powerpoint/2010/main" val="702208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6230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3400" b="1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核心假设与验证判据</a:t>
            </a:r>
            <a:endParaRPr dirty="0">
              <a:ea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058632"/>
            <a:ext cx="162306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21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研究问题：能否通过系统反馈演化</a:t>
            </a:r>
            <a:r>
              <a:rPr dirty="0">
                <a:ea typeface="Microsoft YaHei"/>
              </a:rPr>
              <a:t> Rubric </a:t>
            </a:r>
            <a:r>
              <a:rPr dirty="0" err="1">
                <a:ea typeface="Microsoft YaHei"/>
              </a:rPr>
              <a:t>子节点，使同一</a:t>
            </a:r>
            <a:r>
              <a:rPr dirty="0">
                <a:ea typeface="Microsoft YaHei"/>
              </a:rPr>
              <a:t> VLM </a:t>
            </a:r>
            <a:r>
              <a:rPr dirty="0" err="1">
                <a:ea typeface="Microsoft YaHei"/>
              </a:rPr>
              <a:t>更准确地比较候选回答</a:t>
            </a:r>
            <a:r>
              <a:rPr dirty="0">
                <a:ea typeface="Microsoft YaHei"/>
              </a:rPr>
              <a:t>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84739"/>
            <a:ext cx="5257800" cy="5440680"/>
          </a:xfrm>
          <a:prstGeom prst="roundRect">
            <a:avLst>
              <a:gd name="adj" fmla="val 3500"/>
            </a:avLst>
          </a:prstGeom>
          <a:solidFill>
            <a:srgbClr val="F3F8FE"/>
          </a:solidFill>
          <a:ln>
            <a:solidFill>
              <a:srgbClr val="377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85800" y="1913340"/>
            <a:ext cx="658368" cy="475488"/>
          </a:xfrm>
          <a:prstGeom prst="roundRect">
            <a:avLst>
              <a:gd name="adj" fmla="val 3500"/>
            </a:avLst>
          </a:prstGeom>
          <a:solidFill>
            <a:srgbClr val="377DC0"/>
          </a:solidFill>
          <a:ln>
            <a:solidFill>
              <a:srgbClr val="377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590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71708"/>
            <a:ext cx="4800600" cy="375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2300" b="1">
                <a:solidFill>
                  <a:srgbClr val="173455"/>
                </a:solidFill>
                <a:latin typeface="Microsoft YaHei"/>
              </a:defRPr>
            </a:pPr>
            <a:r>
              <a:rPr lang="zh-CN" altLang="en-US" dirty="0">
                <a:ea typeface="Microsoft YaHei"/>
              </a:rPr>
              <a:t>细粒度</a:t>
            </a:r>
            <a:r>
              <a:rPr dirty="0" err="1">
                <a:ea typeface="Microsoft YaHei"/>
              </a:rPr>
              <a:t>标准改善局部判断</a:t>
            </a:r>
            <a:endParaRPr dirty="0"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" y="3239220"/>
            <a:ext cx="4800600" cy="6765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在固定根维度下，合适的</a:t>
            </a:r>
            <a:r>
              <a:rPr lang="zh-CN" altLang="en-US" dirty="0">
                <a:ea typeface="Microsoft YaHei"/>
              </a:rPr>
              <a:t>细粒度</a:t>
            </a:r>
            <a:r>
              <a:rPr dirty="0" err="1">
                <a:ea typeface="Microsoft YaHei"/>
              </a:rPr>
              <a:t>标准</a:t>
            </a:r>
            <a:endParaRPr dirty="0">
              <a:ea typeface="Microsoft YaHei"/>
            </a:endParaRPr>
          </a:p>
          <a:p>
            <a:pPr>
              <a:lnSpc>
                <a:spcPct val="115000"/>
              </a:lnSpc>
              <a:spcAft>
                <a:spcPts val="5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能够减少该维度的判断错误</a:t>
            </a:r>
            <a:r>
              <a:rPr dirty="0">
                <a:ea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81052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700" b="1">
                <a:solidFill>
                  <a:srgbClr val="377DC0"/>
                </a:solidFill>
                <a:latin typeface="Microsoft YaHei"/>
              </a:defRPr>
            </a:pPr>
            <a:r>
              <a:rPr>
                <a:ea typeface="Microsoft YaHei"/>
              </a:rPr>
              <a:t>如何验证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83388"/>
            <a:ext cx="48006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固定模型与输入，比较修改前后的</a:t>
            </a:r>
            <a:endParaRPr dirty="0">
              <a:ea typeface="Microsoft YaHei"/>
            </a:endParaRPr>
          </a:p>
          <a:p>
            <a:pPr>
              <a:lnSpc>
                <a:spcPct val="115000"/>
              </a:lnSpc>
              <a:spcAft>
                <a:spcPts val="5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子树报告：目标事实与候选归属</a:t>
            </a:r>
            <a:endParaRPr dirty="0">
              <a:ea typeface="Microsoft YaHei"/>
            </a:endParaRPr>
          </a:p>
          <a:p>
            <a:pPr>
              <a:lnSpc>
                <a:spcPct val="115000"/>
              </a:lnSpc>
              <a:spcAft>
                <a:spcPts val="5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是否更准确，错误是否减少</a:t>
            </a:r>
            <a:r>
              <a:rPr dirty="0">
                <a:ea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26972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700" b="1">
                <a:solidFill>
                  <a:srgbClr val="377DC0"/>
                </a:solidFill>
                <a:latin typeface="Microsoft YaHei"/>
              </a:defRPr>
            </a:pPr>
            <a:r>
              <a:rPr>
                <a:ea typeface="Microsoft YaHei"/>
              </a:rPr>
              <a:t>不成立的信号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229308"/>
            <a:ext cx="480060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536579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文字更长、检查更多</a:t>
            </a:r>
            <a:r>
              <a:rPr dirty="0">
                <a:ea typeface="Microsoft YaHei"/>
              </a:rPr>
              <a:t>，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536579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但局部判断没有稳定改善</a:t>
            </a:r>
            <a:r>
              <a:rPr dirty="0">
                <a:ea typeface="Microsoft YaHei"/>
              </a:rPr>
              <a:t>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684739"/>
            <a:ext cx="5257800" cy="5440680"/>
          </a:xfrm>
          <a:prstGeom prst="roundRect">
            <a:avLst>
              <a:gd name="adj" fmla="val 3500"/>
            </a:avLst>
          </a:prstGeom>
          <a:solidFill>
            <a:srgbClr val="F0FAF8"/>
          </a:solidFill>
          <a:ln>
            <a:solidFill>
              <a:srgbClr val="16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172200" y="1913340"/>
            <a:ext cx="658368" cy="475488"/>
          </a:xfrm>
          <a:prstGeom prst="roundRect">
            <a:avLst>
              <a:gd name="adj" fmla="val 3500"/>
            </a:avLst>
          </a:prstGeom>
          <a:solidFill>
            <a:srgbClr val="169A94"/>
          </a:solidFill>
          <a:ln>
            <a:solidFill>
              <a:srgbClr val="16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63640" y="19590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571708"/>
            <a:ext cx="48006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2300" b="1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互补报告改善全局选择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3239220"/>
            <a:ext cx="4800600" cy="7955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不同维度提供互补信息，Arbiter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能够利用这些信息改善最终选择。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181052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700" b="1">
                <a:solidFill>
                  <a:srgbClr val="169A94"/>
                </a:solidFill>
                <a:latin typeface="Microsoft YaHei"/>
              </a:defRPr>
            </a:pPr>
            <a:r>
              <a:rPr>
                <a:ea typeface="Microsoft YaHei"/>
              </a:rPr>
              <a:t>如何验证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4583388"/>
            <a:ext cx="48006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固定 Arbiter，追踪子树报告的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有效纠正是否传递到最终选择，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同时统计新增错误。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826972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700" b="1">
                <a:solidFill>
                  <a:srgbClr val="169A94"/>
                </a:solidFill>
                <a:latin typeface="Microsoft YaHei"/>
              </a:defRPr>
            </a:pPr>
            <a:r>
              <a:rPr>
                <a:ea typeface="Microsoft YaHei"/>
              </a:rPr>
              <a:t>不成立的信号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6229308"/>
            <a:ext cx="480060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536579"/>
                </a:solidFill>
                <a:latin typeface="Microsoft YaHei"/>
              </a:defRPr>
            </a:pPr>
            <a:r>
              <a:rPr>
                <a:ea typeface="Microsoft YaHei"/>
              </a:rPr>
              <a:t>局部报告已改善，最终选择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536579"/>
                </a:solidFill>
                <a:latin typeface="Microsoft YaHei"/>
              </a:defRPr>
            </a:pPr>
            <a:r>
              <a:rPr>
                <a:ea typeface="Microsoft YaHei"/>
              </a:rPr>
              <a:t>却无改善，或新增错误抵消收益。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0" y="1684739"/>
            <a:ext cx="5257800" cy="5440680"/>
          </a:xfrm>
          <a:prstGeom prst="roundRect">
            <a:avLst>
              <a:gd name="adj" fmla="val 3500"/>
            </a:avLst>
          </a:prstGeom>
          <a:solidFill>
            <a:srgbClr val="FFF8F1"/>
          </a:solidFill>
          <a:ln>
            <a:solidFill>
              <a:srgbClr val="CA7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658600" y="1913340"/>
            <a:ext cx="658368" cy="475488"/>
          </a:xfrm>
          <a:prstGeom prst="roundRect">
            <a:avLst>
              <a:gd name="adj" fmla="val 3500"/>
            </a:avLst>
          </a:prstGeom>
          <a:solidFill>
            <a:srgbClr val="CA7534"/>
          </a:solidFill>
          <a:ln>
            <a:solidFill>
              <a:srgbClr val="CA7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750040" y="19590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H3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58600" y="2571708"/>
            <a:ext cx="48006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2300" b="1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系统反馈驱动可迁移演化</a:t>
            </a:r>
            <a:endParaRPr dirty="0">
              <a:ea typeface="Microsoft YaHe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658600" y="3239220"/>
            <a:ext cx="4800600" cy="7955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系统错误能够指导相关子树修改</a:t>
            </a:r>
            <a:r>
              <a:rPr dirty="0">
                <a:ea typeface="Microsoft YaHei"/>
              </a:rPr>
              <a:t>，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形成可迁移的评价标准</a:t>
            </a:r>
            <a:r>
              <a:rPr dirty="0">
                <a:ea typeface="Microsoft YaHei"/>
              </a:rPr>
              <a:t>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58600" y="4181052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700" b="1">
                <a:solidFill>
                  <a:srgbClr val="CA7534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如何验证</a:t>
            </a:r>
            <a:endParaRPr dirty="0">
              <a:ea typeface="Microsoft YaHe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658600" y="4583388"/>
            <a:ext cx="48006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检查反馈指向、实际修改和目标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错误之间的联系；在独立样本上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验证收益能否保留。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658600" y="5826972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700" b="1">
                <a:solidFill>
                  <a:srgbClr val="CA7534"/>
                </a:solidFill>
                <a:latin typeface="Microsoft YaHei"/>
              </a:defRPr>
            </a:pPr>
            <a:r>
              <a:rPr>
                <a:ea typeface="Microsoft YaHei"/>
              </a:rPr>
              <a:t>不成立的信号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58600" y="6229308"/>
            <a:ext cx="480060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536579"/>
                </a:solidFill>
                <a:latin typeface="Microsoft YaHei"/>
              </a:defRPr>
            </a:pPr>
            <a:r>
              <a:rPr>
                <a:ea typeface="Microsoft YaHei"/>
              </a:rPr>
              <a:t>规则只解释已见错误，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536579"/>
                </a:solidFill>
                <a:latin typeface="Microsoft YaHei"/>
              </a:defRPr>
            </a:pPr>
            <a:r>
              <a:rPr>
                <a:ea typeface="Microsoft YaHei"/>
              </a:rPr>
              <a:t>独立样本上无收益或出现退化。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7417854"/>
            <a:ext cx="16230600" cy="758952"/>
          </a:xfrm>
          <a:prstGeom prst="roundRect">
            <a:avLst>
              <a:gd name="adj" fmla="val 3500"/>
            </a:avLst>
          </a:prstGeom>
          <a:solidFill>
            <a:srgbClr val="EEF3F9"/>
          </a:solidFill>
          <a:ln>
            <a:solidFill>
              <a:srgbClr val="EEF3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7634720"/>
            <a:ext cx="156362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2100" b="1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验证主线：失败模式</a:t>
            </a:r>
            <a:r>
              <a:rPr dirty="0">
                <a:ea typeface="Microsoft YaHei"/>
              </a:rPr>
              <a:t>  →  Rubric </a:t>
            </a:r>
            <a:r>
              <a:rPr dirty="0" err="1">
                <a:ea typeface="Microsoft YaHei"/>
              </a:rPr>
              <a:t>修改</a:t>
            </a:r>
            <a:r>
              <a:rPr dirty="0">
                <a:ea typeface="Microsoft YaHei"/>
              </a:rPr>
              <a:t>  →  </a:t>
            </a:r>
            <a:r>
              <a:rPr dirty="0" err="1">
                <a:ea typeface="Microsoft YaHei"/>
              </a:rPr>
              <a:t>子树报告改善</a:t>
            </a:r>
            <a:r>
              <a:rPr dirty="0">
                <a:ea typeface="Microsoft YaHei"/>
              </a:rPr>
              <a:t>  →  </a:t>
            </a:r>
            <a:r>
              <a:rPr dirty="0" err="1">
                <a:ea typeface="Microsoft YaHei"/>
              </a:rPr>
              <a:t>最终判断改善</a:t>
            </a:r>
            <a:r>
              <a:rPr dirty="0">
                <a:ea typeface="Microsoft YaHei"/>
              </a:rPr>
              <a:t>  →  </a:t>
            </a:r>
            <a:r>
              <a:rPr dirty="0" err="1">
                <a:ea typeface="Microsoft YaHei"/>
              </a:rPr>
              <a:t>独立样本验证</a:t>
            </a:r>
            <a:endParaRPr dirty="0">
              <a:ea typeface="Microsoft YaHe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57200" y="8439912"/>
            <a:ext cx="16230600" cy="4297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700" b="0">
                <a:solidFill>
                  <a:srgbClr val="536579"/>
                </a:solidFill>
                <a:latin typeface="Microsoft YaHei"/>
              </a:defRPr>
            </a:pPr>
            <a:r>
              <a:rPr>
                <a:ea typeface="Microsoft YaHei"/>
              </a:rPr>
              <a:t>设计边界：五个根维度固定，子节点可编辑；每个子树一次调用；Gold 仅用于评估与反思。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8979408"/>
            <a:ext cx="162306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536579"/>
                </a:solidFill>
                <a:latin typeface="Microsoft YaHei"/>
              </a:defRPr>
            </a:pPr>
            <a:r>
              <a:rPr>
                <a:ea typeface="Microsoft YaHei"/>
              </a:rPr>
              <a:t>状态：以上均为待验证假设。Discovery Strict ACC 提升是候选接受条件，不等同于泛化成立。</a:t>
            </a:r>
          </a:p>
        </p:txBody>
      </p:sp>
    </p:spTree>
    <p:extLst>
      <p:ext uri="{BB962C8B-B14F-4D97-AF65-F5344CB8AC3E}">
        <p14:creationId xmlns:p14="http://schemas.microsoft.com/office/powerpoint/2010/main" val="4242190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47472"/>
            <a:ext cx="16230600" cy="5272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3300" b="1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单轮演化：各模块接收什么，产生什么</a:t>
            </a:r>
            <a:endParaRPr dirty="0">
              <a:ea typeface="Microsoft Ya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6230600" cy="950976"/>
          </a:xfrm>
          <a:prstGeom prst="rect">
            <a:avLst/>
          </a:prstGeom>
          <a:solidFill>
            <a:srgbClr val="EE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316736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2100" b="1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案例材料</a:t>
            </a:r>
            <a:endParaRPr dirty="0">
              <a:ea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743200" y="1307592"/>
            <a:ext cx="13624560" cy="786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9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原图＋问题＋候选</a:t>
            </a:r>
            <a:r>
              <a:rPr dirty="0">
                <a:ea typeface="Microsoft YaHei"/>
              </a:rPr>
              <a:t> A/B </a:t>
            </a:r>
            <a:r>
              <a:rPr dirty="0" err="1">
                <a:ea typeface="Microsoft YaHei"/>
              </a:rPr>
              <a:t>原文＋人类偏好标签</a:t>
            </a:r>
            <a:endParaRPr dirty="0">
              <a:ea typeface="Microsoft YaHei"/>
            </a:endParaRPr>
          </a:p>
          <a:p>
            <a:pPr>
              <a:lnSpc>
                <a:spcPct val="112000"/>
              </a:lnSpc>
              <a:spcAft>
                <a:spcPts val="700"/>
              </a:spcAft>
              <a:defRPr sz="19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加上当前系统的五份子树报告和</a:t>
            </a:r>
            <a:r>
              <a:rPr dirty="0">
                <a:ea typeface="Microsoft YaHei"/>
              </a:rPr>
              <a:t> Arbiter </a:t>
            </a:r>
            <a:r>
              <a:rPr dirty="0" err="1">
                <a:ea typeface="Microsoft YaHei"/>
              </a:rPr>
              <a:t>最终判断，供反思核对</a:t>
            </a:r>
            <a:r>
              <a:rPr dirty="0">
                <a:ea typeface="Microsoft YaHei"/>
              </a:rPr>
              <a:t>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14016"/>
            <a:ext cx="16230600" cy="521207"/>
          </a:xfrm>
          <a:prstGeom prst="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2514600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900" b="1">
                <a:solidFill>
                  <a:srgbClr val="FFFFFF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模块</a:t>
            </a:r>
            <a:endParaRPr dirty="0"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172968" y="2514600"/>
            <a:ext cx="438912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900" b="1">
                <a:solidFill>
                  <a:srgbClr val="FFFFFF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输入</a:t>
            </a:r>
            <a:endParaRPr dirty="0"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863840" y="2514600"/>
            <a:ext cx="37947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900" b="1">
                <a:solidFill>
                  <a:srgbClr val="FFFFFF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处理</a:t>
            </a:r>
            <a:endParaRPr dirty="0"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932920" y="2505974"/>
            <a:ext cx="45262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900" b="1">
                <a:solidFill>
                  <a:srgbClr val="FFFFFF"/>
                </a:solidFill>
                <a:latin typeface="Microsoft YaHei"/>
              </a:defRPr>
            </a:pPr>
            <a:r>
              <a:rPr>
                <a:ea typeface="Microsoft YaHei"/>
              </a:rPr>
              <a:t>输出 → 去向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17520"/>
            <a:ext cx="16230600" cy="1005840"/>
          </a:xfrm>
          <a:prstGeom prst="rect">
            <a:avLst/>
          </a:prstGeom>
          <a:solidFill>
            <a:srgbClr val="F3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3191256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2100" b="1">
                <a:solidFill>
                  <a:srgbClr val="377DC0"/>
                </a:solidFill>
                <a:latin typeface="Microsoft YaHei"/>
              </a:defRPr>
            </a:pPr>
            <a:r>
              <a:rPr>
                <a:ea typeface="Microsoft YaHei"/>
              </a:rPr>
              <a:t>01  系统反思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172968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当前</a:t>
            </a:r>
            <a:r>
              <a:rPr dirty="0">
                <a:ea typeface="Microsoft YaHei"/>
              </a:rPr>
              <a:t> Rubric </a:t>
            </a:r>
            <a:r>
              <a:rPr dirty="0" err="1">
                <a:ea typeface="Microsoft YaHei"/>
              </a:rPr>
              <a:t>的结构与准则</a:t>
            </a:r>
            <a:endParaRPr dirty="0">
              <a:ea typeface="Microsoft YaHei"/>
            </a:endParaRPr>
          </a:p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代表性案例材料（含对、错、未决</a:t>
            </a:r>
            <a:r>
              <a:rPr dirty="0">
                <a:ea typeface="Microsoft YaHei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172968"/>
            <a:ext cx="379476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对照证据、报告和最终选择</a:t>
            </a:r>
            <a:endParaRPr dirty="0">
              <a:ea typeface="Microsoft YaHei"/>
            </a:endParaRPr>
          </a:p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找出与各子树相关的问题</a:t>
            </a:r>
            <a:endParaRPr dirty="0"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932920" y="3172968"/>
            <a:ext cx="45262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每棵子树的反馈＋依据案例</a:t>
            </a:r>
          </a:p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→ 交给对应的子树反思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105656"/>
            <a:ext cx="16230600" cy="1005840"/>
          </a:xfrm>
          <a:prstGeom prst="rect">
            <a:avLst/>
          </a:prstGeom>
          <a:solidFill>
            <a:srgbClr val="F0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4279392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2100" b="1">
                <a:solidFill>
                  <a:srgbClr val="169A94"/>
                </a:solidFill>
                <a:latin typeface="Microsoft YaHei"/>
              </a:defRPr>
            </a:pPr>
            <a:r>
              <a:rPr>
                <a:ea typeface="Microsoft YaHei"/>
              </a:rPr>
              <a:t>02  子树反思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261104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当前子树＋相关案例材料</a:t>
            </a:r>
          </a:p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① 分配给该子树的反馈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261104"/>
            <a:ext cx="379476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判断现有准则是否需要调整</a:t>
            </a:r>
          </a:p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决定保留，或说明修改方向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32920" y="4261104"/>
            <a:ext cx="45262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保留：原子树直接汇入候选</a:t>
            </a:r>
            <a:endParaRPr dirty="0">
              <a:ea typeface="Microsoft YaHei"/>
            </a:endParaRPr>
          </a:p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修订：修改方向</a:t>
            </a:r>
            <a:r>
              <a:rPr dirty="0">
                <a:ea typeface="Microsoft YaHei"/>
              </a:rPr>
              <a:t> → </a:t>
            </a:r>
            <a:r>
              <a:rPr dirty="0" err="1">
                <a:ea typeface="Microsoft YaHei"/>
              </a:rPr>
              <a:t>交给</a:t>
            </a:r>
            <a:r>
              <a:rPr dirty="0">
                <a:ea typeface="Microsoft YaHei"/>
              </a:rPr>
              <a:t>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93792"/>
            <a:ext cx="16230600" cy="1005840"/>
          </a:xfrm>
          <a:prstGeom prst="rect">
            <a:avLst/>
          </a:prstGeom>
          <a:solidFill>
            <a:srgbClr val="FF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" y="5367528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2100" b="1">
                <a:solidFill>
                  <a:srgbClr val="CA7534"/>
                </a:solidFill>
                <a:latin typeface="Microsoft YaHei"/>
              </a:defRPr>
            </a:pPr>
            <a:r>
              <a:rPr>
                <a:ea typeface="Microsoft YaHei"/>
              </a:rPr>
              <a:t>03  生成子准则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3492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初始根单独判断时的错误案例</a:t>
            </a:r>
          </a:p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当前子树＋② 的修改方向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5349240"/>
            <a:ext cx="379476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提炼错误特征 → 聚类</a:t>
            </a:r>
          </a:p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针对每类错误生成具体准则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32920" y="5349240"/>
            <a:ext cx="45262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一组新子节点（名称＋描述）</a:t>
            </a:r>
          </a:p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→ 替换该根下的原有子节点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281927"/>
            <a:ext cx="16230600" cy="1005840"/>
          </a:xfrm>
          <a:prstGeom prst="rect">
            <a:avLst/>
          </a:prstGeom>
          <a:solidFill>
            <a:srgbClr val="F8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" y="6455664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2100" b="1">
                <a:solidFill>
                  <a:srgbClr val="8062B2"/>
                </a:solidFill>
                <a:latin typeface="Microsoft YaHei"/>
              </a:defRPr>
            </a:pPr>
            <a:r>
              <a:rPr>
                <a:ea typeface="Microsoft YaHei"/>
              </a:rPr>
              <a:t>04  联合验收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72968" y="6437375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候选 Rubric＋当前版本的准确率</a:t>
            </a:r>
          </a:p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完整演化集及其偏好标签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6437375"/>
            <a:ext cx="379476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用候选准则重新运行判断链</a:t>
            </a:r>
          </a:p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比较前后 Strict ACC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932920" y="6437375"/>
            <a:ext cx="45262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接受／拒绝＋前后准确率</a:t>
            </a:r>
          </a:p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→ 确定下一轮使用的 Rubric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7607808"/>
            <a:ext cx="16230600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2100" b="1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候选</a:t>
            </a:r>
            <a:r>
              <a:rPr dirty="0">
                <a:ea typeface="Microsoft YaHei"/>
              </a:rPr>
              <a:t> Rubric ＝ </a:t>
            </a:r>
            <a:r>
              <a:rPr dirty="0" err="1">
                <a:ea typeface="Microsoft YaHei"/>
              </a:rPr>
              <a:t>保留的原子树</a:t>
            </a:r>
            <a:r>
              <a:rPr dirty="0">
                <a:ea typeface="Microsoft YaHei"/>
              </a:rPr>
              <a:t> ＋ </a:t>
            </a:r>
            <a:r>
              <a:rPr dirty="0" err="1">
                <a:ea typeface="Microsoft YaHei"/>
              </a:rPr>
              <a:t>拟修订子树的新子节点组；五个根维度保持固定</a:t>
            </a:r>
            <a:r>
              <a:rPr dirty="0">
                <a:ea typeface="Microsoft YaHei"/>
              </a:rPr>
              <a:t>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8275320"/>
            <a:ext cx="1623060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536579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验收规则：Strict</a:t>
            </a:r>
            <a:r>
              <a:rPr dirty="0">
                <a:ea typeface="Microsoft YaHei"/>
              </a:rPr>
              <a:t> ACC </a:t>
            </a:r>
            <a:r>
              <a:rPr dirty="0" err="1">
                <a:ea typeface="Microsoft YaHei"/>
              </a:rPr>
              <a:t>严格提高才整批接受，否则保留当前版本；全部保留时不生成候选</a:t>
            </a:r>
            <a:r>
              <a:rPr dirty="0">
                <a:ea typeface="Microsoft YaHei"/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  <a:defRPr sz="1800" b="0">
                <a:solidFill>
                  <a:srgbClr val="536579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偏好标签仅用于评估与反思；Worker</a:t>
            </a:r>
            <a:r>
              <a:rPr dirty="0">
                <a:ea typeface="Microsoft YaHei"/>
              </a:rPr>
              <a:t> 和 Arbiter </a:t>
            </a:r>
            <a:r>
              <a:rPr dirty="0" err="1">
                <a:ea typeface="Microsoft YaHei"/>
              </a:rPr>
              <a:t>推理时不接收标签</a:t>
            </a:r>
            <a:r>
              <a:rPr dirty="0">
                <a:ea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75222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6230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3400" b="1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实验设计：比较什么，怎样判断有效</a:t>
            </a:r>
            <a:endParaRPr dirty="0">
              <a:ea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124712"/>
            <a:ext cx="162306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536579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先完成单轮验证，再在相同条件下最多演化三轮；全部保留或无合法候选时提前停止，最后冻结结构评测</a:t>
            </a:r>
            <a:r>
              <a:rPr dirty="0">
                <a:ea typeface="Microsoft YaHei"/>
              </a:rPr>
              <a:t>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74519"/>
            <a:ext cx="16230600" cy="530352"/>
          </a:xfrm>
          <a:prstGeom prst="roundRect">
            <a:avLst>
              <a:gd name="adj" fmla="val 3500"/>
            </a:avLst>
          </a:prstGeom>
          <a:solidFill>
            <a:srgbClr val="173455"/>
          </a:solidFill>
          <a:ln>
            <a:solidFill>
              <a:srgbClr val="17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96596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对照组</a:t>
            </a:r>
            <a:endParaRPr dirty="0">
              <a:ea typeface="Microsoft Ya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069080" y="196596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如何生成</a:t>
            </a:r>
            <a:r>
              <a:rPr dirty="0">
                <a:ea typeface="Microsoft YaHei"/>
              </a:rPr>
              <a:t> Rubric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196596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要回答的问题</a:t>
            </a:r>
            <a:endParaRPr dirty="0">
              <a:ea typeface="Microsoft YaHe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7200" y="2459736"/>
            <a:ext cx="16230600" cy="749808"/>
          </a:xfrm>
          <a:prstGeom prst="roundRect">
            <a:avLst>
              <a:gd name="adj" fmla="val 3500"/>
            </a:avLst>
          </a:prstGeom>
          <a:solidFill>
            <a:srgbClr val="F3F7FB"/>
          </a:solidFill>
          <a:ln>
            <a:solidFill>
              <a:srgbClr val="F3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2642616"/>
            <a:ext cx="2971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初始系统</a:t>
            </a:r>
            <a:endParaRPr dirty="0"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069080" y="2642616"/>
            <a:ext cx="6903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仅保留五个根维度，不生成子节点</a:t>
            </a:r>
            <a:endParaRPr dirty="0"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92840" y="2642616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原始判断能力是多少</a:t>
            </a:r>
            <a:r>
              <a:rPr dirty="0">
                <a:ea typeface="Microsoft YaHei"/>
              </a:rPr>
              <a:t>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64408"/>
            <a:ext cx="16230600" cy="749808"/>
          </a:xfrm>
          <a:prstGeom prst="roundRect">
            <a:avLst>
              <a:gd name="adj" fmla="val 3500"/>
            </a:avLst>
          </a:prstGeom>
          <a:solidFill>
            <a:srgbClr val="F3F7FB"/>
          </a:solidFill>
          <a:ln>
            <a:solidFill>
              <a:srgbClr val="F3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3447288"/>
            <a:ext cx="2971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无分层反思</a:t>
            </a:r>
            <a:endParaRPr dirty="0"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069080" y="3447288"/>
            <a:ext cx="6903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73455"/>
                </a:solidFill>
                <a:latin typeface="Microsoft YaHei"/>
              </a:defRPr>
            </a:pPr>
            <a:r>
              <a:rPr>
                <a:ea typeface="Microsoft YaHei"/>
              </a:rPr>
              <a:t>原始错误 → 聚类 → 子节点；保留简短联合反馈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3447288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仅演化准则能否带来收益</a:t>
            </a:r>
            <a:r>
              <a:rPr dirty="0">
                <a:ea typeface="Microsoft YaHei"/>
              </a:rPr>
              <a:t>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69080"/>
            <a:ext cx="16230600" cy="749808"/>
          </a:xfrm>
          <a:prstGeom prst="roundRect">
            <a:avLst>
              <a:gd name="adj" fmla="val 3500"/>
            </a:avLst>
          </a:prstGeom>
          <a:solidFill>
            <a:srgbClr val="F0FAF8"/>
          </a:solidFill>
          <a:ln>
            <a:solidFill>
              <a:srgbClr val="F0F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4251960"/>
            <a:ext cx="2971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分层反思演化</a:t>
            </a:r>
            <a:endParaRPr dirty="0">
              <a:ea typeface="Microsoft YaHe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069080" y="4251960"/>
            <a:ext cx="6903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系统反思</a:t>
            </a:r>
            <a:r>
              <a:rPr dirty="0">
                <a:ea typeface="Microsoft YaHei"/>
              </a:rPr>
              <a:t> → </a:t>
            </a:r>
            <a:r>
              <a:rPr dirty="0" err="1">
                <a:ea typeface="Microsoft YaHei"/>
              </a:rPr>
              <a:t>子树反思</a:t>
            </a:r>
            <a:r>
              <a:rPr dirty="0">
                <a:ea typeface="Microsoft YaHei"/>
              </a:rPr>
              <a:t> → </a:t>
            </a:r>
            <a:r>
              <a:rPr dirty="0" err="1">
                <a:ea typeface="Microsoft YaHei"/>
              </a:rPr>
              <a:t>引导子节点生成</a:t>
            </a:r>
            <a:endParaRPr dirty="0"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292840" y="425196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分层反思是否带来额外收益</a:t>
            </a:r>
            <a:r>
              <a:rPr dirty="0">
                <a:ea typeface="Microsoft YaHei"/>
              </a:rPr>
              <a:t>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029200"/>
            <a:ext cx="162306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公平对照：两种演化方法使用相同模型、子树编辑范围、候选数量上限与联合接受规则</a:t>
            </a:r>
            <a:r>
              <a:rPr dirty="0">
                <a:ea typeface="Microsoft YaHei"/>
              </a:rPr>
              <a:t>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833872"/>
            <a:ext cx="7909560" cy="2542032"/>
          </a:xfrm>
          <a:prstGeom prst="roundRect">
            <a:avLst>
              <a:gd name="adj" fmla="val 3500"/>
            </a:avLst>
          </a:prstGeom>
          <a:solidFill>
            <a:srgbClr val="F3F8FE"/>
          </a:solidFill>
          <a:ln>
            <a:solidFill>
              <a:srgbClr val="377D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778240" y="5833872"/>
            <a:ext cx="7909560" cy="2542032"/>
          </a:xfrm>
          <a:prstGeom prst="roundRect">
            <a:avLst>
              <a:gd name="adj" fmla="val 3500"/>
            </a:avLst>
          </a:prstGeom>
          <a:solidFill>
            <a:srgbClr val="F0FAF8"/>
          </a:solidFill>
          <a:ln>
            <a:solidFill>
              <a:srgbClr val="16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6053328"/>
            <a:ext cx="74066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400" b="1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数据如何使用</a:t>
            </a:r>
            <a:endParaRPr dirty="0">
              <a:ea typeface="Microsoft Ya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13232" y="6748272"/>
            <a:ext cx="7406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73455"/>
                </a:solidFill>
                <a:latin typeface="Microsoft YaHei"/>
              </a:defRPr>
            </a:pPr>
            <a:r>
              <a:rPr dirty="0">
                <a:ea typeface="Microsoft YaHei"/>
              </a:rPr>
              <a:t>Discovery 100：生成准则，并决定接受或保留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冻结最终结构</a:t>
            </a:r>
            <a:r>
              <a:rPr dirty="0">
                <a:ea typeface="Microsoft YaHei"/>
              </a:rPr>
              <a:t> → Dev 150 与 VLRB 1247 </a:t>
            </a:r>
            <a:r>
              <a:rPr dirty="0" err="1">
                <a:ea typeface="Microsoft YaHei"/>
              </a:rPr>
              <a:t>评估</a:t>
            </a:r>
            <a:endParaRPr dirty="0">
              <a:ea typeface="Microsoft YaHei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评测集不进入反思，也不用于选择演化轮次</a:t>
            </a:r>
            <a:endParaRPr dirty="0">
              <a:ea typeface="Microsoft Ya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034272" y="6053328"/>
            <a:ext cx="74066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400" b="1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哪些证据支持有效</a:t>
            </a:r>
            <a:endParaRPr dirty="0">
              <a:ea typeface="Microsoft YaHe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034272" y="6748272"/>
            <a:ext cx="74066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局部：逐条核对原图、问题与候选原文</a:t>
            </a:r>
            <a:endParaRPr dirty="0">
              <a:ea typeface="Microsoft YaHei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 dirty="0">
                <a:ea typeface="Microsoft YaHei"/>
              </a:rPr>
              <a:t>      </a:t>
            </a:r>
            <a:r>
              <a:rPr dirty="0" err="1">
                <a:ea typeface="Microsoft YaHei"/>
              </a:rPr>
              <a:t>事实是否准确、是否正确归给</a:t>
            </a:r>
            <a:r>
              <a:rPr dirty="0">
                <a:ea typeface="Microsoft YaHei"/>
              </a:rPr>
              <a:t> A 或 B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系统：纠正多少错误，同时新增多少错误</a:t>
            </a:r>
            <a:endParaRPr dirty="0">
              <a:ea typeface="Microsoft YaHei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173455"/>
                </a:solidFill>
                <a:latin typeface="Microsoft YaHei"/>
              </a:defRPr>
            </a:pPr>
            <a:r>
              <a:rPr dirty="0" err="1">
                <a:ea typeface="Microsoft YaHei"/>
              </a:rPr>
              <a:t>整体：冻结后</a:t>
            </a:r>
            <a:r>
              <a:rPr dirty="0">
                <a:ea typeface="Microsoft YaHei"/>
              </a:rPr>
              <a:t> Strict ACC </a:t>
            </a:r>
            <a:r>
              <a:rPr dirty="0" err="1">
                <a:ea typeface="Microsoft YaHei"/>
              </a:rPr>
              <a:t>是否提高</a:t>
            </a:r>
            <a:endParaRPr dirty="0">
              <a:ea typeface="Microsoft YaHe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57200" y="8503920"/>
            <a:ext cx="16230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536579"/>
                </a:solidFill>
                <a:latin typeface="Microsoft YaHei"/>
              </a:defRPr>
            </a:pPr>
            <a:r>
              <a:rPr>
                <a:ea typeface="Microsoft YaHei"/>
              </a:rPr>
              <a:t>若分层反思不优于无分层反思，则不支持其额外价值。VLRB 是回归基准，独立泛化仍需新数据。</a:t>
            </a:r>
          </a:p>
        </p:txBody>
      </p:sp>
    </p:spTree>
    <p:extLst>
      <p:ext uri="{BB962C8B-B14F-4D97-AF65-F5344CB8AC3E}">
        <p14:creationId xmlns:p14="http://schemas.microsoft.com/office/powerpoint/2010/main" val="283347696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3818</TotalTime>
  <Words>824</Words>
  <Application>Microsoft Office PowerPoint</Application>
  <DocSecurity>0</DocSecurity>
  <PresentationFormat>自定义</PresentationFormat>
  <Paragraphs>186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Microsoft YaHei</vt:lpstr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wenqx</cp:lastModifiedBy>
  <cp:revision>27</cp:revision>
  <dcterms:created xsi:type="dcterms:W3CDTF">2026-09-09T09:53:05Z</dcterms:created>
  <dcterms:modified xsi:type="dcterms:W3CDTF">2026-09-15T11:49:53Z</dcterms:modified>
</cp:coreProperties>
</file>