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1288" r:id="rId2"/>
    <p:sldId id="1295" r:id="rId3"/>
    <p:sldId id="1293" r:id="rId4"/>
    <p:sldId id="1291" r:id="rId5"/>
    <p:sldId id="1292" r:id="rId6"/>
    <p:sldId id="1300" r:id="rId7"/>
    <p:sldId id="1301" r:id="rId8"/>
    <p:sldId id="1302" r:id="rId9"/>
    <p:sldId id="1303" r:id="rId10"/>
    <p:sldId id="1304" r:id="rId11"/>
  </p:sldIdLst>
  <p:sldSz cx="17373600" cy="115220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7"/>
    <a:srgbClr val="1A3A5C"/>
    <a:srgbClr val="636E7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6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Notation: R1 Completeness; R2 Visual Grounding; R3 Factuality; R4 Creativity; R5 Clarity.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267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Notation: R1 Completeness; R2 Visual Grounding; R3 Factuality; R4 Creativity; R5 Clarity.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963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983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91006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35178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8375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47757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18656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855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67030" y="181663"/>
            <a:ext cx="11537237" cy="978812"/>
          </a:xfrm>
        </p:spPr>
        <p:txBody>
          <a:bodyPr>
            <a:noAutofit/>
          </a:bodyPr>
          <a:lstStyle>
            <a:lvl1pPr>
              <a:defRPr sz="456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2026/9/25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994250" y="10681964"/>
            <a:ext cx="5465464" cy="613444"/>
          </a:xfrm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1FA7A27-D5B4-44DF-9783-8E8BA1502317}"/>
              </a:ext>
            </a:extLst>
          </p:cNvPr>
          <p:cNvGrpSpPr/>
          <p:nvPr userDrawn="1"/>
        </p:nvGrpSpPr>
        <p:grpSpPr>
          <a:xfrm>
            <a:off x="1" y="1"/>
            <a:ext cx="17379820" cy="1375305"/>
            <a:chOff x="1" y="-821134"/>
            <a:chExt cx="12170965" cy="81858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0ED0DB8-218B-46AE-A6FE-7035726C3A12}"/>
                </a:ext>
              </a:extLst>
            </p:cNvPr>
            <p:cNvPicPr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72679" y="-821134"/>
              <a:ext cx="3267075" cy="818589"/>
            </a:xfrm>
            <a:prstGeom prst="rect">
              <a:avLst/>
            </a:prstGeom>
          </p:spPr>
        </p:pic>
        <p:pic>
          <p:nvPicPr>
            <p:cNvPr id="54" name="图片 53" descr="a4.jpg">
              <a:extLst>
                <a:ext uri="{FF2B5EF4-FFF2-40B4-BE49-F238E27FC236}">
                  <a16:creationId xmlns:a16="http://schemas.microsoft.com/office/drawing/2014/main" id="{AC51F6FB-3F34-4EAD-8699-52CDEC13A5A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r="96123" b="88062"/>
            <a:stretch/>
          </p:blipFill>
          <p:spPr>
            <a:xfrm>
              <a:off x="1" y="-821134"/>
              <a:ext cx="472678" cy="818589"/>
            </a:xfrm>
            <a:prstGeom prst="rect">
              <a:avLst/>
            </a:prstGeom>
          </p:spPr>
        </p:pic>
        <p:pic>
          <p:nvPicPr>
            <p:cNvPr id="55" name="图片 54" descr="a4.jpg">
              <a:extLst>
                <a:ext uri="{FF2B5EF4-FFF2-40B4-BE49-F238E27FC236}">
                  <a16:creationId xmlns:a16="http://schemas.microsoft.com/office/drawing/2014/main" id="{B97D97FD-2068-4459-B5EA-BB322758A12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30847" b="88062"/>
            <a:stretch/>
          </p:blipFill>
          <p:spPr>
            <a:xfrm>
              <a:off x="3739754" y="-821134"/>
              <a:ext cx="8431212" cy="8185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433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E142F393-3D42-452E-A754-59F056C2EF32}"/>
              </a:ext>
            </a:extLst>
          </p:cNvPr>
          <p:cNvSpPr/>
          <p:nvPr/>
        </p:nvSpPr>
        <p:spPr>
          <a:xfrm>
            <a:off x="9981091" y="2078186"/>
            <a:ext cx="7168896" cy="8970264"/>
          </a:xfrm>
          <a:prstGeom prst="roundRect">
            <a:avLst>
              <a:gd name="adj" fmla="val 5500"/>
            </a:avLst>
          </a:prstGeom>
          <a:solidFill>
            <a:srgbClr val="E7F5FE"/>
          </a:solidFill>
          <a:ln w="25400">
            <a:solidFill>
              <a:srgbClr val="18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4AD46E-29EC-4EDE-9A5B-2435897EEE50}"/>
              </a:ext>
            </a:extLst>
          </p:cNvPr>
          <p:cNvSpPr txBox="1"/>
          <p:nvPr/>
        </p:nvSpPr>
        <p:spPr>
          <a:xfrm>
            <a:off x="10182259" y="2197057"/>
            <a:ext cx="367588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1274B"/>
                </a:solidFill>
                <a:latin typeface="Cambria"/>
              </a:defRPr>
            </a:pPr>
            <a:r>
              <a:rPr sz="2400"/>
              <a:t>Manager · subtree Rᵢ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9391587-E84B-4375-8FB4-33A37AB03739}"/>
              </a:ext>
            </a:extLst>
          </p:cNvPr>
          <p:cNvSpPr/>
          <p:nvPr/>
        </p:nvSpPr>
        <p:spPr>
          <a:xfrm>
            <a:off x="297595" y="2123906"/>
            <a:ext cx="4270248" cy="2148840"/>
          </a:xfrm>
          <a:prstGeom prst="roundRect">
            <a:avLst>
              <a:gd name="adj" fmla="val 5500"/>
            </a:avLst>
          </a:prstGeom>
          <a:solidFill>
            <a:srgbClr val="F7FAFD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1FF4875-AE44-4274-8AB1-80AB8D02654B}"/>
              </a:ext>
            </a:extLst>
          </p:cNvPr>
          <p:cNvSpPr txBox="1"/>
          <p:nvPr/>
        </p:nvSpPr>
        <p:spPr>
          <a:xfrm>
            <a:off x="434755" y="2233634"/>
            <a:ext cx="3959352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1274B"/>
                </a:solidFill>
                <a:latin typeface="Cambria"/>
              </a:defRPr>
            </a:pPr>
            <a:r>
              <a:rPr dirty="0"/>
              <a:t>Initialize </a:t>
            </a:r>
            <a:r>
              <a:rPr lang="en-US" altLang="zh-CN" dirty="0"/>
              <a:t>split </a:t>
            </a:r>
            <a:r>
              <a:rPr dirty="0"/>
              <a:t>once · for each root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795CCC7-4454-486A-8014-BB004575CC98}"/>
              </a:ext>
            </a:extLst>
          </p:cNvPr>
          <p:cNvGrpSpPr>
            <a:grpSpLocks noChangeAspect="1"/>
          </p:cNvGrpSpPr>
          <p:nvPr/>
        </p:nvGrpSpPr>
        <p:grpSpPr>
          <a:xfrm>
            <a:off x="364926" y="2812615"/>
            <a:ext cx="695141" cy="648000"/>
            <a:chOff x="448056" y="1794303"/>
            <a:chExt cx="562264" cy="524134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58BEAD90-7C0B-494D-AEC5-6AE1A0ABAC73}"/>
                </a:ext>
              </a:extLst>
            </p:cNvPr>
            <p:cNvSpPr/>
            <p:nvPr/>
          </p:nvSpPr>
          <p:spPr>
            <a:xfrm>
              <a:off x="44805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" name="Connector 7">
              <a:extLst>
                <a:ext uri="{FF2B5EF4-FFF2-40B4-BE49-F238E27FC236}">
                  <a16:creationId xmlns:a16="http://schemas.microsoft.com/office/drawing/2014/main" id="{B8EBD355-0B8A-447D-9354-2D5865868AB5}"/>
                </a:ext>
              </a:extLst>
            </p:cNvPr>
            <p:cNvCxnSpPr/>
            <p:nvPr/>
          </p:nvCxnSpPr>
          <p:spPr>
            <a:xfrm>
              <a:off x="477133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>
              <a:extLst>
                <a:ext uri="{FF2B5EF4-FFF2-40B4-BE49-F238E27FC236}">
                  <a16:creationId xmlns:a16="http://schemas.microsoft.com/office/drawing/2014/main" id="{0EC4B4ED-0D36-453B-97F3-77CCBF300170}"/>
                </a:ext>
              </a:extLst>
            </p:cNvPr>
            <p:cNvCxnSpPr/>
            <p:nvPr/>
          </p:nvCxnSpPr>
          <p:spPr>
            <a:xfrm>
              <a:off x="477133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>
              <a:extLst>
                <a:ext uri="{FF2B5EF4-FFF2-40B4-BE49-F238E27FC236}">
                  <a16:creationId xmlns:a16="http://schemas.microsoft.com/office/drawing/2014/main" id="{021D9E73-1E44-4855-A431-C0757FF680EB}"/>
                </a:ext>
              </a:extLst>
            </p:cNvPr>
            <p:cNvCxnSpPr/>
            <p:nvPr/>
          </p:nvCxnSpPr>
          <p:spPr>
            <a:xfrm>
              <a:off x="477133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>
              <a:extLst>
                <a:ext uri="{FF2B5EF4-FFF2-40B4-BE49-F238E27FC236}">
                  <a16:creationId xmlns:a16="http://schemas.microsoft.com/office/drawing/2014/main" id="{B588D2E1-9A7D-476C-AF04-985FB98EDF04}"/>
                </a:ext>
              </a:extLst>
            </p:cNvPr>
            <p:cNvCxnSpPr/>
            <p:nvPr/>
          </p:nvCxnSpPr>
          <p:spPr>
            <a:xfrm>
              <a:off x="477133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6">
              <a:extLst>
                <a:ext uri="{FF2B5EF4-FFF2-40B4-BE49-F238E27FC236}">
                  <a16:creationId xmlns:a16="http://schemas.microsoft.com/office/drawing/2014/main" id="{76D139D3-F772-4B32-A5D9-28F0E0F1A444}"/>
                </a:ext>
              </a:extLst>
            </p:cNvPr>
            <p:cNvSpPr/>
            <p:nvPr/>
          </p:nvSpPr>
          <p:spPr>
            <a:xfrm>
              <a:off x="64922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" name="Connector 17">
              <a:extLst>
                <a:ext uri="{FF2B5EF4-FFF2-40B4-BE49-F238E27FC236}">
                  <a16:creationId xmlns:a16="http://schemas.microsoft.com/office/drawing/2014/main" id="{E5A2452C-2142-43BC-87A8-137F1D650094}"/>
                </a:ext>
              </a:extLst>
            </p:cNvPr>
            <p:cNvCxnSpPr/>
            <p:nvPr/>
          </p:nvCxnSpPr>
          <p:spPr>
            <a:xfrm>
              <a:off x="678301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8">
              <a:extLst>
                <a:ext uri="{FF2B5EF4-FFF2-40B4-BE49-F238E27FC236}">
                  <a16:creationId xmlns:a16="http://schemas.microsoft.com/office/drawing/2014/main" id="{DA9DE0B1-74E0-447D-8C47-A12B48615100}"/>
                </a:ext>
              </a:extLst>
            </p:cNvPr>
            <p:cNvCxnSpPr/>
            <p:nvPr/>
          </p:nvCxnSpPr>
          <p:spPr>
            <a:xfrm>
              <a:off x="678301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9">
              <a:extLst>
                <a:ext uri="{FF2B5EF4-FFF2-40B4-BE49-F238E27FC236}">
                  <a16:creationId xmlns:a16="http://schemas.microsoft.com/office/drawing/2014/main" id="{1378CA5E-FFC6-4C2D-B3AA-DADE4AB8D988}"/>
                </a:ext>
              </a:extLst>
            </p:cNvPr>
            <p:cNvCxnSpPr/>
            <p:nvPr/>
          </p:nvCxnSpPr>
          <p:spPr>
            <a:xfrm>
              <a:off x="678301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20">
              <a:extLst>
                <a:ext uri="{FF2B5EF4-FFF2-40B4-BE49-F238E27FC236}">
                  <a16:creationId xmlns:a16="http://schemas.microsoft.com/office/drawing/2014/main" id="{5C1A474A-154B-4D6D-A2E7-6860961CF5A5}"/>
                </a:ext>
              </a:extLst>
            </p:cNvPr>
            <p:cNvCxnSpPr/>
            <p:nvPr/>
          </p:nvCxnSpPr>
          <p:spPr>
            <a:xfrm>
              <a:off x="678301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26">
              <a:extLst>
                <a:ext uri="{FF2B5EF4-FFF2-40B4-BE49-F238E27FC236}">
                  <a16:creationId xmlns:a16="http://schemas.microsoft.com/office/drawing/2014/main" id="{9676F3BA-3145-421F-83B7-0EDB08837A14}"/>
                </a:ext>
              </a:extLst>
            </p:cNvPr>
            <p:cNvSpPr/>
            <p:nvPr/>
          </p:nvSpPr>
          <p:spPr>
            <a:xfrm>
              <a:off x="85039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8" name="Connector 27">
              <a:extLst>
                <a:ext uri="{FF2B5EF4-FFF2-40B4-BE49-F238E27FC236}">
                  <a16:creationId xmlns:a16="http://schemas.microsoft.com/office/drawing/2014/main" id="{2BE34BC0-70E6-44A0-9F57-5484F3608FB3}"/>
                </a:ext>
              </a:extLst>
            </p:cNvPr>
            <p:cNvCxnSpPr/>
            <p:nvPr/>
          </p:nvCxnSpPr>
          <p:spPr>
            <a:xfrm>
              <a:off x="879469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28">
              <a:extLst>
                <a:ext uri="{FF2B5EF4-FFF2-40B4-BE49-F238E27FC236}">
                  <a16:creationId xmlns:a16="http://schemas.microsoft.com/office/drawing/2014/main" id="{D998AD31-CAB8-41F9-A63D-603193765798}"/>
                </a:ext>
              </a:extLst>
            </p:cNvPr>
            <p:cNvCxnSpPr/>
            <p:nvPr/>
          </p:nvCxnSpPr>
          <p:spPr>
            <a:xfrm>
              <a:off x="879469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29">
              <a:extLst>
                <a:ext uri="{FF2B5EF4-FFF2-40B4-BE49-F238E27FC236}">
                  <a16:creationId xmlns:a16="http://schemas.microsoft.com/office/drawing/2014/main" id="{415AA52B-142D-41EB-90DA-E07E43173B23}"/>
                </a:ext>
              </a:extLst>
            </p:cNvPr>
            <p:cNvCxnSpPr/>
            <p:nvPr/>
          </p:nvCxnSpPr>
          <p:spPr>
            <a:xfrm>
              <a:off x="879469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30">
              <a:extLst>
                <a:ext uri="{FF2B5EF4-FFF2-40B4-BE49-F238E27FC236}">
                  <a16:creationId xmlns:a16="http://schemas.microsoft.com/office/drawing/2014/main" id="{E25A385D-90A9-44D6-BE16-766A66EECD56}"/>
                </a:ext>
              </a:extLst>
            </p:cNvPr>
            <p:cNvCxnSpPr/>
            <p:nvPr/>
          </p:nvCxnSpPr>
          <p:spPr>
            <a:xfrm>
              <a:off x="879469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36">
              <a:extLst>
                <a:ext uri="{FF2B5EF4-FFF2-40B4-BE49-F238E27FC236}">
                  <a16:creationId xmlns:a16="http://schemas.microsoft.com/office/drawing/2014/main" id="{61856065-F04C-4D6C-93A4-738EA271D0E2}"/>
                </a:ext>
              </a:extLst>
            </p:cNvPr>
            <p:cNvSpPr/>
            <p:nvPr/>
          </p:nvSpPr>
          <p:spPr>
            <a:xfrm>
              <a:off x="44805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" name="Connector 37">
              <a:extLst>
                <a:ext uri="{FF2B5EF4-FFF2-40B4-BE49-F238E27FC236}">
                  <a16:creationId xmlns:a16="http://schemas.microsoft.com/office/drawing/2014/main" id="{10CB8BBC-CC10-48B3-8A92-CF656F79FB0D}"/>
                </a:ext>
              </a:extLst>
            </p:cNvPr>
            <p:cNvCxnSpPr/>
            <p:nvPr/>
          </p:nvCxnSpPr>
          <p:spPr>
            <a:xfrm>
              <a:off x="477133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38">
              <a:extLst>
                <a:ext uri="{FF2B5EF4-FFF2-40B4-BE49-F238E27FC236}">
                  <a16:creationId xmlns:a16="http://schemas.microsoft.com/office/drawing/2014/main" id="{C8325E79-37EC-44E0-8419-EE68FD8AFD9A}"/>
                </a:ext>
              </a:extLst>
            </p:cNvPr>
            <p:cNvCxnSpPr/>
            <p:nvPr/>
          </p:nvCxnSpPr>
          <p:spPr>
            <a:xfrm>
              <a:off x="477133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39">
              <a:extLst>
                <a:ext uri="{FF2B5EF4-FFF2-40B4-BE49-F238E27FC236}">
                  <a16:creationId xmlns:a16="http://schemas.microsoft.com/office/drawing/2014/main" id="{B99D8D19-BACF-4ABF-BF00-01A1BD9FBAA0}"/>
                </a:ext>
              </a:extLst>
            </p:cNvPr>
            <p:cNvCxnSpPr/>
            <p:nvPr/>
          </p:nvCxnSpPr>
          <p:spPr>
            <a:xfrm>
              <a:off x="477133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40">
              <a:extLst>
                <a:ext uri="{FF2B5EF4-FFF2-40B4-BE49-F238E27FC236}">
                  <a16:creationId xmlns:a16="http://schemas.microsoft.com/office/drawing/2014/main" id="{0CEDEE0C-7B97-46E4-AE59-BA50CC7F67BE}"/>
                </a:ext>
              </a:extLst>
            </p:cNvPr>
            <p:cNvCxnSpPr/>
            <p:nvPr/>
          </p:nvCxnSpPr>
          <p:spPr>
            <a:xfrm>
              <a:off x="477133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46">
              <a:extLst>
                <a:ext uri="{FF2B5EF4-FFF2-40B4-BE49-F238E27FC236}">
                  <a16:creationId xmlns:a16="http://schemas.microsoft.com/office/drawing/2014/main" id="{5BA446CF-5440-4D97-AC67-17A8BF71D51E}"/>
                </a:ext>
              </a:extLst>
            </p:cNvPr>
            <p:cNvSpPr/>
            <p:nvPr/>
          </p:nvSpPr>
          <p:spPr>
            <a:xfrm>
              <a:off x="64922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" name="Connector 47">
              <a:extLst>
                <a:ext uri="{FF2B5EF4-FFF2-40B4-BE49-F238E27FC236}">
                  <a16:creationId xmlns:a16="http://schemas.microsoft.com/office/drawing/2014/main" id="{86CFCAE1-4345-4CD4-9230-27B3DCBDCF70}"/>
                </a:ext>
              </a:extLst>
            </p:cNvPr>
            <p:cNvCxnSpPr/>
            <p:nvPr/>
          </p:nvCxnSpPr>
          <p:spPr>
            <a:xfrm>
              <a:off x="678301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48">
              <a:extLst>
                <a:ext uri="{FF2B5EF4-FFF2-40B4-BE49-F238E27FC236}">
                  <a16:creationId xmlns:a16="http://schemas.microsoft.com/office/drawing/2014/main" id="{6E2388D7-6DF2-4E71-9E98-D13B9197EA12}"/>
                </a:ext>
              </a:extLst>
            </p:cNvPr>
            <p:cNvCxnSpPr/>
            <p:nvPr/>
          </p:nvCxnSpPr>
          <p:spPr>
            <a:xfrm>
              <a:off x="678301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49">
              <a:extLst>
                <a:ext uri="{FF2B5EF4-FFF2-40B4-BE49-F238E27FC236}">
                  <a16:creationId xmlns:a16="http://schemas.microsoft.com/office/drawing/2014/main" id="{7E201516-9F6B-44E9-A962-3EC0B996D45A}"/>
                </a:ext>
              </a:extLst>
            </p:cNvPr>
            <p:cNvCxnSpPr/>
            <p:nvPr/>
          </p:nvCxnSpPr>
          <p:spPr>
            <a:xfrm>
              <a:off x="678301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50">
              <a:extLst>
                <a:ext uri="{FF2B5EF4-FFF2-40B4-BE49-F238E27FC236}">
                  <a16:creationId xmlns:a16="http://schemas.microsoft.com/office/drawing/2014/main" id="{D1524DE7-4BA6-42BF-A431-3544D845BC04}"/>
                </a:ext>
              </a:extLst>
            </p:cNvPr>
            <p:cNvCxnSpPr/>
            <p:nvPr/>
          </p:nvCxnSpPr>
          <p:spPr>
            <a:xfrm>
              <a:off x="678301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56">
              <a:extLst>
                <a:ext uri="{FF2B5EF4-FFF2-40B4-BE49-F238E27FC236}">
                  <a16:creationId xmlns:a16="http://schemas.microsoft.com/office/drawing/2014/main" id="{F6418439-D08A-4118-BD2A-078EDE236825}"/>
                </a:ext>
              </a:extLst>
            </p:cNvPr>
            <p:cNvSpPr/>
            <p:nvPr/>
          </p:nvSpPr>
          <p:spPr>
            <a:xfrm>
              <a:off x="85039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3" name="Connector 57">
              <a:extLst>
                <a:ext uri="{FF2B5EF4-FFF2-40B4-BE49-F238E27FC236}">
                  <a16:creationId xmlns:a16="http://schemas.microsoft.com/office/drawing/2014/main" id="{0F391F8F-A5E4-4429-927E-7C93063DC1E0}"/>
                </a:ext>
              </a:extLst>
            </p:cNvPr>
            <p:cNvCxnSpPr/>
            <p:nvPr/>
          </p:nvCxnSpPr>
          <p:spPr>
            <a:xfrm>
              <a:off x="879469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58">
              <a:extLst>
                <a:ext uri="{FF2B5EF4-FFF2-40B4-BE49-F238E27FC236}">
                  <a16:creationId xmlns:a16="http://schemas.microsoft.com/office/drawing/2014/main" id="{C5315F26-385B-4A9B-9309-591B9EE970D6}"/>
                </a:ext>
              </a:extLst>
            </p:cNvPr>
            <p:cNvCxnSpPr/>
            <p:nvPr/>
          </p:nvCxnSpPr>
          <p:spPr>
            <a:xfrm>
              <a:off x="879469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59">
              <a:extLst>
                <a:ext uri="{FF2B5EF4-FFF2-40B4-BE49-F238E27FC236}">
                  <a16:creationId xmlns:a16="http://schemas.microsoft.com/office/drawing/2014/main" id="{46556750-0B5C-4D73-988E-4C932D3D2D7E}"/>
                </a:ext>
              </a:extLst>
            </p:cNvPr>
            <p:cNvCxnSpPr/>
            <p:nvPr/>
          </p:nvCxnSpPr>
          <p:spPr>
            <a:xfrm>
              <a:off x="879469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60">
              <a:extLst>
                <a:ext uri="{FF2B5EF4-FFF2-40B4-BE49-F238E27FC236}">
                  <a16:creationId xmlns:a16="http://schemas.microsoft.com/office/drawing/2014/main" id="{4188358F-46AD-47E8-BCBC-170ACED778A0}"/>
                </a:ext>
              </a:extLst>
            </p:cNvPr>
            <p:cNvCxnSpPr/>
            <p:nvPr/>
          </p:nvCxnSpPr>
          <p:spPr>
            <a:xfrm>
              <a:off x="879469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5A94F4B-AE90-47E8-880A-BBB37B0DF8FA}"/>
              </a:ext>
            </a:extLst>
          </p:cNvPr>
          <p:cNvGrpSpPr>
            <a:grpSpLocks noChangeAspect="1"/>
          </p:cNvGrpSpPr>
          <p:nvPr/>
        </p:nvGrpSpPr>
        <p:grpSpPr>
          <a:xfrm>
            <a:off x="1479397" y="2811392"/>
            <a:ext cx="695141" cy="648000"/>
            <a:chOff x="1545336" y="1794303"/>
            <a:chExt cx="562264" cy="524134"/>
          </a:xfrm>
        </p:grpSpPr>
        <p:sp>
          <p:nvSpPr>
            <p:cNvPr id="38" name="Rounded Rectangle 11">
              <a:extLst>
                <a:ext uri="{FF2B5EF4-FFF2-40B4-BE49-F238E27FC236}">
                  <a16:creationId xmlns:a16="http://schemas.microsoft.com/office/drawing/2014/main" id="{6F35D982-2A59-4379-A87B-5ED44C3841DA}"/>
                </a:ext>
              </a:extLst>
            </p:cNvPr>
            <p:cNvSpPr/>
            <p:nvPr/>
          </p:nvSpPr>
          <p:spPr>
            <a:xfrm>
              <a:off x="154533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9" name="Connector 12">
              <a:extLst>
                <a:ext uri="{FF2B5EF4-FFF2-40B4-BE49-F238E27FC236}">
                  <a16:creationId xmlns:a16="http://schemas.microsoft.com/office/drawing/2014/main" id="{5F21A701-0191-40AA-8930-2E9D2FEB38E8}"/>
                </a:ext>
              </a:extLst>
            </p:cNvPr>
            <p:cNvCxnSpPr/>
            <p:nvPr/>
          </p:nvCxnSpPr>
          <p:spPr>
            <a:xfrm>
              <a:off x="1574413" y="1837919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13">
              <a:extLst>
                <a:ext uri="{FF2B5EF4-FFF2-40B4-BE49-F238E27FC236}">
                  <a16:creationId xmlns:a16="http://schemas.microsoft.com/office/drawing/2014/main" id="{9F6BC84F-C29B-45DD-8191-58074F7684CB}"/>
                </a:ext>
              </a:extLst>
            </p:cNvPr>
            <p:cNvCxnSpPr/>
            <p:nvPr/>
          </p:nvCxnSpPr>
          <p:spPr>
            <a:xfrm>
              <a:off x="1574413" y="1874267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14">
              <a:extLst>
                <a:ext uri="{FF2B5EF4-FFF2-40B4-BE49-F238E27FC236}">
                  <a16:creationId xmlns:a16="http://schemas.microsoft.com/office/drawing/2014/main" id="{A45A4659-9F13-4D54-A8CA-03DF40252A21}"/>
                </a:ext>
              </a:extLst>
            </p:cNvPr>
            <p:cNvCxnSpPr/>
            <p:nvPr/>
          </p:nvCxnSpPr>
          <p:spPr>
            <a:xfrm>
              <a:off x="1574413" y="1910614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15">
              <a:extLst>
                <a:ext uri="{FF2B5EF4-FFF2-40B4-BE49-F238E27FC236}">
                  <a16:creationId xmlns:a16="http://schemas.microsoft.com/office/drawing/2014/main" id="{86500F7A-D97E-413D-ACA3-E4E9C316B77F}"/>
                </a:ext>
              </a:extLst>
            </p:cNvPr>
            <p:cNvCxnSpPr/>
            <p:nvPr/>
          </p:nvCxnSpPr>
          <p:spPr>
            <a:xfrm>
              <a:off x="1574413" y="1946962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21">
              <a:extLst>
                <a:ext uri="{FF2B5EF4-FFF2-40B4-BE49-F238E27FC236}">
                  <a16:creationId xmlns:a16="http://schemas.microsoft.com/office/drawing/2014/main" id="{01F8FF4F-311B-497F-B32E-E0763A604E74}"/>
                </a:ext>
              </a:extLst>
            </p:cNvPr>
            <p:cNvSpPr/>
            <p:nvPr/>
          </p:nvSpPr>
          <p:spPr>
            <a:xfrm>
              <a:off x="174650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" name="Connector 22">
              <a:extLst>
                <a:ext uri="{FF2B5EF4-FFF2-40B4-BE49-F238E27FC236}">
                  <a16:creationId xmlns:a16="http://schemas.microsoft.com/office/drawing/2014/main" id="{DB2F3BA2-0A9A-41AC-BC0F-0C6127416085}"/>
                </a:ext>
              </a:extLst>
            </p:cNvPr>
            <p:cNvCxnSpPr/>
            <p:nvPr/>
          </p:nvCxnSpPr>
          <p:spPr>
            <a:xfrm>
              <a:off x="1775581" y="1837919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3">
              <a:extLst>
                <a:ext uri="{FF2B5EF4-FFF2-40B4-BE49-F238E27FC236}">
                  <a16:creationId xmlns:a16="http://schemas.microsoft.com/office/drawing/2014/main" id="{3533D962-9C05-4D90-A3A0-0DEA77F037CA}"/>
                </a:ext>
              </a:extLst>
            </p:cNvPr>
            <p:cNvCxnSpPr/>
            <p:nvPr/>
          </p:nvCxnSpPr>
          <p:spPr>
            <a:xfrm>
              <a:off x="1775581" y="1874267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24">
              <a:extLst>
                <a:ext uri="{FF2B5EF4-FFF2-40B4-BE49-F238E27FC236}">
                  <a16:creationId xmlns:a16="http://schemas.microsoft.com/office/drawing/2014/main" id="{6088CD9D-177E-4F59-AC7B-AE371B247FB6}"/>
                </a:ext>
              </a:extLst>
            </p:cNvPr>
            <p:cNvCxnSpPr/>
            <p:nvPr/>
          </p:nvCxnSpPr>
          <p:spPr>
            <a:xfrm>
              <a:off x="1775581" y="1910614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25">
              <a:extLst>
                <a:ext uri="{FF2B5EF4-FFF2-40B4-BE49-F238E27FC236}">
                  <a16:creationId xmlns:a16="http://schemas.microsoft.com/office/drawing/2014/main" id="{C4A87904-21DA-443D-8A8E-47610AABF62F}"/>
                </a:ext>
              </a:extLst>
            </p:cNvPr>
            <p:cNvCxnSpPr/>
            <p:nvPr/>
          </p:nvCxnSpPr>
          <p:spPr>
            <a:xfrm>
              <a:off x="1775581" y="1946962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31">
              <a:extLst>
                <a:ext uri="{FF2B5EF4-FFF2-40B4-BE49-F238E27FC236}">
                  <a16:creationId xmlns:a16="http://schemas.microsoft.com/office/drawing/2014/main" id="{25AA4BFC-7F7E-4826-8473-CD3AF889C82D}"/>
                </a:ext>
              </a:extLst>
            </p:cNvPr>
            <p:cNvSpPr/>
            <p:nvPr/>
          </p:nvSpPr>
          <p:spPr>
            <a:xfrm>
              <a:off x="194767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" name="Connector 32">
              <a:extLst>
                <a:ext uri="{FF2B5EF4-FFF2-40B4-BE49-F238E27FC236}">
                  <a16:creationId xmlns:a16="http://schemas.microsoft.com/office/drawing/2014/main" id="{AF1A3F38-2A0F-4107-BF7D-1AB43DE67113}"/>
                </a:ext>
              </a:extLst>
            </p:cNvPr>
            <p:cNvCxnSpPr/>
            <p:nvPr/>
          </p:nvCxnSpPr>
          <p:spPr>
            <a:xfrm>
              <a:off x="1976749" y="1837919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33">
              <a:extLst>
                <a:ext uri="{FF2B5EF4-FFF2-40B4-BE49-F238E27FC236}">
                  <a16:creationId xmlns:a16="http://schemas.microsoft.com/office/drawing/2014/main" id="{75C52612-259E-48C7-B2DF-464DFB48CAE9}"/>
                </a:ext>
              </a:extLst>
            </p:cNvPr>
            <p:cNvCxnSpPr/>
            <p:nvPr/>
          </p:nvCxnSpPr>
          <p:spPr>
            <a:xfrm>
              <a:off x="1976749" y="1874267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34">
              <a:extLst>
                <a:ext uri="{FF2B5EF4-FFF2-40B4-BE49-F238E27FC236}">
                  <a16:creationId xmlns:a16="http://schemas.microsoft.com/office/drawing/2014/main" id="{F54CB07D-A97E-4158-8E18-6D3A1A343701}"/>
                </a:ext>
              </a:extLst>
            </p:cNvPr>
            <p:cNvCxnSpPr/>
            <p:nvPr/>
          </p:nvCxnSpPr>
          <p:spPr>
            <a:xfrm>
              <a:off x="1976749" y="1910614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35">
              <a:extLst>
                <a:ext uri="{FF2B5EF4-FFF2-40B4-BE49-F238E27FC236}">
                  <a16:creationId xmlns:a16="http://schemas.microsoft.com/office/drawing/2014/main" id="{99347890-7814-47DE-87BD-A62F2EA9ADBE}"/>
                </a:ext>
              </a:extLst>
            </p:cNvPr>
            <p:cNvCxnSpPr/>
            <p:nvPr/>
          </p:nvCxnSpPr>
          <p:spPr>
            <a:xfrm>
              <a:off x="1976749" y="1946962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ounded Rectangle 41">
              <a:extLst>
                <a:ext uri="{FF2B5EF4-FFF2-40B4-BE49-F238E27FC236}">
                  <a16:creationId xmlns:a16="http://schemas.microsoft.com/office/drawing/2014/main" id="{3BB182F8-5405-4698-9847-6A26E77F3ACA}"/>
                </a:ext>
              </a:extLst>
            </p:cNvPr>
            <p:cNvSpPr/>
            <p:nvPr/>
          </p:nvSpPr>
          <p:spPr>
            <a:xfrm>
              <a:off x="154533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4" name="Connector 42">
              <a:extLst>
                <a:ext uri="{FF2B5EF4-FFF2-40B4-BE49-F238E27FC236}">
                  <a16:creationId xmlns:a16="http://schemas.microsoft.com/office/drawing/2014/main" id="{FEB40F81-5E1D-4FB2-92AA-A54DC0048319}"/>
                </a:ext>
              </a:extLst>
            </p:cNvPr>
            <p:cNvCxnSpPr/>
            <p:nvPr/>
          </p:nvCxnSpPr>
          <p:spPr>
            <a:xfrm>
              <a:off x="1574413" y="2148815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43">
              <a:extLst>
                <a:ext uri="{FF2B5EF4-FFF2-40B4-BE49-F238E27FC236}">
                  <a16:creationId xmlns:a16="http://schemas.microsoft.com/office/drawing/2014/main" id="{F3BA935E-F55B-47AE-87AB-DDD169D08402}"/>
                </a:ext>
              </a:extLst>
            </p:cNvPr>
            <p:cNvCxnSpPr/>
            <p:nvPr/>
          </p:nvCxnSpPr>
          <p:spPr>
            <a:xfrm>
              <a:off x="1574413" y="2185163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44">
              <a:extLst>
                <a:ext uri="{FF2B5EF4-FFF2-40B4-BE49-F238E27FC236}">
                  <a16:creationId xmlns:a16="http://schemas.microsoft.com/office/drawing/2014/main" id="{86154FB0-0652-4D87-8396-F2915B48286A}"/>
                </a:ext>
              </a:extLst>
            </p:cNvPr>
            <p:cNvCxnSpPr/>
            <p:nvPr/>
          </p:nvCxnSpPr>
          <p:spPr>
            <a:xfrm>
              <a:off x="1574413" y="2221510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45">
              <a:extLst>
                <a:ext uri="{FF2B5EF4-FFF2-40B4-BE49-F238E27FC236}">
                  <a16:creationId xmlns:a16="http://schemas.microsoft.com/office/drawing/2014/main" id="{CC53FACD-89FE-4388-A102-43EE966B3B7D}"/>
                </a:ext>
              </a:extLst>
            </p:cNvPr>
            <p:cNvCxnSpPr/>
            <p:nvPr/>
          </p:nvCxnSpPr>
          <p:spPr>
            <a:xfrm>
              <a:off x="1574413" y="2257858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ounded Rectangle 51">
              <a:extLst>
                <a:ext uri="{FF2B5EF4-FFF2-40B4-BE49-F238E27FC236}">
                  <a16:creationId xmlns:a16="http://schemas.microsoft.com/office/drawing/2014/main" id="{A0333203-A3A9-4161-A153-30277A2CC887}"/>
                </a:ext>
              </a:extLst>
            </p:cNvPr>
            <p:cNvSpPr/>
            <p:nvPr/>
          </p:nvSpPr>
          <p:spPr>
            <a:xfrm>
              <a:off x="174650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2">
              <a:extLst>
                <a:ext uri="{FF2B5EF4-FFF2-40B4-BE49-F238E27FC236}">
                  <a16:creationId xmlns:a16="http://schemas.microsoft.com/office/drawing/2014/main" id="{0BA10E9D-F9A5-4234-A251-222380B97F79}"/>
                </a:ext>
              </a:extLst>
            </p:cNvPr>
            <p:cNvCxnSpPr/>
            <p:nvPr/>
          </p:nvCxnSpPr>
          <p:spPr>
            <a:xfrm>
              <a:off x="1775581" y="2148815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3">
              <a:extLst>
                <a:ext uri="{FF2B5EF4-FFF2-40B4-BE49-F238E27FC236}">
                  <a16:creationId xmlns:a16="http://schemas.microsoft.com/office/drawing/2014/main" id="{55A4A895-BA3E-4BF6-9B5B-4766ACA3C2DC}"/>
                </a:ext>
              </a:extLst>
            </p:cNvPr>
            <p:cNvCxnSpPr/>
            <p:nvPr/>
          </p:nvCxnSpPr>
          <p:spPr>
            <a:xfrm>
              <a:off x="1775581" y="2185163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54">
              <a:extLst>
                <a:ext uri="{FF2B5EF4-FFF2-40B4-BE49-F238E27FC236}">
                  <a16:creationId xmlns:a16="http://schemas.microsoft.com/office/drawing/2014/main" id="{65E2A8BD-9B03-4F2B-8E92-EED38544BEF0}"/>
                </a:ext>
              </a:extLst>
            </p:cNvPr>
            <p:cNvCxnSpPr/>
            <p:nvPr/>
          </p:nvCxnSpPr>
          <p:spPr>
            <a:xfrm>
              <a:off x="1775581" y="2221510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55">
              <a:extLst>
                <a:ext uri="{FF2B5EF4-FFF2-40B4-BE49-F238E27FC236}">
                  <a16:creationId xmlns:a16="http://schemas.microsoft.com/office/drawing/2014/main" id="{E41A8197-7F76-4EE5-99A7-6A59E326BD2D}"/>
                </a:ext>
              </a:extLst>
            </p:cNvPr>
            <p:cNvCxnSpPr/>
            <p:nvPr/>
          </p:nvCxnSpPr>
          <p:spPr>
            <a:xfrm>
              <a:off x="1775581" y="2257858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ounded Rectangle 61">
              <a:extLst>
                <a:ext uri="{FF2B5EF4-FFF2-40B4-BE49-F238E27FC236}">
                  <a16:creationId xmlns:a16="http://schemas.microsoft.com/office/drawing/2014/main" id="{138CEBA2-896B-4FCB-AB96-6E28A9F3675D}"/>
                </a:ext>
              </a:extLst>
            </p:cNvPr>
            <p:cNvSpPr/>
            <p:nvPr/>
          </p:nvSpPr>
          <p:spPr>
            <a:xfrm>
              <a:off x="194767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4" name="Connector 62">
              <a:extLst>
                <a:ext uri="{FF2B5EF4-FFF2-40B4-BE49-F238E27FC236}">
                  <a16:creationId xmlns:a16="http://schemas.microsoft.com/office/drawing/2014/main" id="{7C6ABD07-0054-4011-B98D-A240B586641F}"/>
                </a:ext>
              </a:extLst>
            </p:cNvPr>
            <p:cNvCxnSpPr/>
            <p:nvPr/>
          </p:nvCxnSpPr>
          <p:spPr>
            <a:xfrm>
              <a:off x="1976749" y="2148815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3">
              <a:extLst>
                <a:ext uri="{FF2B5EF4-FFF2-40B4-BE49-F238E27FC236}">
                  <a16:creationId xmlns:a16="http://schemas.microsoft.com/office/drawing/2014/main" id="{6FB99510-5428-4C3E-8A50-A54C4D463033}"/>
                </a:ext>
              </a:extLst>
            </p:cNvPr>
            <p:cNvCxnSpPr/>
            <p:nvPr/>
          </p:nvCxnSpPr>
          <p:spPr>
            <a:xfrm>
              <a:off x="1976749" y="2185163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4">
              <a:extLst>
                <a:ext uri="{FF2B5EF4-FFF2-40B4-BE49-F238E27FC236}">
                  <a16:creationId xmlns:a16="http://schemas.microsoft.com/office/drawing/2014/main" id="{E431D692-FF99-4A91-A847-D38E7ED04BE8}"/>
                </a:ext>
              </a:extLst>
            </p:cNvPr>
            <p:cNvCxnSpPr/>
            <p:nvPr/>
          </p:nvCxnSpPr>
          <p:spPr>
            <a:xfrm>
              <a:off x="1976749" y="2221510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5">
              <a:extLst>
                <a:ext uri="{FF2B5EF4-FFF2-40B4-BE49-F238E27FC236}">
                  <a16:creationId xmlns:a16="http://schemas.microsoft.com/office/drawing/2014/main" id="{C02BDA03-C1CA-4027-9DFD-DEDB24EAD2CE}"/>
                </a:ext>
              </a:extLst>
            </p:cNvPr>
            <p:cNvCxnSpPr/>
            <p:nvPr/>
          </p:nvCxnSpPr>
          <p:spPr>
            <a:xfrm>
              <a:off x="1976749" y="2257858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Oval 66">
            <a:extLst>
              <a:ext uri="{FF2B5EF4-FFF2-40B4-BE49-F238E27FC236}">
                <a16:creationId xmlns:a16="http://schemas.microsoft.com/office/drawing/2014/main" id="{1EB84F3F-84D2-46BB-BFC4-D58C588D5EC2}"/>
              </a:ext>
            </a:extLst>
          </p:cNvPr>
          <p:cNvSpPr/>
          <p:nvPr/>
        </p:nvSpPr>
        <p:spPr>
          <a:xfrm>
            <a:off x="2702467" y="2846282"/>
            <a:ext cx="283464" cy="28346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7">
            <a:extLst>
              <a:ext uri="{FF2B5EF4-FFF2-40B4-BE49-F238E27FC236}">
                <a16:creationId xmlns:a16="http://schemas.microsoft.com/office/drawing/2014/main" id="{7B30D307-8F48-46F8-A5B8-32A127C81689}"/>
              </a:ext>
            </a:extLst>
          </p:cNvPr>
          <p:cNvSpPr/>
          <p:nvPr/>
        </p:nvSpPr>
        <p:spPr>
          <a:xfrm>
            <a:off x="2762817" y="2953266"/>
            <a:ext cx="50292" cy="50292"/>
          </a:xfrm>
          <a:prstGeom prst="ellipse">
            <a:avLst/>
          </a:prstGeom>
          <a:solidFill>
            <a:srgbClr val="147DAF"/>
          </a:solidFill>
          <a:ln w="762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8">
            <a:extLst>
              <a:ext uri="{FF2B5EF4-FFF2-40B4-BE49-F238E27FC236}">
                <a16:creationId xmlns:a16="http://schemas.microsoft.com/office/drawing/2014/main" id="{1B2FB07A-0267-41B2-A61A-336E854B2D37}"/>
              </a:ext>
            </a:extLst>
          </p:cNvPr>
          <p:cNvSpPr/>
          <p:nvPr/>
        </p:nvSpPr>
        <p:spPr>
          <a:xfrm>
            <a:off x="2877117" y="2953266"/>
            <a:ext cx="50292" cy="50292"/>
          </a:xfrm>
          <a:prstGeom prst="ellipse">
            <a:avLst/>
          </a:prstGeom>
          <a:solidFill>
            <a:srgbClr val="147DAF"/>
          </a:solidFill>
          <a:ln w="762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69">
            <a:extLst>
              <a:ext uri="{FF2B5EF4-FFF2-40B4-BE49-F238E27FC236}">
                <a16:creationId xmlns:a16="http://schemas.microsoft.com/office/drawing/2014/main" id="{56C25BB4-CCFB-44DA-BF07-D7A89815467F}"/>
              </a:ext>
            </a:extLst>
          </p:cNvPr>
          <p:cNvSpPr/>
          <p:nvPr/>
        </p:nvSpPr>
        <p:spPr>
          <a:xfrm>
            <a:off x="3031651" y="2965154"/>
            <a:ext cx="283464" cy="28346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0">
            <a:extLst>
              <a:ext uri="{FF2B5EF4-FFF2-40B4-BE49-F238E27FC236}">
                <a16:creationId xmlns:a16="http://schemas.microsoft.com/office/drawing/2014/main" id="{217BE12F-7635-49AD-A893-31D7148242A4}"/>
              </a:ext>
            </a:extLst>
          </p:cNvPr>
          <p:cNvSpPr/>
          <p:nvPr/>
        </p:nvSpPr>
        <p:spPr>
          <a:xfrm>
            <a:off x="3092001" y="3072138"/>
            <a:ext cx="50292" cy="50292"/>
          </a:xfrm>
          <a:prstGeom prst="ellipse">
            <a:avLst/>
          </a:prstGeom>
          <a:solidFill>
            <a:srgbClr val="009E94"/>
          </a:solidFill>
          <a:ln w="762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1">
            <a:extLst>
              <a:ext uri="{FF2B5EF4-FFF2-40B4-BE49-F238E27FC236}">
                <a16:creationId xmlns:a16="http://schemas.microsoft.com/office/drawing/2014/main" id="{D6E78406-7A56-400A-8A5C-9A25B24EF6C9}"/>
              </a:ext>
            </a:extLst>
          </p:cNvPr>
          <p:cNvSpPr/>
          <p:nvPr/>
        </p:nvSpPr>
        <p:spPr>
          <a:xfrm>
            <a:off x="3206301" y="3072138"/>
            <a:ext cx="50292" cy="50292"/>
          </a:xfrm>
          <a:prstGeom prst="ellipse">
            <a:avLst/>
          </a:prstGeom>
          <a:solidFill>
            <a:srgbClr val="009E94"/>
          </a:solidFill>
          <a:ln w="762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2">
            <a:extLst>
              <a:ext uri="{FF2B5EF4-FFF2-40B4-BE49-F238E27FC236}">
                <a16:creationId xmlns:a16="http://schemas.microsoft.com/office/drawing/2014/main" id="{291DF46B-55B8-4A9E-957A-A83DB38F1D0B}"/>
              </a:ext>
            </a:extLst>
          </p:cNvPr>
          <p:cNvSpPr/>
          <p:nvPr/>
        </p:nvSpPr>
        <p:spPr>
          <a:xfrm>
            <a:off x="2784763" y="3221186"/>
            <a:ext cx="283464" cy="28346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3">
            <a:extLst>
              <a:ext uri="{FF2B5EF4-FFF2-40B4-BE49-F238E27FC236}">
                <a16:creationId xmlns:a16="http://schemas.microsoft.com/office/drawing/2014/main" id="{6A44C2CF-61DB-454E-A85E-9B301084FF3A}"/>
              </a:ext>
            </a:extLst>
          </p:cNvPr>
          <p:cNvSpPr/>
          <p:nvPr/>
        </p:nvSpPr>
        <p:spPr>
          <a:xfrm>
            <a:off x="2845113" y="3328170"/>
            <a:ext cx="50292" cy="50292"/>
          </a:xfrm>
          <a:prstGeom prst="ellipse">
            <a:avLst/>
          </a:prstGeom>
          <a:solidFill>
            <a:srgbClr val="E69635"/>
          </a:solidFill>
          <a:ln w="762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4">
            <a:extLst>
              <a:ext uri="{FF2B5EF4-FFF2-40B4-BE49-F238E27FC236}">
                <a16:creationId xmlns:a16="http://schemas.microsoft.com/office/drawing/2014/main" id="{9CB59812-6E34-48DC-BA2F-1F684CF8EEB2}"/>
              </a:ext>
            </a:extLst>
          </p:cNvPr>
          <p:cNvSpPr/>
          <p:nvPr/>
        </p:nvSpPr>
        <p:spPr>
          <a:xfrm>
            <a:off x="2959413" y="3328170"/>
            <a:ext cx="50292" cy="50292"/>
          </a:xfrm>
          <a:prstGeom prst="ellipse">
            <a:avLst/>
          </a:prstGeom>
          <a:solidFill>
            <a:srgbClr val="E69635"/>
          </a:solidFill>
          <a:ln w="762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5">
            <a:extLst>
              <a:ext uri="{FF2B5EF4-FFF2-40B4-BE49-F238E27FC236}">
                <a16:creationId xmlns:a16="http://schemas.microsoft.com/office/drawing/2014/main" id="{FA7A3686-D6A5-4596-8D52-2E09BE41E3BC}"/>
              </a:ext>
            </a:extLst>
          </p:cNvPr>
          <p:cNvSpPr/>
          <p:nvPr/>
        </p:nvSpPr>
        <p:spPr>
          <a:xfrm>
            <a:off x="3644299" y="2837138"/>
            <a:ext cx="722376" cy="713232"/>
          </a:xfrm>
          <a:prstGeom prst="roundRect">
            <a:avLst>
              <a:gd name="adj" fmla="val 5500"/>
            </a:avLst>
          </a:prstGeom>
          <a:solidFill>
            <a:srgbClr val="F7FAFD"/>
          </a:solidFill>
          <a:ln w="12700">
            <a:solidFill>
              <a:srgbClr val="96AFC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6">
            <a:extLst>
              <a:ext uri="{FF2B5EF4-FFF2-40B4-BE49-F238E27FC236}">
                <a16:creationId xmlns:a16="http://schemas.microsoft.com/office/drawing/2014/main" id="{5E87F81F-9E84-45B1-ACCB-41F0689737BC}"/>
              </a:ext>
            </a:extLst>
          </p:cNvPr>
          <p:cNvSpPr/>
          <p:nvPr/>
        </p:nvSpPr>
        <p:spPr>
          <a:xfrm>
            <a:off x="3712878" y="3093170"/>
            <a:ext cx="146304" cy="14630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47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7">
            <a:extLst>
              <a:ext uri="{FF2B5EF4-FFF2-40B4-BE49-F238E27FC236}">
                <a16:creationId xmlns:a16="http://schemas.microsoft.com/office/drawing/2014/main" id="{C801A975-7B6E-418A-8D7F-62C2FA0C5959}"/>
              </a:ext>
            </a:extLst>
          </p:cNvPr>
          <p:cNvSpPr/>
          <p:nvPr/>
        </p:nvSpPr>
        <p:spPr>
          <a:xfrm>
            <a:off x="3927763" y="3093170"/>
            <a:ext cx="146304" cy="14630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00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8">
            <a:extLst>
              <a:ext uri="{FF2B5EF4-FFF2-40B4-BE49-F238E27FC236}">
                <a16:creationId xmlns:a16="http://schemas.microsoft.com/office/drawing/2014/main" id="{DA4C0ACD-37B0-42C7-8966-77FCAD08BEDE}"/>
              </a:ext>
            </a:extLst>
          </p:cNvPr>
          <p:cNvSpPr/>
          <p:nvPr/>
        </p:nvSpPr>
        <p:spPr>
          <a:xfrm>
            <a:off x="4142646" y="3093170"/>
            <a:ext cx="146304" cy="14630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E6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1" name="Connector 79">
            <a:extLst>
              <a:ext uri="{FF2B5EF4-FFF2-40B4-BE49-F238E27FC236}">
                <a16:creationId xmlns:a16="http://schemas.microsoft.com/office/drawing/2014/main" id="{C7A4E913-D09A-4ABF-AF4A-5DCA58EE9F3B}"/>
              </a:ext>
            </a:extLst>
          </p:cNvPr>
          <p:cNvCxnSpPr>
            <a:cxnSpLocks/>
          </p:cNvCxnSpPr>
          <p:nvPr/>
        </p:nvCxnSpPr>
        <p:spPr>
          <a:xfrm>
            <a:off x="1141128" y="3157178"/>
            <a:ext cx="27432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>
            <a:extLst>
              <a:ext uri="{FF2B5EF4-FFF2-40B4-BE49-F238E27FC236}">
                <a16:creationId xmlns:a16="http://schemas.microsoft.com/office/drawing/2014/main" id="{78C4B5A1-FD42-4D86-B70E-D436098FB32D}"/>
              </a:ext>
            </a:extLst>
          </p:cNvPr>
          <p:cNvCxnSpPr/>
          <p:nvPr/>
        </p:nvCxnSpPr>
        <p:spPr>
          <a:xfrm>
            <a:off x="3360835" y="3157178"/>
            <a:ext cx="20116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005ED54-268C-406D-8805-4E140339978F}"/>
              </a:ext>
            </a:extLst>
          </p:cNvPr>
          <p:cNvSpPr txBox="1"/>
          <p:nvPr/>
        </p:nvSpPr>
        <p:spPr>
          <a:xfrm>
            <a:off x="325027" y="3687530"/>
            <a:ext cx="1033271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Original root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errors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DF261D8-E6BF-4A95-AABA-1BB30B068838}"/>
              </a:ext>
            </a:extLst>
          </p:cNvPr>
          <p:cNvSpPr txBox="1"/>
          <p:nvPr/>
        </p:nvSpPr>
        <p:spPr>
          <a:xfrm>
            <a:off x="1458883" y="3687530"/>
            <a:ext cx="896112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Textual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signatures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5C8D481-1DE6-425C-8B12-FA266942A09A}"/>
              </a:ext>
            </a:extLst>
          </p:cNvPr>
          <p:cNvSpPr txBox="1"/>
          <p:nvPr/>
        </p:nvSpPr>
        <p:spPr>
          <a:xfrm>
            <a:off x="2583595" y="3687530"/>
            <a:ext cx="832104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Semantic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clusters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E4A7C48-591D-4CE7-8302-46FAD5C3FF2A}"/>
              </a:ext>
            </a:extLst>
          </p:cNvPr>
          <p:cNvSpPr txBox="1"/>
          <p:nvPr/>
        </p:nvSpPr>
        <p:spPr>
          <a:xfrm>
            <a:off x="3562003" y="3687530"/>
            <a:ext cx="905256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Initial child</a:t>
            </a:r>
          </a:p>
          <a:p>
            <a:pPr algn="ctr">
              <a:spcAft>
                <a:spcPts val="0"/>
              </a:spcAft>
              <a:defRPr sz="1350" b="0">
                <a:solidFill>
                  <a:srgbClr val="11274B"/>
                </a:solidFill>
                <a:latin typeface="Cambria"/>
              </a:defRPr>
            </a:pPr>
            <a:r>
              <a:t>group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8CF944A-F7BD-4035-A5EA-85158A1ACFD5}"/>
              </a:ext>
            </a:extLst>
          </p:cNvPr>
          <p:cNvSpPr txBox="1"/>
          <p:nvPr/>
        </p:nvSpPr>
        <p:spPr>
          <a:xfrm>
            <a:off x="4650139" y="3072805"/>
            <a:ext cx="88696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rPr dirty="0"/>
              <a:t>Init</a:t>
            </a:r>
          </a:p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rPr dirty="0"/>
              <a:t>Rubric</a:t>
            </a:r>
          </a:p>
        </p:txBody>
      </p:sp>
      <p:cxnSp>
        <p:nvCxnSpPr>
          <p:cNvPr id="88" name="Connector 87">
            <a:extLst>
              <a:ext uri="{FF2B5EF4-FFF2-40B4-BE49-F238E27FC236}">
                <a16:creationId xmlns:a16="http://schemas.microsoft.com/office/drawing/2014/main" id="{1AC1D2F5-451A-4F5E-85FF-A42401A1507A}"/>
              </a:ext>
            </a:extLst>
          </p:cNvPr>
          <p:cNvCxnSpPr/>
          <p:nvPr/>
        </p:nvCxnSpPr>
        <p:spPr>
          <a:xfrm>
            <a:off x="4567843" y="3767749"/>
            <a:ext cx="102412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A0939510-9785-4BF6-9390-6CEE71499033}"/>
              </a:ext>
            </a:extLst>
          </p:cNvPr>
          <p:cNvSpPr/>
          <p:nvPr/>
        </p:nvSpPr>
        <p:spPr>
          <a:xfrm>
            <a:off x="5747418" y="2059898"/>
            <a:ext cx="3685032" cy="2139696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FFAC8671-6842-494E-A0B4-E66FE9C01110}"/>
              </a:ext>
            </a:extLst>
          </p:cNvPr>
          <p:cNvSpPr/>
          <p:nvPr/>
        </p:nvSpPr>
        <p:spPr>
          <a:xfrm>
            <a:off x="5683411" y="2119334"/>
            <a:ext cx="3685032" cy="2139696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FFAB8941-B923-4CF0-AB18-AB8A644A94D0}"/>
              </a:ext>
            </a:extLst>
          </p:cNvPr>
          <p:cNvSpPr/>
          <p:nvPr/>
        </p:nvSpPr>
        <p:spPr>
          <a:xfrm>
            <a:off x="5619403" y="2178770"/>
            <a:ext cx="3685032" cy="2139696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8CB48A8-DE03-4278-8BAA-80F0BC9B1A3B}"/>
              </a:ext>
            </a:extLst>
          </p:cNvPr>
          <p:cNvSpPr txBox="1"/>
          <p:nvPr/>
        </p:nvSpPr>
        <p:spPr>
          <a:xfrm>
            <a:off x="5774851" y="2334218"/>
            <a:ext cx="3374136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11274B"/>
                </a:solidFill>
                <a:latin typeface="Cambria"/>
              </a:defRPr>
            </a:pPr>
            <a:r>
              <a:rPr dirty="0"/>
              <a:t>Current Rubric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3588EAC-A72B-494D-B968-965E1A6CB026}"/>
              </a:ext>
            </a:extLst>
          </p:cNvPr>
          <p:cNvSpPr txBox="1"/>
          <p:nvPr/>
        </p:nvSpPr>
        <p:spPr>
          <a:xfrm>
            <a:off x="5729131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R₁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5891F34-8030-4051-8BDA-191B62EB1C8B}"/>
              </a:ext>
            </a:extLst>
          </p:cNvPr>
          <p:cNvSpPr/>
          <p:nvPr/>
        </p:nvSpPr>
        <p:spPr>
          <a:xfrm>
            <a:off x="6028962" y="3431498"/>
            <a:ext cx="135696" cy="135696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5" name="Connector 94">
            <a:extLst>
              <a:ext uri="{FF2B5EF4-FFF2-40B4-BE49-F238E27FC236}">
                <a16:creationId xmlns:a16="http://schemas.microsoft.com/office/drawing/2014/main" id="{04FA04E3-4089-472D-ABD4-36A7AB5E72CD}"/>
              </a:ext>
            </a:extLst>
          </p:cNvPr>
          <p:cNvCxnSpPr/>
          <p:nvPr/>
        </p:nvCxnSpPr>
        <p:spPr>
          <a:xfrm flipH="1">
            <a:off x="5871457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70F4C9D7-CD7E-4398-A707-B6A73B6440A6}"/>
              </a:ext>
            </a:extLst>
          </p:cNvPr>
          <p:cNvSpPr/>
          <p:nvPr/>
        </p:nvSpPr>
        <p:spPr>
          <a:xfrm>
            <a:off x="5820571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96">
            <a:extLst>
              <a:ext uri="{FF2B5EF4-FFF2-40B4-BE49-F238E27FC236}">
                <a16:creationId xmlns:a16="http://schemas.microsoft.com/office/drawing/2014/main" id="{2B44E5B5-3377-4C46-B053-EE36C52F9412}"/>
              </a:ext>
            </a:extLst>
          </p:cNvPr>
          <p:cNvCxnSpPr/>
          <p:nvPr/>
        </p:nvCxnSpPr>
        <p:spPr>
          <a:xfrm flipH="1">
            <a:off x="6079849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D1ECA295-D95C-4480-80B1-8BAE078F8172}"/>
              </a:ext>
            </a:extLst>
          </p:cNvPr>
          <p:cNvSpPr/>
          <p:nvPr/>
        </p:nvSpPr>
        <p:spPr>
          <a:xfrm>
            <a:off x="6028962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Connector 98">
            <a:extLst>
              <a:ext uri="{FF2B5EF4-FFF2-40B4-BE49-F238E27FC236}">
                <a16:creationId xmlns:a16="http://schemas.microsoft.com/office/drawing/2014/main" id="{7930861E-25CB-415D-881C-2EA71D4A45F3}"/>
              </a:ext>
            </a:extLst>
          </p:cNvPr>
          <p:cNvCxnSpPr/>
          <p:nvPr/>
        </p:nvCxnSpPr>
        <p:spPr>
          <a:xfrm>
            <a:off x="6096811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76859F4D-6E7F-4D2F-90D1-47507B14AB1D}"/>
              </a:ext>
            </a:extLst>
          </p:cNvPr>
          <p:cNvSpPr/>
          <p:nvPr/>
        </p:nvSpPr>
        <p:spPr>
          <a:xfrm>
            <a:off x="6237354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39DF860-83EA-41BE-8415-D34083BEA8B4}"/>
              </a:ext>
            </a:extLst>
          </p:cNvPr>
          <p:cNvSpPr txBox="1"/>
          <p:nvPr/>
        </p:nvSpPr>
        <p:spPr>
          <a:xfrm>
            <a:off x="6424075" y="2919434"/>
            <a:ext cx="7132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R₂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E505924-8768-4235-B399-4FF44CE5F818}"/>
              </a:ext>
            </a:extLst>
          </p:cNvPr>
          <p:cNvSpPr/>
          <p:nvPr/>
        </p:nvSpPr>
        <p:spPr>
          <a:xfrm>
            <a:off x="6723906" y="3431498"/>
            <a:ext cx="135696" cy="135696"/>
          </a:xfrm>
          <a:prstGeom prst="ellipse">
            <a:avLst/>
          </a:prstGeom>
          <a:solidFill>
            <a:srgbClr val="8FCC69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3" name="Connector 102">
            <a:extLst>
              <a:ext uri="{FF2B5EF4-FFF2-40B4-BE49-F238E27FC236}">
                <a16:creationId xmlns:a16="http://schemas.microsoft.com/office/drawing/2014/main" id="{AD02E9C9-2D7B-4A5A-BFEB-12DA351F676F}"/>
              </a:ext>
            </a:extLst>
          </p:cNvPr>
          <p:cNvCxnSpPr/>
          <p:nvPr/>
        </p:nvCxnSpPr>
        <p:spPr>
          <a:xfrm flipH="1">
            <a:off x="6566401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8F3F15F0-516A-4D7D-9E69-DF31AD85087D}"/>
              </a:ext>
            </a:extLst>
          </p:cNvPr>
          <p:cNvSpPr/>
          <p:nvPr/>
        </p:nvSpPr>
        <p:spPr>
          <a:xfrm>
            <a:off x="6515515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5" name="Connector 104">
            <a:extLst>
              <a:ext uri="{FF2B5EF4-FFF2-40B4-BE49-F238E27FC236}">
                <a16:creationId xmlns:a16="http://schemas.microsoft.com/office/drawing/2014/main" id="{111C095D-46BA-4FD2-B773-8E5A6953A053}"/>
              </a:ext>
            </a:extLst>
          </p:cNvPr>
          <p:cNvCxnSpPr/>
          <p:nvPr/>
        </p:nvCxnSpPr>
        <p:spPr>
          <a:xfrm flipH="1">
            <a:off x="6774793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19E71903-302C-4786-8725-CCC902CFD240}"/>
              </a:ext>
            </a:extLst>
          </p:cNvPr>
          <p:cNvSpPr/>
          <p:nvPr/>
        </p:nvSpPr>
        <p:spPr>
          <a:xfrm>
            <a:off x="6723906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7" name="Connector 106">
            <a:extLst>
              <a:ext uri="{FF2B5EF4-FFF2-40B4-BE49-F238E27FC236}">
                <a16:creationId xmlns:a16="http://schemas.microsoft.com/office/drawing/2014/main" id="{ECE73CEA-2EDB-4A10-8D59-9F10387CD0A7}"/>
              </a:ext>
            </a:extLst>
          </p:cNvPr>
          <p:cNvCxnSpPr/>
          <p:nvPr/>
        </p:nvCxnSpPr>
        <p:spPr>
          <a:xfrm>
            <a:off x="6791755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9464F41C-305F-4B72-BBE2-1EF5D7BCE414}"/>
              </a:ext>
            </a:extLst>
          </p:cNvPr>
          <p:cNvSpPr/>
          <p:nvPr/>
        </p:nvSpPr>
        <p:spPr>
          <a:xfrm>
            <a:off x="6932298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FE39569-9060-4C9D-AAAB-A861914A852A}"/>
              </a:ext>
            </a:extLst>
          </p:cNvPr>
          <p:cNvSpPr txBox="1"/>
          <p:nvPr/>
        </p:nvSpPr>
        <p:spPr>
          <a:xfrm>
            <a:off x="7119019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R₃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5A43313-03CD-4232-A1AF-F07C665B8385}"/>
              </a:ext>
            </a:extLst>
          </p:cNvPr>
          <p:cNvSpPr/>
          <p:nvPr/>
        </p:nvSpPr>
        <p:spPr>
          <a:xfrm>
            <a:off x="7418850" y="3431498"/>
            <a:ext cx="135696" cy="135696"/>
          </a:xfrm>
          <a:prstGeom prst="ellipse">
            <a:avLst/>
          </a:prstGeom>
          <a:solidFill>
            <a:srgbClr val="F3BC60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1" name="Connector 110">
            <a:extLst>
              <a:ext uri="{FF2B5EF4-FFF2-40B4-BE49-F238E27FC236}">
                <a16:creationId xmlns:a16="http://schemas.microsoft.com/office/drawing/2014/main" id="{18064895-1C8F-4EEE-9220-CB67466899D9}"/>
              </a:ext>
            </a:extLst>
          </p:cNvPr>
          <p:cNvCxnSpPr/>
          <p:nvPr/>
        </p:nvCxnSpPr>
        <p:spPr>
          <a:xfrm flipH="1">
            <a:off x="7261345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FAAE5CE2-BC76-461D-8DE4-E2E5EAE106A7}"/>
              </a:ext>
            </a:extLst>
          </p:cNvPr>
          <p:cNvSpPr/>
          <p:nvPr/>
        </p:nvSpPr>
        <p:spPr>
          <a:xfrm>
            <a:off x="7210459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C3FE8474-44F7-4E57-8559-4D7FD7A57649}"/>
              </a:ext>
            </a:extLst>
          </p:cNvPr>
          <p:cNvCxnSpPr/>
          <p:nvPr/>
        </p:nvCxnSpPr>
        <p:spPr>
          <a:xfrm flipH="1">
            <a:off x="7469737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D89C8D2D-75D3-4DB5-B228-815989C4A3AA}"/>
              </a:ext>
            </a:extLst>
          </p:cNvPr>
          <p:cNvSpPr/>
          <p:nvPr/>
        </p:nvSpPr>
        <p:spPr>
          <a:xfrm>
            <a:off x="7418850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or 114">
            <a:extLst>
              <a:ext uri="{FF2B5EF4-FFF2-40B4-BE49-F238E27FC236}">
                <a16:creationId xmlns:a16="http://schemas.microsoft.com/office/drawing/2014/main" id="{6B42824D-5BB4-4A91-A4F0-F51A061FCA9B}"/>
              </a:ext>
            </a:extLst>
          </p:cNvPr>
          <p:cNvCxnSpPr/>
          <p:nvPr/>
        </p:nvCxnSpPr>
        <p:spPr>
          <a:xfrm>
            <a:off x="7486699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04BB79B0-DD55-4903-AFC1-52C6CA8971E4}"/>
              </a:ext>
            </a:extLst>
          </p:cNvPr>
          <p:cNvSpPr/>
          <p:nvPr/>
        </p:nvSpPr>
        <p:spPr>
          <a:xfrm>
            <a:off x="7627242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F7D9A38-05B3-406F-8C08-3D1DAC219C29}"/>
              </a:ext>
            </a:extLst>
          </p:cNvPr>
          <p:cNvSpPr txBox="1"/>
          <p:nvPr/>
        </p:nvSpPr>
        <p:spPr>
          <a:xfrm>
            <a:off x="7813963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R₄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026AAD9E-C410-4767-8F14-0BD04A55A457}"/>
              </a:ext>
            </a:extLst>
          </p:cNvPr>
          <p:cNvSpPr/>
          <p:nvPr/>
        </p:nvSpPr>
        <p:spPr>
          <a:xfrm>
            <a:off x="8113794" y="3431498"/>
            <a:ext cx="135696" cy="135696"/>
          </a:xfrm>
          <a:prstGeom prst="ellipse">
            <a:avLst/>
          </a:prstGeom>
          <a:solidFill>
            <a:srgbClr val="F27D74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9" name="Connector 118">
            <a:extLst>
              <a:ext uri="{FF2B5EF4-FFF2-40B4-BE49-F238E27FC236}">
                <a16:creationId xmlns:a16="http://schemas.microsoft.com/office/drawing/2014/main" id="{A7C9421A-276F-4B25-BA4A-1D7045B15A01}"/>
              </a:ext>
            </a:extLst>
          </p:cNvPr>
          <p:cNvCxnSpPr/>
          <p:nvPr/>
        </p:nvCxnSpPr>
        <p:spPr>
          <a:xfrm flipH="1">
            <a:off x="7956289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CF1D1F61-0469-4DA3-A26F-4EE85D67E7B4}"/>
              </a:ext>
            </a:extLst>
          </p:cNvPr>
          <p:cNvSpPr/>
          <p:nvPr/>
        </p:nvSpPr>
        <p:spPr>
          <a:xfrm>
            <a:off x="7905403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1" name="Connector 120">
            <a:extLst>
              <a:ext uri="{FF2B5EF4-FFF2-40B4-BE49-F238E27FC236}">
                <a16:creationId xmlns:a16="http://schemas.microsoft.com/office/drawing/2014/main" id="{68DB0C47-B965-43DD-92D5-957B9E3CDF1B}"/>
              </a:ext>
            </a:extLst>
          </p:cNvPr>
          <p:cNvCxnSpPr/>
          <p:nvPr/>
        </p:nvCxnSpPr>
        <p:spPr>
          <a:xfrm flipH="1">
            <a:off x="8164681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BBEA2DDF-D9E9-42FE-B124-FE288BB80FB5}"/>
              </a:ext>
            </a:extLst>
          </p:cNvPr>
          <p:cNvSpPr/>
          <p:nvPr/>
        </p:nvSpPr>
        <p:spPr>
          <a:xfrm>
            <a:off x="8113794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3" name="Connector 122">
            <a:extLst>
              <a:ext uri="{FF2B5EF4-FFF2-40B4-BE49-F238E27FC236}">
                <a16:creationId xmlns:a16="http://schemas.microsoft.com/office/drawing/2014/main" id="{BB9D5712-D487-40F8-9007-E5714758C82D}"/>
              </a:ext>
            </a:extLst>
          </p:cNvPr>
          <p:cNvCxnSpPr/>
          <p:nvPr/>
        </p:nvCxnSpPr>
        <p:spPr>
          <a:xfrm>
            <a:off x="8181643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B0EC094E-E7EE-4040-B605-CF37F8CC44EC}"/>
              </a:ext>
            </a:extLst>
          </p:cNvPr>
          <p:cNvSpPr/>
          <p:nvPr/>
        </p:nvSpPr>
        <p:spPr>
          <a:xfrm>
            <a:off x="8322186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1C5CF1A-F6EF-43EE-B62A-51157608B3FD}"/>
              </a:ext>
            </a:extLst>
          </p:cNvPr>
          <p:cNvSpPr txBox="1"/>
          <p:nvPr/>
        </p:nvSpPr>
        <p:spPr>
          <a:xfrm>
            <a:off x="8508907" y="2919434"/>
            <a:ext cx="71323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1274B"/>
                </a:solidFill>
                <a:latin typeface="Cambria"/>
              </a:defRPr>
            </a:pPr>
            <a:r>
              <a:rPr sz="1900"/>
              <a:t>R₅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ACA4490-BD29-42F4-96F5-4B7FC48E7570}"/>
              </a:ext>
            </a:extLst>
          </p:cNvPr>
          <p:cNvSpPr/>
          <p:nvPr/>
        </p:nvSpPr>
        <p:spPr>
          <a:xfrm>
            <a:off x="8808738" y="3431498"/>
            <a:ext cx="135696" cy="135696"/>
          </a:xfrm>
          <a:prstGeom prst="ellipse">
            <a:avLst/>
          </a:prstGeom>
          <a:solidFill>
            <a:srgbClr val="B289DA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7" name="Connector 126">
            <a:extLst>
              <a:ext uri="{FF2B5EF4-FFF2-40B4-BE49-F238E27FC236}">
                <a16:creationId xmlns:a16="http://schemas.microsoft.com/office/drawing/2014/main" id="{7A283F73-4A63-41ED-9A62-A76B5BDBB658}"/>
              </a:ext>
            </a:extLst>
          </p:cNvPr>
          <p:cNvCxnSpPr/>
          <p:nvPr/>
        </p:nvCxnSpPr>
        <p:spPr>
          <a:xfrm flipH="1">
            <a:off x="8651233" y="3567194"/>
            <a:ext cx="225354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3DABA667-1E9E-4BC3-A773-3233E5145B63}"/>
              </a:ext>
            </a:extLst>
          </p:cNvPr>
          <p:cNvSpPr/>
          <p:nvPr/>
        </p:nvSpPr>
        <p:spPr>
          <a:xfrm>
            <a:off x="8600347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9" name="Connector 128">
            <a:extLst>
              <a:ext uri="{FF2B5EF4-FFF2-40B4-BE49-F238E27FC236}">
                <a16:creationId xmlns:a16="http://schemas.microsoft.com/office/drawing/2014/main" id="{481CFC25-170D-436A-8724-D082487D1C89}"/>
              </a:ext>
            </a:extLst>
          </p:cNvPr>
          <p:cNvCxnSpPr/>
          <p:nvPr/>
        </p:nvCxnSpPr>
        <p:spPr>
          <a:xfrm flipH="1">
            <a:off x="8859625" y="3567194"/>
            <a:ext cx="16962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EB6A2492-CA96-46D5-82C6-3618F5D2998C}"/>
              </a:ext>
            </a:extLst>
          </p:cNvPr>
          <p:cNvSpPr/>
          <p:nvPr/>
        </p:nvSpPr>
        <p:spPr>
          <a:xfrm>
            <a:off x="8808738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1" name="Connector 130">
            <a:extLst>
              <a:ext uri="{FF2B5EF4-FFF2-40B4-BE49-F238E27FC236}">
                <a16:creationId xmlns:a16="http://schemas.microsoft.com/office/drawing/2014/main" id="{C835406B-C9E6-4B95-9143-33A30B66174F}"/>
              </a:ext>
            </a:extLst>
          </p:cNvPr>
          <p:cNvCxnSpPr/>
          <p:nvPr/>
        </p:nvCxnSpPr>
        <p:spPr>
          <a:xfrm>
            <a:off x="8876587" y="3567194"/>
            <a:ext cx="191429" cy="24231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>
            <a:extLst>
              <a:ext uri="{FF2B5EF4-FFF2-40B4-BE49-F238E27FC236}">
                <a16:creationId xmlns:a16="http://schemas.microsoft.com/office/drawing/2014/main" id="{5F3E2EFF-F9A9-4407-BBC6-B4CC8844D80D}"/>
              </a:ext>
            </a:extLst>
          </p:cNvPr>
          <p:cNvSpPr/>
          <p:nvPr/>
        </p:nvSpPr>
        <p:spPr>
          <a:xfrm>
            <a:off x="9017130" y="3809510"/>
            <a:ext cx="101772" cy="1017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3" name="Connector 132">
            <a:extLst>
              <a:ext uri="{FF2B5EF4-FFF2-40B4-BE49-F238E27FC236}">
                <a16:creationId xmlns:a16="http://schemas.microsoft.com/office/drawing/2014/main" id="{50688E51-09C0-4BBF-B6DE-FBE1B886EA84}"/>
              </a:ext>
            </a:extLst>
          </p:cNvPr>
          <p:cNvCxnSpPr/>
          <p:nvPr/>
        </p:nvCxnSpPr>
        <p:spPr>
          <a:xfrm>
            <a:off x="7439059" y="4318466"/>
            <a:ext cx="0" cy="557783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77F97440-E43F-448C-AC2D-7DA04CD11276}"/>
              </a:ext>
            </a:extLst>
          </p:cNvPr>
          <p:cNvSpPr/>
          <p:nvPr/>
        </p:nvSpPr>
        <p:spPr>
          <a:xfrm>
            <a:off x="297595" y="4885394"/>
            <a:ext cx="3346704" cy="3904487"/>
          </a:xfrm>
          <a:prstGeom prst="roundRect">
            <a:avLst>
              <a:gd name="adj" fmla="val 5500"/>
            </a:avLst>
          </a:prstGeom>
          <a:solidFill>
            <a:srgbClr val="EAF6FE"/>
          </a:solidFill>
          <a:ln w="24130">
            <a:solidFill>
              <a:srgbClr val="187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8947F28-0214-4355-8297-907015044D2D}"/>
              </a:ext>
            </a:extLst>
          </p:cNvPr>
          <p:cNvSpPr txBox="1"/>
          <p:nvPr/>
        </p:nvSpPr>
        <p:spPr>
          <a:xfrm>
            <a:off x="434755" y="5031698"/>
            <a:ext cx="3072384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274B"/>
                </a:solidFill>
                <a:latin typeface="Cambria"/>
              </a:defRPr>
            </a:pPr>
            <a:r>
              <a:t>Input: visual question</a:t>
            </a:r>
          </a:p>
        </p:txBody>
      </p:sp>
      <p:pic>
        <p:nvPicPr>
          <p:cNvPr id="136" name="Picture 135" descr="image.png">
            <a:extLst>
              <a:ext uri="{FF2B5EF4-FFF2-40B4-BE49-F238E27FC236}">
                <a16:creationId xmlns:a16="http://schemas.microsoft.com/office/drawing/2014/main" id="{86579F95-6719-4550-B3BA-F5CB9E454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07" y="5580338"/>
            <a:ext cx="1237119" cy="1655064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6E95A5A2-B8DC-409A-99D7-8A3E01BE017D}"/>
              </a:ext>
            </a:extLst>
          </p:cNvPr>
          <p:cNvSpPr txBox="1"/>
          <p:nvPr/>
        </p:nvSpPr>
        <p:spPr>
          <a:xfrm>
            <a:off x="1989235" y="5699210"/>
            <a:ext cx="138074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1274B"/>
                </a:solidFill>
                <a:latin typeface="Cambria"/>
              </a:defRPr>
            </a:pPr>
            <a:r>
              <a:t>How are the</a:t>
            </a:r>
          </a:p>
          <a:p>
            <a:pPr algn="l">
              <a:spcAft>
                <a:spcPts val="0"/>
              </a:spcAft>
              <a:defRPr sz="1800" b="0">
                <a:solidFill>
                  <a:srgbClr val="11274B"/>
                </a:solidFill>
                <a:latin typeface="Cambria"/>
              </a:defRPr>
            </a:pPr>
            <a:r>
              <a:t>elements</a:t>
            </a:r>
          </a:p>
          <a:p>
            <a:pPr algn="l">
              <a:spcAft>
                <a:spcPts val="0"/>
              </a:spcAft>
              <a:defRPr sz="1800" b="0">
                <a:solidFill>
                  <a:srgbClr val="11274B"/>
                </a:solidFill>
                <a:latin typeface="Cambria"/>
              </a:defRPr>
            </a:pPr>
            <a:r>
              <a:t>positioned?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96CF650-6EF5-4DB8-AED5-9F1D478E4983}"/>
              </a:ext>
            </a:extLst>
          </p:cNvPr>
          <p:cNvSpPr txBox="1"/>
          <p:nvPr/>
        </p:nvSpPr>
        <p:spPr>
          <a:xfrm>
            <a:off x="471331" y="7537154"/>
            <a:ext cx="2962656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dirty="0"/>
              <a:t>A: vase on the table;</a:t>
            </a:r>
            <a:r>
              <a:rPr lang="en-US" dirty="0"/>
              <a:t> </a:t>
            </a:r>
            <a:r>
              <a:rPr dirty="0"/>
              <a:t>lamp at upper right…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3677012-0049-4669-BA2E-CB8B2A270F32}"/>
              </a:ext>
            </a:extLst>
          </p:cNvPr>
          <p:cNvSpPr txBox="1"/>
          <p:nvPr/>
        </p:nvSpPr>
        <p:spPr>
          <a:xfrm>
            <a:off x="471331" y="8122370"/>
            <a:ext cx="2962656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dirty="0"/>
              <a:t>B: vase to one side;</a:t>
            </a:r>
            <a:r>
              <a:rPr lang="en-US" dirty="0"/>
              <a:t> </a:t>
            </a:r>
            <a:r>
              <a:rPr dirty="0"/>
              <a:t>glass object at left…</a:t>
            </a:r>
          </a:p>
        </p:txBody>
      </p:sp>
      <p:cxnSp>
        <p:nvCxnSpPr>
          <p:cNvPr id="140" name="Connector 139">
            <a:extLst>
              <a:ext uri="{FF2B5EF4-FFF2-40B4-BE49-F238E27FC236}">
                <a16:creationId xmlns:a16="http://schemas.microsoft.com/office/drawing/2014/main" id="{0E423057-5B74-4360-90E8-7E61492E51D4}"/>
              </a:ext>
            </a:extLst>
          </p:cNvPr>
          <p:cNvCxnSpPr/>
          <p:nvPr/>
        </p:nvCxnSpPr>
        <p:spPr>
          <a:xfrm>
            <a:off x="3644299" y="6686762"/>
            <a:ext cx="36576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CC264FC2-8415-46F0-BCD8-E6339E23E819}"/>
              </a:ext>
            </a:extLst>
          </p:cNvPr>
          <p:cNvSpPr/>
          <p:nvPr/>
        </p:nvSpPr>
        <p:spPr>
          <a:xfrm>
            <a:off x="4202082" y="4702514"/>
            <a:ext cx="5285232" cy="3355848"/>
          </a:xfrm>
          <a:prstGeom prst="roundRect">
            <a:avLst>
              <a:gd name="adj" fmla="val 5500"/>
            </a:avLst>
          </a:prstGeom>
          <a:solidFill>
            <a:srgbClr val="FFF2D9"/>
          </a:solidFill>
          <a:ln w="24130">
            <a:solidFill>
              <a:srgbClr val="EE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0">
            <a:extLst>
              <a:ext uri="{FF2B5EF4-FFF2-40B4-BE49-F238E27FC236}">
                <a16:creationId xmlns:a16="http://schemas.microsoft.com/office/drawing/2014/main" id="{54E69E4B-39DD-43D6-9D45-2849EC5374F6}"/>
              </a:ext>
            </a:extLst>
          </p:cNvPr>
          <p:cNvSpPr/>
          <p:nvPr/>
        </p:nvSpPr>
        <p:spPr>
          <a:xfrm>
            <a:off x="4110642" y="4793954"/>
            <a:ext cx="5285232" cy="3355848"/>
          </a:xfrm>
          <a:prstGeom prst="roundRect">
            <a:avLst>
              <a:gd name="adj" fmla="val 5500"/>
            </a:avLst>
          </a:prstGeom>
          <a:solidFill>
            <a:srgbClr val="FFF2D9"/>
          </a:solidFill>
          <a:ln w="24130">
            <a:solidFill>
              <a:srgbClr val="EE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0">
            <a:extLst>
              <a:ext uri="{FF2B5EF4-FFF2-40B4-BE49-F238E27FC236}">
                <a16:creationId xmlns:a16="http://schemas.microsoft.com/office/drawing/2014/main" id="{EDA70D96-296F-4FD3-8851-BAA92755D6C2}"/>
              </a:ext>
            </a:extLst>
          </p:cNvPr>
          <p:cNvSpPr/>
          <p:nvPr/>
        </p:nvSpPr>
        <p:spPr>
          <a:xfrm>
            <a:off x="4019202" y="4885394"/>
            <a:ext cx="5285232" cy="3355848"/>
          </a:xfrm>
          <a:prstGeom prst="roundRect">
            <a:avLst>
              <a:gd name="adj" fmla="val 5500"/>
            </a:avLst>
          </a:prstGeom>
          <a:solidFill>
            <a:srgbClr val="FFF2D9"/>
          </a:solidFill>
          <a:ln w="24130">
            <a:solidFill>
              <a:srgbClr val="EEA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1">
            <a:extLst>
              <a:ext uri="{FF2B5EF4-FFF2-40B4-BE49-F238E27FC236}">
                <a16:creationId xmlns:a16="http://schemas.microsoft.com/office/drawing/2014/main" id="{57C67336-2239-44FA-8177-7CB04D8FDD20}"/>
              </a:ext>
            </a:extLst>
          </p:cNvPr>
          <p:cNvSpPr txBox="1"/>
          <p:nvPr/>
        </p:nvSpPr>
        <p:spPr>
          <a:xfrm>
            <a:off x="4220371" y="5049986"/>
            <a:ext cx="488289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11274B"/>
                </a:solidFill>
                <a:latin typeface="Cambria"/>
              </a:defRPr>
            </a:pPr>
            <a:r>
              <a:rPr sz="2300" dirty="0">
                <a:latin typeface="Cambria"/>
              </a:rPr>
              <a:t>Worker · judge subtree Rᵢ</a:t>
            </a:r>
          </a:p>
        </p:txBody>
      </p:sp>
      <p:sp>
        <p:nvSpPr>
          <p:cNvPr id="145" name="TextBox 142">
            <a:extLst>
              <a:ext uri="{FF2B5EF4-FFF2-40B4-BE49-F238E27FC236}">
                <a16:creationId xmlns:a16="http://schemas.microsoft.com/office/drawing/2014/main" id="{86BC921A-7C8F-493E-A5C9-E3E776C818B0}"/>
              </a:ext>
            </a:extLst>
          </p:cNvPr>
          <p:cNvSpPr txBox="1"/>
          <p:nvPr/>
        </p:nvSpPr>
        <p:spPr>
          <a:xfrm>
            <a:off x="4220371" y="5644346"/>
            <a:ext cx="41605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11274B"/>
                </a:solidFill>
                <a:latin typeface="Cambria"/>
              </a:defRPr>
            </a:pPr>
            <a:r>
              <a:rPr sz="2000" b="1" dirty="0">
                <a:latin typeface="Cambria"/>
              </a:rPr>
              <a:t>Rᵢ + complete child group</a:t>
            </a:r>
          </a:p>
        </p:txBody>
      </p:sp>
      <p:sp>
        <p:nvSpPr>
          <p:cNvPr id="146" name="Rounded Rectangle 143">
            <a:extLst>
              <a:ext uri="{FF2B5EF4-FFF2-40B4-BE49-F238E27FC236}">
                <a16:creationId xmlns:a16="http://schemas.microsoft.com/office/drawing/2014/main" id="{556A0141-2BC6-4A5C-8C57-AC22B9E2D61E}"/>
              </a:ext>
            </a:extLst>
          </p:cNvPr>
          <p:cNvSpPr/>
          <p:nvPr/>
        </p:nvSpPr>
        <p:spPr>
          <a:xfrm>
            <a:off x="4339243" y="6128978"/>
            <a:ext cx="1298448" cy="1408176"/>
          </a:xfrm>
          <a:prstGeom prst="roundRect">
            <a:avLst>
              <a:gd name="adj" fmla="val 5500"/>
            </a:avLst>
          </a:prstGeom>
          <a:solidFill>
            <a:srgbClr val="FFFCF5"/>
          </a:solidFill>
          <a:ln w="15240">
            <a:solidFill>
              <a:srgbClr val="8F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4">
            <a:extLst>
              <a:ext uri="{FF2B5EF4-FFF2-40B4-BE49-F238E27FC236}">
                <a16:creationId xmlns:a16="http://schemas.microsoft.com/office/drawing/2014/main" id="{F7BF8291-3830-4AAD-AD01-6FEE5BFAD790}"/>
              </a:ext>
            </a:extLst>
          </p:cNvPr>
          <p:cNvSpPr/>
          <p:nvPr/>
        </p:nvSpPr>
        <p:spPr>
          <a:xfrm>
            <a:off x="4877367" y="6348434"/>
            <a:ext cx="243230" cy="243230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8" name="Connector 145">
            <a:extLst>
              <a:ext uri="{FF2B5EF4-FFF2-40B4-BE49-F238E27FC236}">
                <a16:creationId xmlns:a16="http://schemas.microsoft.com/office/drawing/2014/main" id="{1E90BBF5-0BD9-4230-8927-DDF55E3A4766}"/>
              </a:ext>
            </a:extLst>
          </p:cNvPr>
          <p:cNvCxnSpPr/>
          <p:nvPr/>
        </p:nvCxnSpPr>
        <p:spPr>
          <a:xfrm flipH="1">
            <a:off x="4595046" y="6591664"/>
            <a:ext cx="403936" cy="43434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6">
            <a:extLst>
              <a:ext uri="{FF2B5EF4-FFF2-40B4-BE49-F238E27FC236}">
                <a16:creationId xmlns:a16="http://schemas.microsoft.com/office/drawing/2014/main" id="{F5BB4BB7-A671-42D7-8BF7-F92119578E0A}"/>
              </a:ext>
            </a:extLst>
          </p:cNvPr>
          <p:cNvSpPr/>
          <p:nvPr/>
        </p:nvSpPr>
        <p:spPr>
          <a:xfrm>
            <a:off x="4503835" y="7026004"/>
            <a:ext cx="182422" cy="18242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0" name="Connector 147">
            <a:extLst>
              <a:ext uri="{FF2B5EF4-FFF2-40B4-BE49-F238E27FC236}">
                <a16:creationId xmlns:a16="http://schemas.microsoft.com/office/drawing/2014/main" id="{FEC763CF-FC3E-4BF2-85BD-D3E975B91345}"/>
              </a:ext>
            </a:extLst>
          </p:cNvPr>
          <p:cNvCxnSpPr/>
          <p:nvPr/>
        </p:nvCxnSpPr>
        <p:spPr>
          <a:xfrm flipH="1">
            <a:off x="4968578" y="6591664"/>
            <a:ext cx="30404" cy="43434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48">
            <a:extLst>
              <a:ext uri="{FF2B5EF4-FFF2-40B4-BE49-F238E27FC236}">
                <a16:creationId xmlns:a16="http://schemas.microsoft.com/office/drawing/2014/main" id="{54577B33-AD8C-47F7-B029-BD8A89F9D8CC}"/>
              </a:ext>
            </a:extLst>
          </p:cNvPr>
          <p:cNvSpPr/>
          <p:nvPr/>
        </p:nvSpPr>
        <p:spPr>
          <a:xfrm>
            <a:off x="4877367" y="7026004"/>
            <a:ext cx="182422" cy="18242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2" name="Connector 149">
            <a:extLst>
              <a:ext uri="{FF2B5EF4-FFF2-40B4-BE49-F238E27FC236}">
                <a16:creationId xmlns:a16="http://schemas.microsoft.com/office/drawing/2014/main" id="{75BE1272-8C78-404E-B557-02544BB308A1}"/>
              </a:ext>
            </a:extLst>
          </p:cNvPr>
          <p:cNvCxnSpPr/>
          <p:nvPr/>
        </p:nvCxnSpPr>
        <p:spPr>
          <a:xfrm>
            <a:off x="4998982" y="6591664"/>
            <a:ext cx="343129" cy="43434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0">
            <a:extLst>
              <a:ext uri="{FF2B5EF4-FFF2-40B4-BE49-F238E27FC236}">
                <a16:creationId xmlns:a16="http://schemas.microsoft.com/office/drawing/2014/main" id="{8259964D-E5D6-4EB3-B019-E35E0DF2EE91}"/>
              </a:ext>
            </a:extLst>
          </p:cNvPr>
          <p:cNvSpPr/>
          <p:nvPr/>
        </p:nvSpPr>
        <p:spPr>
          <a:xfrm>
            <a:off x="5250899" y="7026004"/>
            <a:ext cx="182422" cy="18242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4" name="Connector 151">
            <a:extLst>
              <a:ext uri="{FF2B5EF4-FFF2-40B4-BE49-F238E27FC236}">
                <a16:creationId xmlns:a16="http://schemas.microsoft.com/office/drawing/2014/main" id="{575A72AA-A008-419C-A395-6B2708781C50}"/>
              </a:ext>
            </a:extLst>
          </p:cNvPr>
          <p:cNvCxnSpPr/>
          <p:nvPr/>
        </p:nvCxnSpPr>
        <p:spPr>
          <a:xfrm>
            <a:off x="5710843" y="6759914"/>
            <a:ext cx="40233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9" name="组合 348">
            <a:extLst>
              <a:ext uri="{FF2B5EF4-FFF2-40B4-BE49-F238E27FC236}">
                <a16:creationId xmlns:a16="http://schemas.microsoft.com/office/drawing/2014/main" id="{208B721E-F47A-4CA3-B4E5-005E4207E6E0}"/>
              </a:ext>
            </a:extLst>
          </p:cNvPr>
          <p:cNvGrpSpPr/>
          <p:nvPr/>
        </p:nvGrpSpPr>
        <p:grpSpPr>
          <a:xfrm>
            <a:off x="6272970" y="6171954"/>
            <a:ext cx="983437" cy="1185062"/>
            <a:chOff x="6272970" y="5953743"/>
            <a:chExt cx="983437" cy="1185062"/>
          </a:xfrm>
        </p:grpSpPr>
        <p:cxnSp>
          <p:nvCxnSpPr>
            <p:cNvPr id="155" name="Connector 152">
              <a:extLst>
                <a:ext uri="{FF2B5EF4-FFF2-40B4-BE49-F238E27FC236}">
                  <a16:creationId xmlns:a16="http://schemas.microsoft.com/office/drawing/2014/main" id="{172A8AA9-689B-4C3A-A35C-2201FC8432AF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Oval 153">
              <a:extLst>
                <a:ext uri="{FF2B5EF4-FFF2-40B4-BE49-F238E27FC236}">
                  <a16:creationId xmlns:a16="http://schemas.microsoft.com/office/drawing/2014/main" id="{4A2E1B03-7FDF-46A9-BA7C-EB2050BFC602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7" name="Rounded Rectangle 154">
              <a:extLst>
                <a:ext uri="{FF2B5EF4-FFF2-40B4-BE49-F238E27FC236}">
                  <a16:creationId xmlns:a16="http://schemas.microsoft.com/office/drawing/2014/main" id="{68A66C05-334E-4310-9AEE-9BC6EFD05713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8" name="Rounded Rectangle 155">
              <a:extLst>
                <a:ext uri="{FF2B5EF4-FFF2-40B4-BE49-F238E27FC236}">
                  <a16:creationId xmlns:a16="http://schemas.microsoft.com/office/drawing/2014/main" id="{015D4E36-55BE-4EC9-AC1C-812ABE010605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9" name="Rounded Rectangle 156">
              <a:extLst>
                <a:ext uri="{FF2B5EF4-FFF2-40B4-BE49-F238E27FC236}">
                  <a16:creationId xmlns:a16="http://schemas.microsoft.com/office/drawing/2014/main" id="{274F78C9-606B-4AD1-BDE6-24A5706D206A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0" name="Rounded Rectangle 157">
              <a:extLst>
                <a:ext uri="{FF2B5EF4-FFF2-40B4-BE49-F238E27FC236}">
                  <a16:creationId xmlns:a16="http://schemas.microsoft.com/office/drawing/2014/main" id="{45722DC6-ED57-43E4-80B4-F28A1DDBDA62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1" name="Oval 158">
              <a:extLst>
                <a:ext uri="{FF2B5EF4-FFF2-40B4-BE49-F238E27FC236}">
                  <a16:creationId xmlns:a16="http://schemas.microsoft.com/office/drawing/2014/main" id="{24E58EF3-BC2D-492F-A9C4-644A5ADFB9FE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2" name="Oval 159">
              <a:extLst>
                <a:ext uri="{FF2B5EF4-FFF2-40B4-BE49-F238E27FC236}">
                  <a16:creationId xmlns:a16="http://schemas.microsoft.com/office/drawing/2014/main" id="{0F812AB0-B658-4392-881B-4E5F13B0BC83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3" name="Freeform 160">
              <a:extLst>
                <a:ext uri="{FF2B5EF4-FFF2-40B4-BE49-F238E27FC236}">
                  <a16:creationId xmlns:a16="http://schemas.microsoft.com/office/drawing/2014/main" id="{F470F62B-05CE-4710-BE21-D6FDF0718A6B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164" name="Connector 161">
            <a:extLst>
              <a:ext uri="{FF2B5EF4-FFF2-40B4-BE49-F238E27FC236}">
                <a16:creationId xmlns:a16="http://schemas.microsoft.com/office/drawing/2014/main" id="{603DC5E4-2BA0-4BF4-AF42-245226033EC9}"/>
              </a:ext>
            </a:extLst>
          </p:cNvPr>
          <p:cNvCxnSpPr/>
          <p:nvPr/>
        </p:nvCxnSpPr>
        <p:spPr>
          <a:xfrm>
            <a:off x="7301899" y="6759914"/>
            <a:ext cx="33832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2">
            <a:extLst>
              <a:ext uri="{FF2B5EF4-FFF2-40B4-BE49-F238E27FC236}">
                <a16:creationId xmlns:a16="http://schemas.microsoft.com/office/drawing/2014/main" id="{566E6616-D6DC-4A8B-B12C-1DABEE317524}"/>
              </a:ext>
            </a:extLst>
          </p:cNvPr>
          <p:cNvSpPr/>
          <p:nvPr/>
        </p:nvSpPr>
        <p:spPr>
          <a:xfrm>
            <a:off x="7740811" y="6010105"/>
            <a:ext cx="1307592" cy="187452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413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3">
            <a:extLst>
              <a:ext uri="{FF2B5EF4-FFF2-40B4-BE49-F238E27FC236}">
                <a16:creationId xmlns:a16="http://schemas.microsoft.com/office/drawing/2014/main" id="{9A3ECB43-B5ED-406D-A62D-C3FB8D5F84CF}"/>
              </a:ext>
            </a:extLst>
          </p:cNvPr>
          <p:cNvSpPr txBox="1"/>
          <p:nvPr/>
        </p:nvSpPr>
        <p:spPr>
          <a:xfrm>
            <a:off x="7786531" y="6156410"/>
            <a:ext cx="1216152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sz="1700" dirty="0">
                <a:latin typeface="Cambria"/>
              </a:rPr>
              <a:t>Report Jᵢ</a:t>
            </a:r>
          </a:p>
        </p:txBody>
      </p:sp>
      <p:cxnSp>
        <p:nvCxnSpPr>
          <p:cNvPr id="167" name="Connector 164">
            <a:extLst>
              <a:ext uri="{FF2B5EF4-FFF2-40B4-BE49-F238E27FC236}">
                <a16:creationId xmlns:a16="http://schemas.microsoft.com/office/drawing/2014/main" id="{9A49C3A8-93BA-4A54-9630-67CB9C7B85C9}"/>
              </a:ext>
            </a:extLst>
          </p:cNvPr>
          <p:cNvCxnSpPr/>
          <p:nvPr/>
        </p:nvCxnSpPr>
        <p:spPr>
          <a:xfrm>
            <a:off x="7859683" y="6595322"/>
            <a:ext cx="1069848" cy="0"/>
          </a:xfrm>
          <a:prstGeom prst="line">
            <a:avLst/>
          </a:prstGeom>
          <a:ln w="152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5">
            <a:extLst>
              <a:ext uri="{FF2B5EF4-FFF2-40B4-BE49-F238E27FC236}">
                <a16:creationId xmlns:a16="http://schemas.microsoft.com/office/drawing/2014/main" id="{3B70A9E8-19DD-468F-919B-CE756C67939F}"/>
              </a:ext>
            </a:extLst>
          </p:cNvPr>
          <p:cNvSpPr txBox="1"/>
          <p:nvPr/>
        </p:nvSpPr>
        <p:spPr>
          <a:xfrm>
            <a:off x="7832251" y="6759914"/>
            <a:ext cx="1133856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sz="1600" dirty="0"/>
              <a:t>Reason +</a:t>
            </a:r>
          </a:p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sz="1600" dirty="0"/>
              <a:t>A / B / None</a:t>
            </a:r>
          </a:p>
        </p:txBody>
      </p:sp>
      <p:cxnSp>
        <p:nvCxnSpPr>
          <p:cNvPr id="169" name="Connector 166">
            <a:extLst>
              <a:ext uri="{FF2B5EF4-FFF2-40B4-BE49-F238E27FC236}">
                <a16:creationId xmlns:a16="http://schemas.microsoft.com/office/drawing/2014/main" id="{FDF80818-E4AF-4EA9-89E8-C42BF35B4BE7}"/>
              </a:ext>
            </a:extLst>
          </p:cNvPr>
          <p:cNvCxnSpPr/>
          <p:nvPr/>
        </p:nvCxnSpPr>
        <p:spPr>
          <a:xfrm>
            <a:off x="7914546" y="7440761"/>
            <a:ext cx="859536" cy="0"/>
          </a:xfrm>
          <a:prstGeom prst="line">
            <a:avLst/>
          </a:prstGeom>
          <a:ln w="22225">
            <a:solidFill>
              <a:srgbClr val="9B9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7">
            <a:extLst>
              <a:ext uri="{FF2B5EF4-FFF2-40B4-BE49-F238E27FC236}">
                <a16:creationId xmlns:a16="http://schemas.microsoft.com/office/drawing/2014/main" id="{82F7723D-E363-4CBC-B0D2-99C2A2D735F7}"/>
              </a:ext>
            </a:extLst>
          </p:cNvPr>
          <p:cNvCxnSpPr/>
          <p:nvPr/>
        </p:nvCxnSpPr>
        <p:spPr>
          <a:xfrm>
            <a:off x="7914546" y="7565348"/>
            <a:ext cx="859536" cy="0"/>
          </a:xfrm>
          <a:prstGeom prst="line">
            <a:avLst/>
          </a:prstGeom>
          <a:ln w="22225">
            <a:solidFill>
              <a:srgbClr val="9B9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68">
            <a:extLst>
              <a:ext uri="{FF2B5EF4-FFF2-40B4-BE49-F238E27FC236}">
                <a16:creationId xmlns:a16="http://schemas.microsoft.com/office/drawing/2014/main" id="{34581E8C-441F-4A9A-BF73-669216BD057E}"/>
              </a:ext>
            </a:extLst>
          </p:cNvPr>
          <p:cNvCxnSpPr/>
          <p:nvPr/>
        </p:nvCxnSpPr>
        <p:spPr>
          <a:xfrm>
            <a:off x="7914546" y="7670885"/>
            <a:ext cx="594361" cy="0"/>
          </a:xfrm>
          <a:prstGeom prst="line">
            <a:avLst/>
          </a:prstGeom>
          <a:ln w="22225">
            <a:solidFill>
              <a:srgbClr val="9B9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69">
            <a:extLst>
              <a:ext uri="{FF2B5EF4-FFF2-40B4-BE49-F238E27FC236}">
                <a16:creationId xmlns:a16="http://schemas.microsoft.com/office/drawing/2014/main" id="{4F1204B7-C54B-4835-AE89-FA40BC910CAF}"/>
              </a:ext>
            </a:extLst>
          </p:cNvPr>
          <p:cNvSpPr txBox="1"/>
          <p:nvPr/>
        </p:nvSpPr>
        <p:spPr>
          <a:xfrm>
            <a:off x="4302667" y="7909979"/>
            <a:ext cx="46908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sz="1600" dirty="0">
                <a:latin typeface="Cambria"/>
              </a:rPr>
              <a:t>×5 independent calls · shared VLM</a:t>
            </a:r>
          </a:p>
        </p:txBody>
      </p:sp>
      <p:sp>
        <p:nvSpPr>
          <p:cNvPr id="173" name="Rounded Rectangle 174">
            <a:extLst>
              <a:ext uri="{FF2B5EF4-FFF2-40B4-BE49-F238E27FC236}">
                <a16:creationId xmlns:a16="http://schemas.microsoft.com/office/drawing/2014/main" id="{1A3DA43F-F2A4-4B94-A747-77C9F016C263}"/>
              </a:ext>
            </a:extLst>
          </p:cNvPr>
          <p:cNvSpPr/>
          <p:nvPr/>
        </p:nvSpPr>
        <p:spPr>
          <a:xfrm>
            <a:off x="5569106" y="9841441"/>
            <a:ext cx="2432304" cy="795528"/>
          </a:xfrm>
          <a:prstGeom prst="roundRect">
            <a:avLst>
              <a:gd name="adj" fmla="val 5500"/>
            </a:avLst>
          </a:prstGeom>
          <a:solidFill>
            <a:srgbClr val="F7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" name="Connector 175">
            <a:extLst>
              <a:ext uri="{FF2B5EF4-FFF2-40B4-BE49-F238E27FC236}">
                <a16:creationId xmlns:a16="http://schemas.microsoft.com/office/drawing/2014/main" id="{F74ED9C8-CFD8-4022-8070-604D54A5E0DC}"/>
              </a:ext>
            </a:extLst>
          </p:cNvPr>
          <p:cNvCxnSpPr/>
          <p:nvPr/>
        </p:nvCxnSpPr>
        <p:spPr>
          <a:xfrm>
            <a:off x="6079265" y="10015178"/>
            <a:ext cx="0" cy="411480"/>
          </a:xfrm>
          <a:prstGeom prst="line">
            <a:avLst/>
          </a:prstGeom>
          <a:ln w="2540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6">
            <a:extLst>
              <a:ext uri="{FF2B5EF4-FFF2-40B4-BE49-F238E27FC236}">
                <a16:creationId xmlns:a16="http://schemas.microsoft.com/office/drawing/2014/main" id="{DBFD8D3C-7D84-47D5-84CA-BF89D8014280}"/>
              </a:ext>
            </a:extLst>
          </p:cNvPr>
          <p:cNvCxnSpPr/>
          <p:nvPr/>
        </p:nvCxnSpPr>
        <p:spPr>
          <a:xfrm>
            <a:off x="5905529" y="10097474"/>
            <a:ext cx="347472" cy="0"/>
          </a:xfrm>
          <a:prstGeom prst="line">
            <a:avLst/>
          </a:prstGeom>
          <a:ln w="28575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7">
            <a:extLst>
              <a:ext uri="{FF2B5EF4-FFF2-40B4-BE49-F238E27FC236}">
                <a16:creationId xmlns:a16="http://schemas.microsoft.com/office/drawing/2014/main" id="{6AC811FD-0324-48E1-BAE0-F0AB19FDEAA1}"/>
              </a:ext>
            </a:extLst>
          </p:cNvPr>
          <p:cNvCxnSpPr/>
          <p:nvPr/>
        </p:nvCxnSpPr>
        <p:spPr>
          <a:xfrm>
            <a:off x="5914673" y="10426658"/>
            <a:ext cx="329184" cy="0"/>
          </a:xfrm>
          <a:prstGeom prst="line">
            <a:avLst/>
          </a:prstGeom>
          <a:ln w="28575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8">
            <a:extLst>
              <a:ext uri="{FF2B5EF4-FFF2-40B4-BE49-F238E27FC236}">
                <a16:creationId xmlns:a16="http://schemas.microsoft.com/office/drawing/2014/main" id="{C225E7CF-A7DF-4C89-8D50-F5B89006F612}"/>
              </a:ext>
            </a:extLst>
          </p:cNvPr>
          <p:cNvCxnSpPr/>
          <p:nvPr/>
        </p:nvCxnSpPr>
        <p:spPr>
          <a:xfrm flipH="1">
            <a:off x="5832377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9">
            <a:extLst>
              <a:ext uri="{FF2B5EF4-FFF2-40B4-BE49-F238E27FC236}">
                <a16:creationId xmlns:a16="http://schemas.microsoft.com/office/drawing/2014/main" id="{935D1F57-1D5E-4BB5-83D9-08A5549D9775}"/>
              </a:ext>
            </a:extLst>
          </p:cNvPr>
          <p:cNvCxnSpPr/>
          <p:nvPr/>
        </p:nvCxnSpPr>
        <p:spPr>
          <a:xfrm>
            <a:off x="5914673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80">
            <a:extLst>
              <a:ext uri="{FF2B5EF4-FFF2-40B4-BE49-F238E27FC236}">
                <a16:creationId xmlns:a16="http://schemas.microsoft.com/office/drawing/2014/main" id="{A7007B82-BFBA-4079-B18F-D9BEFF9B621E}"/>
              </a:ext>
            </a:extLst>
          </p:cNvPr>
          <p:cNvCxnSpPr/>
          <p:nvPr/>
        </p:nvCxnSpPr>
        <p:spPr>
          <a:xfrm>
            <a:off x="5832377" y="10293879"/>
            <a:ext cx="164592" cy="0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81">
            <a:extLst>
              <a:ext uri="{FF2B5EF4-FFF2-40B4-BE49-F238E27FC236}">
                <a16:creationId xmlns:a16="http://schemas.microsoft.com/office/drawing/2014/main" id="{640CC41C-321D-4234-9DEC-04727F8BE739}"/>
              </a:ext>
            </a:extLst>
          </p:cNvPr>
          <p:cNvCxnSpPr/>
          <p:nvPr/>
        </p:nvCxnSpPr>
        <p:spPr>
          <a:xfrm flipH="1">
            <a:off x="6152417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2">
            <a:extLst>
              <a:ext uri="{FF2B5EF4-FFF2-40B4-BE49-F238E27FC236}">
                <a16:creationId xmlns:a16="http://schemas.microsoft.com/office/drawing/2014/main" id="{BCA23E58-76D7-4E93-B341-573AC4ACC90A}"/>
              </a:ext>
            </a:extLst>
          </p:cNvPr>
          <p:cNvCxnSpPr/>
          <p:nvPr/>
        </p:nvCxnSpPr>
        <p:spPr>
          <a:xfrm>
            <a:off x="6234713" y="10097474"/>
            <a:ext cx="82296" cy="201167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3">
            <a:extLst>
              <a:ext uri="{FF2B5EF4-FFF2-40B4-BE49-F238E27FC236}">
                <a16:creationId xmlns:a16="http://schemas.microsoft.com/office/drawing/2014/main" id="{A00A90F4-F309-4281-B559-55827F7A8EF3}"/>
              </a:ext>
            </a:extLst>
          </p:cNvPr>
          <p:cNvCxnSpPr/>
          <p:nvPr/>
        </p:nvCxnSpPr>
        <p:spPr>
          <a:xfrm>
            <a:off x="6152417" y="10293879"/>
            <a:ext cx="164592" cy="0"/>
          </a:xfrm>
          <a:prstGeom prst="line">
            <a:avLst/>
          </a:prstGeom>
          <a:ln w="1905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4">
            <a:extLst>
              <a:ext uri="{FF2B5EF4-FFF2-40B4-BE49-F238E27FC236}">
                <a16:creationId xmlns:a16="http://schemas.microsoft.com/office/drawing/2014/main" id="{CFB98A18-804E-452E-9FC8-D186E789E7CC}"/>
              </a:ext>
            </a:extLst>
          </p:cNvPr>
          <p:cNvSpPr txBox="1"/>
          <p:nvPr/>
        </p:nvSpPr>
        <p:spPr>
          <a:xfrm>
            <a:off x="6271288" y="9987745"/>
            <a:ext cx="1565529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274B"/>
                </a:solidFill>
                <a:latin typeface="Cambria"/>
              </a:defRPr>
            </a:pPr>
            <a:r>
              <a:rPr dirty="0"/>
              <a:t>Global</a:t>
            </a:r>
          </a:p>
          <a:p>
            <a:pPr algn="ctr">
              <a:spcAft>
                <a:spcPts val="0"/>
              </a:spcAft>
              <a:defRPr sz="2000" b="1">
                <a:solidFill>
                  <a:srgbClr val="11274B"/>
                </a:solidFill>
                <a:latin typeface="Cambria"/>
              </a:defRPr>
            </a:pPr>
            <a:r>
              <a:rPr dirty="0"/>
              <a:t>Arbiter</a:t>
            </a:r>
          </a:p>
        </p:txBody>
      </p:sp>
      <p:cxnSp>
        <p:nvCxnSpPr>
          <p:cNvPr id="184" name="Connector 185">
            <a:extLst>
              <a:ext uri="{FF2B5EF4-FFF2-40B4-BE49-F238E27FC236}">
                <a16:creationId xmlns:a16="http://schemas.microsoft.com/office/drawing/2014/main" id="{D740C56A-BD68-4FF4-8061-4FE33C0ED8FE}"/>
              </a:ext>
            </a:extLst>
          </p:cNvPr>
          <p:cNvCxnSpPr/>
          <p:nvPr/>
        </p:nvCxnSpPr>
        <p:spPr>
          <a:xfrm>
            <a:off x="6785258" y="10636970"/>
            <a:ext cx="0" cy="292608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ounded Rectangle 186">
            <a:extLst>
              <a:ext uri="{FF2B5EF4-FFF2-40B4-BE49-F238E27FC236}">
                <a16:creationId xmlns:a16="http://schemas.microsoft.com/office/drawing/2014/main" id="{0DFC4C14-C370-43CB-AC81-375C17D82DFE}"/>
              </a:ext>
            </a:extLst>
          </p:cNvPr>
          <p:cNvSpPr/>
          <p:nvPr/>
        </p:nvSpPr>
        <p:spPr>
          <a:xfrm>
            <a:off x="5523386" y="10938722"/>
            <a:ext cx="2542032" cy="402336"/>
          </a:xfrm>
          <a:prstGeom prst="roundRect">
            <a:avLst>
              <a:gd name="adj" fmla="val 5500"/>
            </a:avLst>
          </a:prstGeom>
          <a:solidFill>
            <a:srgbClr val="F7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7">
            <a:extLst>
              <a:ext uri="{FF2B5EF4-FFF2-40B4-BE49-F238E27FC236}">
                <a16:creationId xmlns:a16="http://schemas.microsoft.com/office/drawing/2014/main" id="{9D161737-2111-4ECF-9595-8B0A5B23AD26}"/>
              </a:ext>
            </a:extLst>
          </p:cNvPr>
          <p:cNvSpPr txBox="1"/>
          <p:nvPr/>
        </p:nvSpPr>
        <p:spPr>
          <a:xfrm>
            <a:off x="5623970" y="10984442"/>
            <a:ext cx="2340864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11274B"/>
                </a:solidFill>
                <a:latin typeface="Cambria"/>
              </a:defRPr>
            </a:pPr>
            <a:r>
              <a:rPr dirty="0"/>
              <a:t>Final preference</a:t>
            </a:r>
          </a:p>
        </p:txBody>
      </p:sp>
      <p:cxnSp>
        <p:nvCxnSpPr>
          <p:cNvPr id="187" name="Connector 188">
            <a:extLst>
              <a:ext uri="{FF2B5EF4-FFF2-40B4-BE49-F238E27FC236}">
                <a16:creationId xmlns:a16="http://schemas.microsoft.com/office/drawing/2014/main" id="{7AE468E3-3FD5-43C3-A8EA-A75664B6C0D3}"/>
              </a:ext>
            </a:extLst>
          </p:cNvPr>
          <p:cNvCxnSpPr/>
          <p:nvPr/>
        </p:nvCxnSpPr>
        <p:spPr>
          <a:xfrm>
            <a:off x="9304435" y="3029162"/>
            <a:ext cx="91440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Rounded Rectangle 189">
            <a:extLst>
              <a:ext uri="{FF2B5EF4-FFF2-40B4-BE49-F238E27FC236}">
                <a16:creationId xmlns:a16="http://schemas.microsoft.com/office/drawing/2014/main" id="{BC94B6BD-AE8A-403C-9B53-45F146EA3DC6}"/>
              </a:ext>
            </a:extLst>
          </p:cNvPr>
          <p:cNvSpPr/>
          <p:nvPr/>
        </p:nvSpPr>
        <p:spPr>
          <a:xfrm>
            <a:off x="10237123" y="2864570"/>
            <a:ext cx="3136392" cy="402336"/>
          </a:xfrm>
          <a:prstGeom prst="roundRect">
            <a:avLst>
              <a:gd name="adj" fmla="val 5500"/>
            </a:avLst>
          </a:prstGeom>
          <a:solidFill>
            <a:srgbClr val="F8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90">
            <a:extLst>
              <a:ext uri="{FF2B5EF4-FFF2-40B4-BE49-F238E27FC236}">
                <a16:creationId xmlns:a16="http://schemas.microsoft.com/office/drawing/2014/main" id="{B945786B-5802-4B04-96AD-F937B71F09FD}"/>
              </a:ext>
            </a:extLst>
          </p:cNvPr>
          <p:cNvSpPr txBox="1"/>
          <p:nvPr/>
        </p:nvSpPr>
        <p:spPr>
          <a:xfrm>
            <a:off x="10310275" y="2919434"/>
            <a:ext cx="29900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t>Shared full Rubric context</a:t>
            </a:r>
          </a:p>
        </p:txBody>
      </p:sp>
      <p:sp>
        <p:nvSpPr>
          <p:cNvPr id="190" name="Rounded Rectangle 191">
            <a:extLst>
              <a:ext uri="{FF2B5EF4-FFF2-40B4-BE49-F238E27FC236}">
                <a16:creationId xmlns:a16="http://schemas.microsoft.com/office/drawing/2014/main" id="{856F1DFE-91A8-44C0-B0AB-FCD9E298DE10}"/>
              </a:ext>
            </a:extLst>
          </p:cNvPr>
          <p:cNvSpPr/>
          <p:nvPr/>
        </p:nvSpPr>
        <p:spPr>
          <a:xfrm>
            <a:off x="14004451" y="2224490"/>
            <a:ext cx="2734056" cy="969264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2">
            <a:extLst>
              <a:ext uri="{FF2B5EF4-FFF2-40B4-BE49-F238E27FC236}">
                <a16:creationId xmlns:a16="http://schemas.microsoft.com/office/drawing/2014/main" id="{15B4A7BC-2454-407A-83D9-593BE2240763}"/>
              </a:ext>
            </a:extLst>
          </p:cNvPr>
          <p:cNvSpPr txBox="1"/>
          <p:nvPr/>
        </p:nvSpPr>
        <p:spPr>
          <a:xfrm>
            <a:off x="14105035" y="2297642"/>
            <a:ext cx="25328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t>Human preference / gold</a:t>
            </a:r>
          </a:p>
        </p:txBody>
      </p:sp>
      <p:sp>
        <p:nvSpPr>
          <p:cNvPr id="192" name="Oval 193">
            <a:extLst>
              <a:ext uri="{FF2B5EF4-FFF2-40B4-BE49-F238E27FC236}">
                <a16:creationId xmlns:a16="http://schemas.microsoft.com/office/drawing/2014/main" id="{1BFEDE60-1369-414A-8FCD-AA32D3A9F61C}"/>
              </a:ext>
            </a:extLst>
          </p:cNvPr>
          <p:cNvSpPr/>
          <p:nvPr/>
        </p:nvSpPr>
        <p:spPr>
          <a:xfrm>
            <a:off x="14847985" y="2681690"/>
            <a:ext cx="146304" cy="146304"/>
          </a:xfrm>
          <a:prstGeom prst="ellipse">
            <a:avLst/>
          </a:prstGeom>
          <a:solidFill>
            <a:srgbClr val="11274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ounded Rectangle 194">
            <a:extLst>
              <a:ext uri="{FF2B5EF4-FFF2-40B4-BE49-F238E27FC236}">
                <a16:creationId xmlns:a16="http://schemas.microsoft.com/office/drawing/2014/main" id="{1210DE48-4CD9-4812-8B7F-21C3CD5D3DB8}"/>
              </a:ext>
            </a:extLst>
          </p:cNvPr>
          <p:cNvSpPr/>
          <p:nvPr/>
        </p:nvSpPr>
        <p:spPr>
          <a:xfrm>
            <a:off x="14793121" y="2855426"/>
            <a:ext cx="256032" cy="128016"/>
          </a:xfrm>
          <a:prstGeom prst="roundRect">
            <a:avLst>
              <a:gd name="adj" fmla="val 5500"/>
            </a:avLst>
          </a:prstGeom>
          <a:solidFill>
            <a:srgbClr val="11274B"/>
          </a:solidFill>
          <a:ln w="1270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ounded Rectangle 195">
            <a:extLst>
              <a:ext uri="{FF2B5EF4-FFF2-40B4-BE49-F238E27FC236}">
                <a16:creationId xmlns:a16="http://schemas.microsoft.com/office/drawing/2014/main" id="{66D3DC8A-3A38-46B3-B4C1-844D95792E39}"/>
              </a:ext>
            </a:extLst>
          </p:cNvPr>
          <p:cNvSpPr/>
          <p:nvPr/>
        </p:nvSpPr>
        <p:spPr>
          <a:xfrm>
            <a:off x="15884686" y="2681690"/>
            <a:ext cx="226314" cy="301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5" name="Connector 196">
            <a:extLst>
              <a:ext uri="{FF2B5EF4-FFF2-40B4-BE49-F238E27FC236}">
                <a16:creationId xmlns:a16="http://schemas.microsoft.com/office/drawing/2014/main" id="{1EBF7CC0-F7E4-45EC-B322-652A0A2C2B31}"/>
              </a:ext>
            </a:extLst>
          </p:cNvPr>
          <p:cNvCxnSpPr/>
          <p:nvPr/>
        </p:nvCxnSpPr>
        <p:spPr>
          <a:xfrm>
            <a:off x="15925834" y="2743412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7">
            <a:extLst>
              <a:ext uri="{FF2B5EF4-FFF2-40B4-BE49-F238E27FC236}">
                <a16:creationId xmlns:a16="http://schemas.microsoft.com/office/drawing/2014/main" id="{EACE2CE1-DF71-4079-9560-4081D23A1342}"/>
              </a:ext>
            </a:extLst>
          </p:cNvPr>
          <p:cNvCxnSpPr/>
          <p:nvPr/>
        </p:nvCxnSpPr>
        <p:spPr>
          <a:xfrm>
            <a:off x="15925834" y="2794847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8">
            <a:extLst>
              <a:ext uri="{FF2B5EF4-FFF2-40B4-BE49-F238E27FC236}">
                <a16:creationId xmlns:a16="http://schemas.microsoft.com/office/drawing/2014/main" id="{71D0BEC0-0552-43DC-9361-853544CA2B29}"/>
              </a:ext>
            </a:extLst>
          </p:cNvPr>
          <p:cNvCxnSpPr/>
          <p:nvPr/>
        </p:nvCxnSpPr>
        <p:spPr>
          <a:xfrm>
            <a:off x="15925834" y="2846281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9">
            <a:extLst>
              <a:ext uri="{FF2B5EF4-FFF2-40B4-BE49-F238E27FC236}">
                <a16:creationId xmlns:a16="http://schemas.microsoft.com/office/drawing/2014/main" id="{BA709988-56A9-4141-94A8-119A3F625D74}"/>
              </a:ext>
            </a:extLst>
          </p:cNvPr>
          <p:cNvCxnSpPr/>
          <p:nvPr/>
        </p:nvCxnSpPr>
        <p:spPr>
          <a:xfrm>
            <a:off x="15925834" y="2897716"/>
            <a:ext cx="144018" cy="0"/>
          </a:xfrm>
          <a:prstGeom prst="line">
            <a:avLst/>
          </a:prstGeom>
          <a:ln w="1143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200">
            <a:extLst>
              <a:ext uri="{FF2B5EF4-FFF2-40B4-BE49-F238E27FC236}">
                <a16:creationId xmlns:a16="http://schemas.microsoft.com/office/drawing/2014/main" id="{016CC86B-004D-41CC-85F9-105FDFE45585}"/>
              </a:ext>
            </a:extLst>
          </p:cNvPr>
          <p:cNvCxnSpPr>
            <a:cxnSpLocks/>
          </p:cNvCxnSpPr>
          <p:nvPr/>
        </p:nvCxnSpPr>
        <p:spPr>
          <a:xfrm>
            <a:off x="15376051" y="3193754"/>
            <a:ext cx="4572" cy="25603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201">
            <a:extLst>
              <a:ext uri="{FF2B5EF4-FFF2-40B4-BE49-F238E27FC236}">
                <a16:creationId xmlns:a16="http://schemas.microsoft.com/office/drawing/2014/main" id="{8596AE03-8EB7-425B-B56B-05C7105DFED2}"/>
              </a:ext>
            </a:extLst>
          </p:cNvPr>
          <p:cNvCxnSpPr>
            <a:cxnSpLocks/>
          </p:cNvCxnSpPr>
          <p:nvPr/>
        </p:nvCxnSpPr>
        <p:spPr>
          <a:xfrm flipH="1">
            <a:off x="14452507" y="3449786"/>
            <a:ext cx="923544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2">
            <a:extLst>
              <a:ext uri="{FF2B5EF4-FFF2-40B4-BE49-F238E27FC236}">
                <a16:creationId xmlns:a16="http://schemas.microsoft.com/office/drawing/2014/main" id="{37BD3C09-64C4-475E-88C6-720E3F45CF46}"/>
              </a:ext>
            </a:extLst>
          </p:cNvPr>
          <p:cNvCxnSpPr/>
          <p:nvPr/>
        </p:nvCxnSpPr>
        <p:spPr>
          <a:xfrm>
            <a:off x="14461651" y="3442546"/>
            <a:ext cx="0" cy="246888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ounded Rectangle 203">
            <a:extLst>
              <a:ext uri="{FF2B5EF4-FFF2-40B4-BE49-F238E27FC236}">
                <a16:creationId xmlns:a16="http://schemas.microsoft.com/office/drawing/2014/main" id="{172A21F4-F546-4BF4-BDDF-1F3C2D558BB5}"/>
              </a:ext>
            </a:extLst>
          </p:cNvPr>
          <p:cNvSpPr/>
          <p:nvPr/>
        </p:nvSpPr>
        <p:spPr>
          <a:xfrm>
            <a:off x="10986931" y="3689434"/>
            <a:ext cx="3621024" cy="7223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4">
            <a:extLst>
              <a:ext uri="{FF2B5EF4-FFF2-40B4-BE49-F238E27FC236}">
                <a16:creationId xmlns:a16="http://schemas.microsoft.com/office/drawing/2014/main" id="{E11BA162-7AE3-433D-B08D-D0F906DB8944}"/>
              </a:ext>
            </a:extLst>
          </p:cNvPr>
          <p:cNvSpPr txBox="1"/>
          <p:nvPr/>
        </p:nvSpPr>
        <p:spPr>
          <a:xfrm>
            <a:off x="11133235" y="3790018"/>
            <a:ext cx="332841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11274B"/>
                </a:solidFill>
                <a:latin typeface="Cambria"/>
              </a:defRPr>
            </a:pPr>
            <a:r>
              <a:rPr sz="1900"/>
              <a:t>Select local cases for Rᵢ</a:t>
            </a:r>
          </a:p>
        </p:txBody>
      </p:sp>
      <p:sp>
        <p:nvSpPr>
          <p:cNvPr id="204" name="TextBox 205">
            <a:extLst>
              <a:ext uri="{FF2B5EF4-FFF2-40B4-BE49-F238E27FC236}">
                <a16:creationId xmlns:a16="http://schemas.microsoft.com/office/drawing/2014/main" id="{DB7F4E41-7C66-471B-AB49-C09DDEC8FF9C}"/>
              </a:ext>
            </a:extLst>
          </p:cNvPr>
          <p:cNvSpPr txBox="1"/>
          <p:nvPr/>
        </p:nvSpPr>
        <p:spPr>
          <a:xfrm>
            <a:off x="11087515" y="4128346"/>
            <a:ext cx="3419856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dirty="0"/>
              <a:t>Disagreements + abstentions</a:t>
            </a:r>
          </a:p>
        </p:txBody>
      </p:sp>
      <p:cxnSp>
        <p:nvCxnSpPr>
          <p:cNvPr id="205" name="Connector 206">
            <a:extLst>
              <a:ext uri="{FF2B5EF4-FFF2-40B4-BE49-F238E27FC236}">
                <a16:creationId xmlns:a16="http://schemas.microsoft.com/office/drawing/2014/main" id="{86A1A239-E492-49B3-8414-0D17D4057096}"/>
              </a:ext>
            </a:extLst>
          </p:cNvPr>
          <p:cNvCxnSpPr/>
          <p:nvPr/>
        </p:nvCxnSpPr>
        <p:spPr>
          <a:xfrm>
            <a:off x="9075835" y="6714194"/>
            <a:ext cx="1380744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7">
            <a:extLst>
              <a:ext uri="{FF2B5EF4-FFF2-40B4-BE49-F238E27FC236}">
                <a16:creationId xmlns:a16="http://schemas.microsoft.com/office/drawing/2014/main" id="{6A105D7F-FB62-4436-96E4-91C28D3C8409}"/>
              </a:ext>
            </a:extLst>
          </p:cNvPr>
          <p:cNvCxnSpPr>
            <a:cxnSpLocks/>
          </p:cNvCxnSpPr>
          <p:nvPr/>
        </p:nvCxnSpPr>
        <p:spPr>
          <a:xfrm flipV="1">
            <a:off x="10456579" y="4073482"/>
            <a:ext cx="18286" cy="264071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8">
            <a:extLst>
              <a:ext uri="{FF2B5EF4-FFF2-40B4-BE49-F238E27FC236}">
                <a16:creationId xmlns:a16="http://schemas.microsoft.com/office/drawing/2014/main" id="{BBA28DE5-AEBF-4EF4-BFF2-CAE23F337F58}"/>
              </a:ext>
            </a:extLst>
          </p:cNvPr>
          <p:cNvCxnSpPr/>
          <p:nvPr/>
        </p:nvCxnSpPr>
        <p:spPr>
          <a:xfrm>
            <a:off x="10465723" y="4073482"/>
            <a:ext cx="521208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9">
            <a:extLst>
              <a:ext uri="{FF2B5EF4-FFF2-40B4-BE49-F238E27FC236}">
                <a16:creationId xmlns:a16="http://schemas.microsoft.com/office/drawing/2014/main" id="{BEA4F95C-CA5E-4FB0-969B-F9E4AC413BFD}"/>
              </a:ext>
            </a:extLst>
          </p:cNvPr>
          <p:cNvSpPr txBox="1"/>
          <p:nvPr/>
        </p:nvSpPr>
        <p:spPr>
          <a:xfrm>
            <a:off x="9804030" y="6740378"/>
            <a:ext cx="112471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rPr sz="1600" dirty="0">
                <a:latin typeface="Cambria"/>
              </a:rPr>
              <a:t>Jᵢ for Rᵢ</a:t>
            </a:r>
          </a:p>
        </p:txBody>
      </p:sp>
      <p:cxnSp>
        <p:nvCxnSpPr>
          <p:cNvPr id="209" name="Connector 210">
            <a:extLst>
              <a:ext uri="{FF2B5EF4-FFF2-40B4-BE49-F238E27FC236}">
                <a16:creationId xmlns:a16="http://schemas.microsoft.com/office/drawing/2014/main" id="{172597F4-CAA9-4062-B19B-DF64533F1E62}"/>
              </a:ext>
            </a:extLst>
          </p:cNvPr>
          <p:cNvCxnSpPr/>
          <p:nvPr/>
        </p:nvCxnSpPr>
        <p:spPr>
          <a:xfrm>
            <a:off x="11133235" y="4411810"/>
            <a:ext cx="0" cy="155448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11">
            <a:extLst>
              <a:ext uri="{FF2B5EF4-FFF2-40B4-BE49-F238E27FC236}">
                <a16:creationId xmlns:a16="http://schemas.microsoft.com/office/drawing/2014/main" id="{8FB3B978-63F3-46CF-9C6A-7F908BB07DEE}"/>
              </a:ext>
            </a:extLst>
          </p:cNvPr>
          <p:cNvCxnSpPr/>
          <p:nvPr/>
        </p:nvCxnSpPr>
        <p:spPr>
          <a:xfrm flipH="1">
            <a:off x="10712611" y="4556867"/>
            <a:ext cx="420624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2">
            <a:extLst>
              <a:ext uri="{FF2B5EF4-FFF2-40B4-BE49-F238E27FC236}">
                <a16:creationId xmlns:a16="http://schemas.microsoft.com/office/drawing/2014/main" id="{4AE4AE57-EEF0-4033-99F1-ED8957BDDFC8}"/>
              </a:ext>
            </a:extLst>
          </p:cNvPr>
          <p:cNvCxnSpPr/>
          <p:nvPr/>
        </p:nvCxnSpPr>
        <p:spPr>
          <a:xfrm>
            <a:off x="10703467" y="4549558"/>
            <a:ext cx="0" cy="1563624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3">
            <a:extLst>
              <a:ext uri="{FF2B5EF4-FFF2-40B4-BE49-F238E27FC236}">
                <a16:creationId xmlns:a16="http://schemas.microsoft.com/office/drawing/2014/main" id="{F9AE5883-842D-4CEB-810F-E7D33D21F75E}"/>
              </a:ext>
            </a:extLst>
          </p:cNvPr>
          <p:cNvCxnSpPr/>
          <p:nvPr/>
        </p:nvCxnSpPr>
        <p:spPr>
          <a:xfrm>
            <a:off x="10703467" y="4857960"/>
            <a:ext cx="23774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ounded Rectangle 214">
            <a:extLst>
              <a:ext uri="{FF2B5EF4-FFF2-40B4-BE49-F238E27FC236}">
                <a16:creationId xmlns:a16="http://schemas.microsoft.com/office/drawing/2014/main" id="{9ECDC097-ECF6-4EAA-89D2-1B68F4EE18D6}"/>
              </a:ext>
            </a:extLst>
          </p:cNvPr>
          <p:cNvSpPr/>
          <p:nvPr/>
        </p:nvSpPr>
        <p:spPr>
          <a:xfrm>
            <a:off x="10959499" y="4693368"/>
            <a:ext cx="1719072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4" name="TextBox 215">
            <a:extLst>
              <a:ext uri="{FF2B5EF4-FFF2-40B4-BE49-F238E27FC236}">
                <a16:creationId xmlns:a16="http://schemas.microsoft.com/office/drawing/2014/main" id="{CA8AEE3A-2B56-480B-A4DA-03DAB6DFFADD}"/>
              </a:ext>
            </a:extLst>
          </p:cNvPr>
          <p:cNvSpPr txBox="1"/>
          <p:nvPr/>
        </p:nvSpPr>
        <p:spPr>
          <a:xfrm>
            <a:off x="11014363" y="4743660"/>
            <a:ext cx="16093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Case 1 + judgment</a:t>
            </a:r>
          </a:p>
        </p:txBody>
      </p:sp>
      <p:cxnSp>
        <p:nvCxnSpPr>
          <p:cNvPr id="215" name="Connector 216">
            <a:extLst>
              <a:ext uri="{FF2B5EF4-FFF2-40B4-BE49-F238E27FC236}">
                <a16:creationId xmlns:a16="http://schemas.microsoft.com/office/drawing/2014/main" id="{D46C93E5-35DF-4D13-B628-D655806EC77B}"/>
              </a:ext>
            </a:extLst>
          </p:cNvPr>
          <p:cNvCxnSpPr/>
          <p:nvPr/>
        </p:nvCxnSpPr>
        <p:spPr>
          <a:xfrm>
            <a:off x="12678571" y="4867104"/>
            <a:ext cx="21945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ounded Rectangle 217">
            <a:extLst>
              <a:ext uri="{FF2B5EF4-FFF2-40B4-BE49-F238E27FC236}">
                <a16:creationId xmlns:a16="http://schemas.microsoft.com/office/drawing/2014/main" id="{4E50772D-7F44-4955-A9DF-60E2013FDEA9}"/>
              </a:ext>
            </a:extLst>
          </p:cNvPr>
          <p:cNvSpPr/>
          <p:nvPr/>
        </p:nvSpPr>
        <p:spPr>
          <a:xfrm>
            <a:off x="12925459" y="4693368"/>
            <a:ext cx="950976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7" name="TextBox 218">
            <a:extLst>
              <a:ext uri="{FF2B5EF4-FFF2-40B4-BE49-F238E27FC236}">
                <a16:creationId xmlns:a16="http://schemas.microsoft.com/office/drawing/2014/main" id="{1D288A72-EA5F-4DFE-A6F0-3C5A01911F01}"/>
              </a:ext>
            </a:extLst>
          </p:cNvPr>
          <p:cNvSpPr txBox="1"/>
          <p:nvPr/>
        </p:nvSpPr>
        <p:spPr>
          <a:xfrm>
            <a:off x="12971179" y="4739088"/>
            <a:ext cx="8595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b="1"/>
              <a:t>Reflect</a:t>
            </a:r>
          </a:p>
        </p:txBody>
      </p:sp>
      <p:cxnSp>
        <p:nvCxnSpPr>
          <p:cNvPr id="218" name="Connector 219">
            <a:extLst>
              <a:ext uri="{FF2B5EF4-FFF2-40B4-BE49-F238E27FC236}">
                <a16:creationId xmlns:a16="http://schemas.microsoft.com/office/drawing/2014/main" id="{80FDC1B9-09B0-49D3-AE33-8D7B6F79B42C}"/>
              </a:ext>
            </a:extLst>
          </p:cNvPr>
          <p:cNvCxnSpPr/>
          <p:nvPr/>
        </p:nvCxnSpPr>
        <p:spPr>
          <a:xfrm>
            <a:off x="13876435" y="4867104"/>
            <a:ext cx="210312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ounded Rectangle 220">
            <a:extLst>
              <a:ext uri="{FF2B5EF4-FFF2-40B4-BE49-F238E27FC236}">
                <a16:creationId xmlns:a16="http://schemas.microsoft.com/office/drawing/2014/main" id="{91BD3F15-D247-4C2E-9F7A-4946C07A6CC4}"/>
              </a:ext>
            </a:extLst>
          </p:cNvPr>
          <p:cNvSpPr/>
          <p:nvPr/>
        </p:nvSpPr>
        <p:spPr>
          <a:xfrm>
            <a:off x="14114179" y="4693368"/>
            <a:ext cx="932688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0" name="TextBox 221">
            <a:extLst>
              <a:ext uri="{FF2B5EF4-FFF2-40B4-BE49-F238E27FC236}">
                <a16:creationId xmlns:a16="http://schemas.microsoft.com/office/drawing/2014/main" id="{1FB048F7-E647-40B9-B4F3-5C8E15591421}"/>
              </a:ext>
            </a:extLst>
          </p:cNvPr>
          <p:cNvSpPr txBox="1"/>
          <p:nvPr/>
        </p:nvSpPr>
        <p:spPr>
          <a:xfrm>
            <a:off x="14150755" y="4739088"/>
            <a:ext cx="85953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 dirty="0"/>
              <a:t>critique 1</a:t>
            </a:r>
          </a:p>
        </p:txBody>
      </p:sp>
      <p:cxnSp>
        <p:nvCxnSpPr>
          <p:cNvPr id="221" name="Connector 222">
            <a:extLst>
              <a:ext uri="{FF2B5EF4-FFF2-40B4-BE49-F238E27FC236}">
                <a16:creationId xmlns:a16="http://schemas.microsoft.com/office/drawing/2014/main" id="{47280C9F-9F8C-4F5E-A513-A51646F1350D}"/>
              </a:ext>
            </a:extLst>
          </p:cNvPr>
          <p:cNvCxnSpPr/>
          <p:nvPr/>
        </p:nvCxnSpPr>
        <p:spPr>
          <a:xfrm>
            <a:off x="15046867" y="4867104"/>
            <a:ext cx="26517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3">
            <a:extLst>
              <a:ext uri="{FF2B5EF4-FFF2-40B4-BE49-F238E27FC236}">
                <a16:creationId xmlns:a16="http://schemas.microsoft.com/office/drawing/2014/main" id="{40842BCF-A067-4223-A107-D3F44FB39B0B}"/>
              </a:ext>
            </a:extLst>
          </p:cNvPr>
          <p:cNvCxnSpPr/>
          <p:nvPr/>
        </p:nvCxnSpPr>
        <p:spPr>
          <a:xfrm>
            <a:off x="10703467" y="5488896"/>
            <a:ext cx="23774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Rounded Rectangle 224">
            <a:extLst>
              <a:ext uri="{FF2B5EF4-FFF2-40B4-BE49-F238E27FC236}">
                <a16:creationId xmlns:a16="http://schemas.microsoft.com/office/drawing/2014/main" id="{ADF5F620-AE69-423E-9698-910196925B00}"/>
              </a:ext>
            </a:extLst>
          </p:cNvPr>
          <p:cNvSpPr/>
          <p:nvPr/>
        </p:nvSpPr>
        <p:spPr>
          <a:xfrm>
            <a:off x="10959499" y="5324304"/>
            <a:ext cx="1719072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4" name="TextBox 225">
            <a:extLst>
              <a:ext uri="{FF2B5EF4-FFF2-40B4-BE49-F238E27FC236}">
                <a16:creationId xmlns:a16="http://schemas.microsoft.com/office/drawing/2014/main" id="{DF455243-83F7-4C43-A3ED-6BE2C23232B1}"/>
              </a:ext>
            </a:extLst>
          </p:cNvPr>
          <p:cNvSpPr txBox="1"/>
          <p:nvPr/>
        </p:nvSpPr>
        <p:spPr>
          <a:xfrm>
            <a:off x="11014363" y="5374596"/>
            <a:ext cx="16093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Case 2 + judgment</a:t>
            </a:r>
          </a:p>
        </p:txBody>
      </p:sp>
      <p:cxnSp>
        <p:nvCxnSpPr>
          <p:cNvPr id="225" name="Connector 226">
            <a:extLst>
              <a:ext uri="{FF2B5EF4-FFF2-40B4-BE49-F238E27FC236}">
                <a16:creationId xmlns:a16="http://schemas.microsoft.com/office/drawing/2014/main" id="{DF19F967-EB8F-42E0-9C8B-0632A3AE801F}"/>
              </a:ext>
            </a:extLst>
          </p:cNvPr>
          <p:cNvCxnSpPr/>
          <p:nvPr/>
        </p:nvCxnSpPr>
        <p:spPr>
          <a:xfrm>
            <a:off x="12678571" y="5498040"/>
            <a:ext cx="21945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ounded Rectangle 227">
            <a:extLst>
              <a:ext uri="{FF2B5EF4-FFF2-40B4-BE49-F238E27FC236}">
                <a16:creationId xmlns:a16="http://schemas.microsoft.com/office/drawing/2014/main" id="{55062D07-FCEB-417F-BBCB-2235C267D417}"/>
              </a:ext>
            </a:extLst>
          </p:cNvPr>
          <p:cNvSpPr/>
          <p:nvPr/>
        </p:nvSpPr>
        <p:spPr>
          <a:xfrm>
            <a:off x="12925459" y="5324304"/>
            <a:ext cx="950976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7" name="TextBox 228">
            <a:extLst>
              <a:ext uri="{FF2B5EF4-FFF2-40B4-BE49-F238E27FC236}">
                <a16:creationId xmlns:a16="http://schemas.microsoft.com/office/drawing/2014/main" id="{1CE9BFBD-47F3-485E-B897-08D0B4D968E4}"/>
              </a:ext>
            </a:extLst>
          </p:cNvPr>
          <p:cNvSpPr txBox="1"/>
          <p:nvPr/>
        </p:nvSpPr>
        <p:spPr>
          <a:xfrm>
            <a:off x="12971179" y="5370024"/>
            <a:ext cx="8595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b="1"/>
              <a:t>Reflect</a:t>
            </a:r>
          </a:p>
        </p:txBody>
      </p:sp>
      <p:cxnSp>
        <p:nvCxnSpPr>
          <p:cNvPr id="228" name="Connector 229">
            <a:extLst>
              <a:ext uri="{FF2B5EF4-FFF2-40B4-BE49-F238E27FC236}">
                <a16:creationId xmlns:a16="http://schemas.microsoft.com/office/drawing/2014/main" id="{6F81399D-5E41-4F2A-9CA5-0CFE872B28A4}"/>
              </a:ext>
            </a:extLst>
          </p:cNvPr>
          <p:cNvCxnSpPr/>
          <p:nvPr/>
        </p:nvCxnSpPr>
        <p:spPr>
          <a:xfrm>
            <a:off x="13876435" y="5498040"/>
            <a:ext cx="210312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Rounded Rectangle 230">
            <a:extLst>
              <a:ext uri="{FF2B5EF4-FFF2-40B4-BE49-F238E27FC236}">
                <a16:creationId xmlns:a16="http://schemas.microsoft.com/office/drawing/2014/main" id="{4C945086-C8C3-40A1-9C39-43AA71CDFD8E}"/>
              </a:ext>
            </a:extLst>
          </p:cNvPr>
          <p:cNvSpPr/>
          <p:nvPr/>
        </p:nvSpPr>
        <p:spPr>
          <a:xfrm>
            <a:off x="14114179" y="5324304"/>
            <a:ext cx="932688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0" name="TextBox 231">
            <a:extLst>
              <a:ext uri="{FF2B5EF4-FFF2-40B4-BE49-F238E27FC236}">
                <a16:creationId xmlns:a16="http://schemas.microsoft.com/office/drawing/2014/main" id="{F5B6AEE6-C5FC-452A-A38D-1BE089A20B76}"/>
              </a:ext>
            </a:extLst>
          </p:cNvPr>
          <p:cNvSpPr txBox="1"/>
          <p:nvPr/>
        </p:nvSpPr>
        <p:spPr>
          <a:xfrm>
            <a:off x="14150755" y="5370024"/>
            <a:ext cx="85953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critique 2</a:t>
            </a:r>
          </a:p>
        </p:txBody>
      </p:sp>
      <p:cxnSp>
        <p:nvCxnSpPr>
          <p:cNvPr id="231" name="Connector 232">
            <a:extLst>
              <a:ext uri="{FF2B5EF4-FFF2-40B4-BE49-F238E27FC236}">
                <a16:creationId xmlns:a16="http://schemas.microsoft.com/office/drawing/2014/main" id="{1A35FAB1-8E29-46AC-B0C4-02A944183682}"/>
              </a:ext>
            </a:extLst>
          </p:cNvPr>
          <p:cNvCxnSpPr/>
          <p:nvPr/>
        </p:nvCxnSpPr>
        <p:spPr>
          <a:xfrm>
            <a:off x="15046867" y="5498040"/>
            <a:ext cx="26517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3">
            <a:extLst>
              <a:ext uri="{FF2B5EF4-FFF2-40B4-BE49-F238E27FC236}">
                <a16:creationId xmlns:a16="http://schemas.microsoft.com/office/drawing/2014/main" id="{21067ADF-8E44-406A-833D-EC02BB676EB8}"/>
              </a:ext>
            </a:extLst>
          </p:cNvPr>
          <p:cNvCxnSpPr/>
          <p:nvPr/>
        </p:nvCxnSpPr>
        <p:spPr>
          <a:xfrm>
            <a:off x="10703467" y="6109441"/>
            <a:ext cx="23774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4">
            <a:extLst>
              <a:ext uri="{FF2B5EF4-FFF2-40B4-BE49-F238E27FC236}">
                <a16:creationId xmlns:a16="http://schemas.microsoft.com/office/drawing/2014/main" id="{4A6EEF09-C291-4968-8F46-A9BB8D53323C}"/>
              </a:ext>
            </a:extLst>
          </p:cNvPr>
          <p:cNvSpPr/>
          <p:nvPr/>
        </p:nvSpPr>
        <p:spPr>
          <a:xfrm>
            <a:off x="10959499" y="5955240"/>
            <a:ext cx="1719072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4" name="TextBox 235">
            <a:extLst>
              <a:ext uri="{FF2B5EF4-FFF2-40B4-BE49-F238E27FC236}">
                <a16:creationId xmlns:a16="http://schemas.microsoft.com/office/drawing/2014/main" id="{F5CB57A4-A614-4799-9B81-5B4F217ADF46}"/>
              </a:ext>
            </a:extLst>
          </p:cNvPr>
          <p:cNvSpPr txBox="1"/>
          <p:nvPr/>
        </p:nvSpPr>
        <p:spPr>
          <a:xfrm>
            <a:off x="11014363" y="6005532"/>
            <a:ext cx="16093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Case K + judgment</a:t>
            </a:r>
          </a:p>
        </p:txBody>
      </p:sp>
      <p:cxnSp>
        <p:nvCxnSpPr>
          <p:cNvPr id="235" name="Connector 236">
            <a:extLst>
              <a:ext uri="{FF2B5EF4-FFF2-40B4-BE49-F238E27FC236}">
                <a16:creationId xmlns:a16="http://schemas.microsoft.com/office/drawing/2014/main" id="{43B04317-0276-40FF-9BD2-69DED803D989}"/>
              </a:ext>
            </a:extLst>
          </p:cNvPr>
          <p:cNvCxnSpPr/>
          <p:nvPr/>
        </p:nvCxnSpPr>
        <p:spPr>
          <a:xfrm>
            <a:off x="12678571" y="6128976"/>
            <a:ext cx="219456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Rounded Rectangle 237">
            <a:extLst>
              <a:ext uri="{FF2B5EF4-FFF2-40B4-BE49-F238E27FC236}">
                <a16:creationId xmlns:a16="http://schemas.microsoft.com/office/drawing/2014/main" id="{A72F688B-5387-4DBA-94D6-2C616E48BC37}"/>
              </a:ext>
            </a:extLst>
          </p:cNvPr>
          <p:cNvSpPr/>
          <p:nvPr/>
        </p:nvSpPr>
        <p:spPr>
          <a:xfrm>
            <a:off x="12925459" y="5955240"/>
            <a:ext cx="950976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37" name="TextBox 238">
            <a:extLst>
              <a:ext uri="{FF2B5EF4-FFF2-40B4-BE49-F238E27FC236}">
                <a16:creationId xmlns:a16="http://schemas.microsoft.com/office/drawing/2014/main" id="{B0E17AD4-4A2F-42F0-AFFF-C487466BF09F}"/>
              </a:ext>
            </a:extLst>
          </p:cNvPr>
          <p:cNvSpPr txBox="1"/>
          <p:nvPr/>
        </p:nvSpPr>
        <p:spPr>
          <a:xfrm>
            <a:off x="12971179" y="6000960"/>
            <a:ext cx="8595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1274B"/>
                </a:solidFill>
                <a:latin typeface="Cambria"/>
              </a:defRPr>
            </a:pPr>
            <a:r>
              <a:rPr b="1" dirty="0"/>
              <a:t>Reflect</a:t>
            </a:r>
          </a:p>
        </p:txBody>
      </p:sp>
      <p:cxnSp>
        <p:nvCxnSpPr>
          <p:cNvPr id="238" name="Connector 239">
            <a:extLst>
              <a:ext uri="{FF2B5EF4-FFF2-40B4-BE49-F238E27FC236}">
                <a16:creationId xmlns:a16="http://schemas.microsoft.com/office/drawing/2014/main" id="{CEEECF3D-6457-4F74-A5DA-21328A2D9A3C}"/>
              </a:ext>
            </a:extLst>
          </p:cNvPr>
          <p:cNvCxnSpPr/>
          <p:nvPr/>
        </p:nvCxnSpPr>
        <p:spPr>
          <a:xfrm>
            <a:off x="13876435" y="6128976"/>
            <a:ext cx="210312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Rounded Rectangle 240">
            <a:extLst>
              <a:ext uri="{FF2B5EF4-FFF2-40B4-BE49-F238E27FC236}">
                <a16:creationId xmlns:a16="http://schemas.microsoft.com/office/drawing/2014/main" id="{C5FC9806-C4A1-4963-9D76-7765E9CF2682}"/>
              </a:ext>
            </a:extLst>
          </p:cNvPr>
          <p:cNvSpPr/>
          <p:nvPr/>
        </p:nvSpPr>
        <p:spPr>
          <a:xfrm>
            <a:off x="14114179" y="5955240"/>
            <a:ext cx="932688" cy="347472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1905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40" name="TextBox 241">
            <a:extLst>
              <a:ext uri="{FF2B5EF4-FFF2-40B4-BE49-F238E27FC236}">
                <a16:creationId xmlns:a16="http://schemas.microsoft.com/office/drawing/2014/main" id="{F482E4C1-B921-412F-8CA4-96D79BFEE060}"/>
              </a:ext>
            </a:extLst>
          </p:cNvPr>
          <p:cNvSpPr txBox="1"/>
          <p:nvPr/>
        </p:nvSpPr>
        <p:spPr>
          <a:xfrm>
            <a:off x="14150755" y="6000960"/>
            <a:ext cx="85953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11274B"/>
                </a:solidFill>
                <a:latin typeface="Cambria"/>
              </a:defRPr>
            </a:pPr>
            <a:r>
              <a:rPr b="1"/>
              <a:t>critique K</a:t>
            </a:r>
          </a:p>
        </p:txBody>
      </p:sp>
      <p:cxnSp>
        <p:nvCxnSpPr>
          <p:cNvPr id="241" name="Connector 242">
            <a:extLst>
              <a:ext uri="{FF2B5EF4-FFF2-40B4-BE49-F238E27FC236}">
                <a16:creationId xmlns:a16="http://schemas.microsoft.com/office/drawing/2014/main" id="{D241D158-28CB-4090-A0C8-FF5361E1E884}"/>
              </a:ext>
            </a:extLst>
          </p:cNvPr>
          <p:cNvCxnSpPr/>
          <p:nvPr/>
        </p:nvCxnSpPr>
        <p:spPr>
          <a:xfrm>
            <a:off x="15046867" y="6128976"/>
            <a:ext cx="26517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3">
            <a:extLst>
              <a:ext uri="{FF2B5EF4-FFF2-40B4-BE49-F238E27FC236}">
                <a16:creationId xmlns:a16="http://schemas.microsoft.com/office/drawing/2014/main" id="{C5FF722C-5F9D-41C1-ACE1-831B74489621}"/>
              </a:ext>
            </a:extLst>
          </p:cNvPr>
          <p:cNvCxnSpPr/>
          <p:nvPr/>
        </p:nvCxnSpPr>
        <p:spPr>
          <a:xfrm>
            <a:off x="15312043" y="4867104"/>
            <a:ext cx="0" cy="126187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4">
            <a:extLst>
              <a:ext uri="{FF2B5EF4-FFF2-40B4-BE49-F238E27FC236}">
                <a16:creationId xmlns:a16="http://schemas.microsoft.com/office/drawing/2014/main" id="{8971AA76-DCF1-4E4E-953C-007381DF673A}"/>
              </a:ext>
            </a:extLst>
          </p:cNvPr>
          <p:cNvCxnSpPr/>
          <p:nvPr/>
        </p:nvCxnSpPr>
        <p:spPr>
          <a:xfrm>
            <a:off x="15312043" y="5498040"/>
            <a:ext cx="347471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ounded Rectangle 245">
            <a:extLst>
              <a:ext uri="{FF2B5EF4-FFF2-40B4-BE49-F238E27FC236}">
                <a16:creationId xmlns:a16="http://schemas.microsoft.com/office/drawing/2014/main" id="{CD08843F-859B-411D-AEC0-4E4565D93A27}"/>
              </a:ext>
            </a:extLst>
          </p:cNvPr>
          <p:cNvSpPr/>
          <p:nvPr/>
        </p:nvSpPr>
        <p:spPr>
          <a:xfrm>
            <a:off x="15677803" y="5123136"/>
            <a:ext cx="1152144" cy="749808"/>
          </a:xfrm>
          <a:prstGeom prst="roundRect">
            <a:avLst>
              <a:gd name="adj" fmla="val 5500"/>
            </a:avLst>
          </a:prstGeom>
          <a:solidFill>
            <a:srgbClr val="FAFC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6">
            <a:extLst>
              <a:ext uri="{FF2B5EF4-FFF2-40B4-BE49-F238E27FC236}">
                <a16:creationId xmlns:a16="http://schemas.microsoft.com/office/drawing/2014/main" id="{A07C4C7E-91BA-400D-A457-0DD0EBB7402C}"/>
              </a:ext>
            </a:extLst>
          </p:cNvPr>
          <p:cNvSpPr txBox="1"/>
          <p:nvPr/>
        </p:nvSpPr>
        <p:spPr>
          <a:xfrm>
            <a:off x="15732667" y="5251152"/>
            <a:ext cx="1042415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sz="1600"/>
              <a:t>Collect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sz="1600"/>
              <a:t>critiques</a:t>
            </a:r>
          </a:p>
        </p:txBody>
      </p:sp>
      <p:cxnSp>
        <p:nvCxnSpPr>
          <p:cNvPr id="246" name="Connector 247">
            <a:extLst>
              <a:ext uri="{FF2B5EF4-FFF2-40B4-BE49-F238E27FC236}">
                <a16:creationId xmlns:a16="http://schemas.microsoft.com/office/drawing/2014/main" id="{9202686A-D88E-4AB9-80F6-495438A9962A}"/>
              </a:ext>
            </a:extLst>
          </p:cNvPr>
          <p:cNvCxnSpPr/>
          <p:nvPr/>
        </p:nvCxnSpPr>
        <p:spPr>
          <a:xfrm>
            <a:off x="16253875" y="5872944"/>
            <a:ext cx="0" cy="804672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8">
            <a:extLst>
              <a:ext uri="{FF2B5EF4-FFF2-40B4-BE49-F238E27FC236}">
                <a16:creationId xmlns:a16="http://schemas.microsoft.com/office/drawing/2014/main" id="{6720A28B-C723-4D90-ADE2-E2756D06CA2E}"/>
              </a:ext>
            </a:extLst>
          </p:cNvPr>
          <p:cNvCxnSpPr/>
          <p:nvPr/>
        </p:nvCxnSpPr>
        <p:spPr>
          <a:xfrm flipH="1">
            <a:off x="13154059" y="6677616"/>
            <a:ext cx="3099816" cy="0"/>
          </a:xfrm>
          <a:prstGeom prst="line">
            <a:avLst/>
          </a:prstGeom>
          <a:ln w="2794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9">
            <a:extLst>
              <a:ext uri="{FF2B5EF4-FFF2-40B4-BE49-F238E27FC236}">
                <a16:creationId xmlns:a16="http://schemas.microsoft.com/office/drawing/2014/main" id="{EF0C0AAA-F217-41AE-B505-3CB3A78BDF6C}"/>
              </a:ext>
            </a:extLst>
          </p:cNvPr>
          <p:cNvCxnSpPr/>
          <p:nvPr/>
        </p:nvCxnSpPr>
        <p:spPr>
          <a:xfrm>
            <a:off x="13154059" y="6677616"/>
            <a:ext cx="0" cy="256032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50">
            <a:extLst>
              <a:ext uri="{FF2B5EF4-FFF2-40B4-BE49-F238E27FC236}">
                <a16:creationId xmlns:a16="http://schemas.microsoft.com/office/drawing/2014/main" id="{AC869D7A-789E-4A0F-B2BA-3FFB7E981581}"/>
              </a:ext>
            </a:extLst>
          </p:cNvPr>
          <p:cNvSpPr txBox="1"/>
          <p:nvPr/>
        </p:nvSpPr>
        <p:spPr>
          <a:xfrm>
            <a:off x="10848107" y="6318921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rPr dirty="0"/>
              <a:t>Independent reflection: one call per case</a:t>
            </a:r>
          </a:p>
        </p:txBody>
      </p:sp>
      <p:sp>
        <p:nvSpPr>
          <p:cNvPr id="250" name="Rounded Rectangle 251">
            <a:extLst>
              <a:ext uri="{FF2B5EF4-FFF2-40B4-BE49-F238E27FC236}">
                <a16:creationId xmlns:a16="http://schemas.microsoft.com/office/drawing/2014/main" id="{4BDF2B15-F0AC-4FD1-AFDF-D85F719494E0}"/>
              </a:ext>
            </a:extLst>
          </p:cNvPr>
          <p:cNvSpPr/>
          <p:nvPr/>
        </p:nvSpPr>
        <p:spPr>
          <a:xfrm>
            <a:off x="11133235" y="6942792"/>
            <a:ext cx="5010912" cy="1938528"/>
          </a:xfrm>
          <a:prstGeom prst="roundRect">
            <a:avLst>
              <a:gd name="adj" fmla="val 5500"/>
            </a:avLst>
          </a:prstGeom>
          <a:solidFill>
            <a:srgbClr val="F9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2">
            <a:extLst>
              <a:ext uri="{FF2B5EF4-FFF2-40B4-BE49-F238E27FC236}">
                <a16:creationId xmlns:a16="http://schemas.microsoft.com/office/drawing/2014/main" id="{3196977E-82AE-420F-B8E1-5F298B12CD3F}"/>
              </a:ext>
            </a:extLst>
          </p:cNvPr>
          <p:cNvSpPr txBox="1"/>
          <p:nvPr/>
        </p:nvSpPr>
        <p:spPr>
          <a:xfrm>
            <a:off x="11261251" y="7061664"/>
            <a:ext cx="473659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1274B"/>
                </a:solidFill>
                <a:latin typeface="Cambria"/>
              </a:defRPr>
            </a:pPr>
            <a:r>
              <a:rPr sz="2100"/>
              <a:t>Revise children of Rᵢ</a:t>
            </a:r>
          </a:p>
        </p:txBody>
      </p:sp>
      <p:sp>
        <p:nvSpPr>
          <p:cNvPr id="252" name="TextBox 254">
            <a:extLst>
              <a:ext uri="{FF2B5EF4-FFF2-40B4-BE49-F238E27FC236}">
                <a16:creationId xmlns:a16="http://schemas.microsoft.com/office/drawing/2014/main" id="{F689E852-DD66-4ECD-A6E2-D485291BBDFA}"/>
              </a:ext>
            </a:extLst>
          </p:cNvPr>
          <p:cNvSpPr txBox="1"/>
          <p:nvPr/>
        </p:nvSpPr>
        <p:spPr>
          <a:xfrm>
            <a:off x="11581291" y="7507643"/>
            <a:ext cx="16642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t>Current subtree</a:t>
            </a:r>
          </a:p>
        </p:txBody>
      </p:sp>
      <p:sp>
        <p:nvSpPr>
          <p:cNvPr id="253" name="TextBox 255">
            <a:extLst>
              <a:ext uri="{FF2B5EF4-FFF2-40B4-BE49-F238E27FC236}">
                <a16:creationId xmlns:a16="http://schemas.microsoft.com/office/drawing/2014/main" id="{A24A704D-FE1C-4A0F-B4F1-4E0BD5C17C81}"/>
              </a:ext>
            </a:extLst>
          </p:cNvPr>
          <p:cNvSpPr txBox="1"/>
          <p:nvPr/>
        </p:nvSpPr>
        <p:spPr>
          <a:xfrm>
            <a:off x="13958731" y="7507643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1274B"/>
                </a:solidFill>
                <a:latin typeface="Cambria"/>
              </a:defRPr>
            </a:pPr>
            <a:r>
              <a:t>Candidate subtree</a:t>
            </a:r>
          </a:p>
        </p:txBody>
      </p:sp>
      <p:sp>
        <p:nvSpPr>
          <p:cNvPr id="254" name="Oval 258">
            <a:extLst>
              <a:ext uri="{FF2B5EF4-FFF2-40B4-BE49-F238E27FC236}">
                <a16:creationId xmlns:a16="http://schemas.microsoft.com/office/drawing/2014/main" id="{8319D3A6-9E6C-4252-B714-58E17FE9825B}"/>
              </a:ext>
            </a:extLst>
          </p:cNvPr>
          <p:cNvSpPr/>
          <p:nvPr/>
        </p:nvSpPr>
        <p:spPr>
          <a:xfrm>
            <a:off x="12660100" y="7996912"/>
            <a:ext cx="18653" cy="18653"/>
          </a:xfrm>
          <a:prstGeom prst="ellipse">
            <a:avLst/>
          </a:prstGeom>
          <a:solidFill>
            <a:srgbClr val="FFFFFF"/>
          </a:solidFill>
          <a:ln w="4762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61">
            <a:extLst>
              <a:ext uri="{FF2B5EF4-FFF2-40B4-BE49-F238E27FC236}">
                <a16:creationId xmlns:a16="http://schemas.microsoft.com/office/drawing/2014/main" id="{CD7B7E51-E106-4F68-B044-2652D3DD44A4}"/>
              </a:ext>
            </a:extLst>
          </p:cNvPr>
          <p:cNvSpPr/>
          <p:nvPr/>
        </p:nvSpPr>
        <p:spPr>
          <a:xfrm>
            <a:off x="15037539" y="7965739"/>
            <a:ext cx="18653" cy="18653"/>
          </a:xfrm>
          <a:prstGeom prst="ellipse">
            <a:avLst/>
          </a:prstGeom>
          <a:solidFill>
            <a:srgbClr val="FFFFFF"/>
          </a:solidFill>
          <a:ln w="4762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62">
            <a:extLst>
              <a:ext uri="{FF2B5EF4-FFF2-40B4-BE49-F238E27FC236}">
                <a16:creationId xmlns:a16="http://schemas.microsoft.com/office/drawing/2014/main" id="{1B4ABB66-FA3C-438D-B1D7-3FFE9640EE90}"/>
              </a:ext>
            </a:extLst>
          </p:cNvPr>
          <p:cNvSpPr/>
          <p:nvPr/>
        </p:nvSpPr>
        <p:spPr>
          <a:xfrm>
            <a:off x="12291309" y="7855401"/>
            <a:ext cx="244382" cy="244382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7" name="Connector 263">
            <a:extLst>
              <a:ext uri="{FF2B5EF4-FFF2-40B4-BE49-F238E27FC236}">
                <a16:creationId xmlns:a16="http://schemas.microsoft.com/office/drawing/2014/main" id="{E0E527C9-9099-4741-A190-B618E70ECC8A}"/>
              </a:ext>
            </a:extLst>
          </p:cNvPr>
          <p:cNvCxnSpPr/>
          <p:nvPr/>
        </p:nvCxnSpPr>
        <p:spPr>
          <a:xfrm flipH="1">
            <a:off x="12007650" y="8099783"/>
            <a:ext cx="405850" cy="436397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Oval 264">
            <a:extLst>
              <a:ext uri="{FF2B5EF4-FFF2-40B4-BE49-F238E27FC236}">
                <a16:creationId xmlns:a16="http://schemas.microsoft.com/office/drawing/2014/main" id="{0F5150B5-A58F-40D8-8BEA-304E825D3F9F}"/>
              </a:ext>
            </a:extLst>
          </p:cNvPr>
          <p:cNvSpPr/>
          <p:nvPr/>
        </p:nvSpPr>
        <p:spPr>
          <a:xfrm>
            <a:off x="11916007" y="8536181"/>
            <a:ext cx="183286" cy="183286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9" name="Connector 265">
            <a:extLst>
              <a:ext uri="{FF2B5EF4-FFF2-40B4-BE49-F238E27FC236}">
                <a16:creationId xmlns:a16="http://schemas.microsoft.com/office/drawing/2014/main" id="{5E5EAF7B-A0BA-4E24-AA31-F1D8F75B8FA2}"/>
              </a:ext>
            </a:extLst>
          </p:cNvPr>
          <p:cNvCxnSpPr/>
          <p:nvPr/>
        </p:nvCxnSpPr>
        <p:spPr>
          <a:xfrm flipH="1">
            <a:off x="12382952" y="8099783"/>
            <a:ext cx="30547" cy="436397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Oval 266">
            <a:extLst>
              <a:ext uri="{FF2B5EF4-FFF2-40B4-BE49-F238E27FC236}">
                <a16:creationId xmlns:a16="http://schemas.microsoft.com/office/drawing/2014/main" id="{BFC733C3-EEF6-402E-88C7-9016806C5C82}"/>
              </a:ext>
            </a:extLst>
          </p:cNvPr>
          <p:cNvSpPr/>
          <p:nvPr/>
        </p:nvSpPr>
        <p:spPr>
          <a:xfrm>
            <a:off x="12291309" y="8536181"/>
            <a:ext cx="183286" cy="183286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1" name="Connector 267">
            <a:extLst>
              <a:ext uri="{FF2B5EF4-FFF2-40B4-BE49-F238E27FC236}">
                <a16:creationId xmlns:a16="http://schemas.microsoft.com/office/drawing/2014/main" id="{FEC99FEC-A569-4DF0-B89C-8FFD3F145E93}"/>
              </a:ext>
            </a:extLst>
          </p:cNvPr>
          <p:cNvCxnSpPr/>
          <p:nvPr/>
        </p:nvCxnSpPr>
        <p:spPr>
          <a:xfrm>
            <a:off x="12413500" y="8099783"/>
            <a:ext cx="344754" cy="436397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Oval 268">
            <a:extLst>
              <a:ext uri="{FF2B5EF4-FFF2-40B4-BE49-F238E27FC236}">
                <a16:creationId xmlns:a16="http://schemas.microsoft.com/office/drawing/2014/main" id="{26EBE893-EF92-4C46-9907-67380580C0DD}"/>
              </a:ext>
            </a:extLst>
          </p:cNvPr>
          <p:cNvSpPr/>
          <p:nvPr/>
        </p:nvSpPr>
        <p:spPr>
          <a:xfrm>
            <a:off x="12666610" y="8536181"/>
            <a:ext cx="183286" cy="183286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9">
            <a:extLst>
              <a:ext uri="{FF2B5EF4-FFF2-40B4-BE49-F238E27FC236}">
                <a16:creationId xmlns:a16="http://schemas.microsoft.com/office/drawing/2014/main" id="{F7A37762-715A-4818-BCF5-5FB36FF1B906}"/>
              </a:ext>
            </a:extLst>
          </p:cNvPr>
          <p:cNvSpPr/>
          <p:nvPr/>
        </p:nvSpPr>
        <p:spPr>
          <a:xfrm>
            <a:off x="14668749" y="7855401"/>
            <a:ext cx="244382" cy="244382"/>
          </a:xfrm>
          <a:prstGeom prst="ellipse">
            <a:avLst/>
          </a:prstGeom>
          <a:solidFill>
            <a:srgbClr val="63BDEB"/>
          </a:solidFill>
          <a:ln w="2159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Diamond 294">
            <a:extLst>
              <a:ext uri="{FF2B5EF4-FFF2-40B4-BE49-F238E27FC236}">
                <a16:creationId xmlns:a16="http://schemas.microsoft.com/office/drawing/2014/main" id="{4C60CA87-CEF0-4531-9BBE-4D248D82B905}"/>
              </a:ext>
            </a:extLst>
          </p:cNvPr>
          <p:cNvSpPr/>
          <p:nvPr/>
        </p:nvSpPr>
        <p:spPr>
          <a:xfrm>
            <a:off x="12267091" y="9393384"/>
            <a:ext cx="2459736" cy="1225296"/>
          </a:xfrm>
          <a:prstGeom prst="diamond">
            <a:avLst/>
          </a:prstGeom>
          <a:solidFill>
            <a:srgbClr val="E6F3D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95">
            <a:extLst>
              <a:ext uri="{FF2B5EF4-FFF2-40B4-BE49-F238E27FC236}">
                <a16:creationId xmlns:a16="http://schemas.microsoft.com/office/drawing/2014/main" id="{107F9A54-6B45-4528-A46C-8936722A9370}"/>
              </a:ext>
            </a:extLst>
          </p:cNvPr>
          <p:cNvSpPr txBox="1"/>
          <p:nvPr/>
        </p:nvSpPr>
        <p:spPr>
          <a:xfrm>
            <a:off x="12696859" y="9640272"/>
            <a:ext cx="1600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lang="en-US" dirty="0"/>
              <a:t>ACC</a:t>
            </a:r>
            <a:endParaRPr dirty="0"/>
          </a:p>
          <a:p>
            <a:pPr algn="ctr">
              <a:spcAft>
                <a:spcPts val="0"/>
              </a:spcAft>
              <a:defRPr sz="1700" b="1">
                <a:solidFill>
                  <a:srgbClr val="11274B"/>
                </a:solidFill>
                <a:latin typeface="Cambria"/>
              </a:defRPr>
            </a:pPr>
            <a:r>
              <a:rPr dirty="0"/>
              <a:t>improves?</a:t>
            </a:r>
          </a:p>
        </p:txBody>
      </p:sp>
      <p:sp>
        <p:nvSpPr>
          <p:cNvPr id="266" name="TextBox 296">
            <a:extLst>
              <a:ext uri="{FF2B5EF4-FFF2-40B4-BE49-F238E27FC236}">
                <a16:creationId xmlns:a16="http://schemas.microsoft.com/office/drawing/2014/main" id="{093097C0-23E6-402C-BE89-50818A6746C6}"/>
              </a:ext>
            </a:extLst>
          </p:cNvPr>
          <p:cNvSpPr txBox="1"/>
          <p:nvPr/>
        </p:nvSpPr>
        <p:spPr>
          <a:xfrm>
            <a:off x="12632851" y="10152336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11274B"/>
                </a:solidFill>
                <a:latin typeface="Cambria"/>
              </a:defRPr>
            </a:pPr>
            <a:r>
              <a:rPr sz="950"/>
              <a:t>Rᵢ: candidate vs. current</a:t>
            </a:r>
          </a:p>
        </p:txBody>
      </p:sp>
      <p:sp>
        <p:nvSpPr>
          <p:cNvPr id="267" name="Rounded Rectangle 297">
            <a:extLst>
              <a:ext uri="{FF2B5EF4-FFF2-40B4-BE49-F238E27FC236}">
                <a16:creationId xmlns:a16="http://schemas.microsoft.com/office/drawing/2014/main" id="{0C431964-1F0D-42D0-B062-1AB63C1800E7}"/>
              </a:ext>
            </a:extLst>
          </p:cNvPr>
          <p:cNvSpPr/>
          <p:nvPr/>
        </p:nvSpPr>
        <p:spPr>
          <a:xfrm>
            <a:off x="10173115" y="9823152"/>
            <a:ext cx="1728216" cy="457200"/>
          </a:xfrm>
          <a:prstGeom prst="roundRect">
            <a:avLst>
              <a:gd name="adj" fmla="val 5500"/>
            </a:avLst>
          </a:prstGeom>
          <a:solidFill>
            <a:srgbClr val="F8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98">
            <a:extLst>
              <a:ext uri="{FF2B5EF4-FFF2-40B4-BE49-F238E27FC236}">
                <a16:creationId xmlns:a16="http://schemas.microsoft.com/office/drawing/2014/main" id="{1E61EF04-8384-47E6-B93E-637D513B28E3}"/>
              </a:ext>
            </a:extLst>
          </p:cNvPr>
          <p:cNvSpPr txBox="1"/>
          <p:nvPr/>
        </p:nvSpPr>
        <p:spPr>
          <a:xfrm>
            <a:off x="10246267" y="9905448"/>
            <a:ext cx="1581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1274B"/>
                </a:solidFill>
                <a:latin typeface="Cambria"/>
              </a:defRPr>
            </a:pPr>
            <a:r>
              <a:t>Retain current</a:t>
            </a:r>
          </a:p>
        </p:txBody>
      </p:sp>
      <p:sp>
        <p:nvSpPr>
          <p:cNvPr id="269" name="Rounded Rectangle 299">
            <a:extLst>
              <a:ext uri="{FF2B5EF4-FFF2-40B4-BE49-F238E27FC236}">
                <a16:creationId xmlns:a16="http://schemas.microsoft.com/office/drawing/2014/main" id="{463429BD-A0CC-46F2-BD5C-38160C230E46}"/>
              </a:ext>
            </a:extLst>
          </p:cNvPr>
          <p:cNvSpPr/>
          <p:nvPr/>
        </p:nvSpPr>
        <p:spPr>
          <a:xfrm>
            <a:off x="15101730" y="9823152"/>
            <a:ext cx="1819656" cy="457200"/>
          </a:xfrm>
          <a:prstGeom prst="roundRect">
            <a:avLst>
              <a:gd name="adj" fmla="val 5500"/>
            </a:avLst>
          </a:prstGeom>
          <a:solidFill>
            <a:srgbClr val="F8FBFF"/>
          </a:solidFill>
          <a:ln w="2286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300">
            <a:extLst>
              <a:ext uri="{FF2B5EF4-FFF2-40B4-BE49-F238E27FC236}">
                <a16:creationId xmlns:a16="http://schemas.microsoft.com/office/drawing/2014/main" id="{D74D9AB5-BD55-41E7-8C83-5D95E546DB5A}"/>
              </a:ext>
            </a:extLst>
          </p:cNvPr>
          <p:cNvSpPr txBox="1"/>
          <p:nvPr/>
        </p:nvSpPr>
        <p:spPr>
          <a:xfrm>
            <a:off x="15147451" y="9905448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450" b="1">
                <a:solidFill>
                  <a:srgbClr val="11274B"/>
                </a:solidFill>
                <a:latin typeface="Cambria"/>
              </a:defRPr>
            </a:pPr>
            <a:r>
              <a:t>Replace child group</a:t>
            </a:r>
          </a:p>
        </p:txBody>
      </p:sp>
      <p:cxnSp>
        <p:nvCxnSpPr>
          <p:cNvPr id="271" name="Connector 301">
            <a:extLst>
              <a:ext uri="{FF2B5EF4-FFF2-40B4-BE49-F238E27FC236}">
                <a16:creationId xmlns:a16="http://schemas.microsoft.com/office/drawing/2014/main" id="{C4730432-DF9E-4D38-855A-BC64FF267810}"/>
              </a:ext>
            </a:extLst>
          </p:cNvPr>
          <p:cNvCxnSpPr/>
          <p:nvPr/>
        </p:nvCxnSpPr>
        <p:spPr>
          <a:xfrm flipH="1">
            <a:off x="11901331" y="10042608"/>
            <a:ext cx="36576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TextBox 302">
            <a:extLst>
              <a:ext uri="{FF2B5EF4-FFF2-40B4-BE49-F238E27FC236}">
                <a16:creationId xmlns:a16="http://schemas.microsoft.com/office/drawing/2014/main" id="{9F6AD5C1-91B0-4799-BA58-310E2A3E259D}"/>
              </a:ext>
            </a:extLst>
          </p:cNvPr>
          <p:cNvSpPr txBox="1"/>
          <p:nvPr/>
        </p:nvSpPr>
        <p:spPr>
          <a:xfrm>
            <a:off x="11910475" y="9649416"/>
            <a:ext cx="38404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C44335"/>
                </a:solidFill>
                <a:latin typeface="Cambria"/>
              </a:defRPr>
            </a:pPr>
            <a:r>
              <a:t>No</a:t>
            </a:r>
          </a:p>
        </p:txBody>
      </p:sp>
      <p:cxnSp>
        <p:nvCxnSpPr>
          <p:cNvPr id="273" name="Connector 303">
            <a:extLst>
              <a:ext uri="{FF2B5EF4-FFF2-40B4-BE49-F238E27FC236}">
                <a16:creationId xmlns:a16="http://schemas.microsoft.com/office/drawing/2014/main" id="{F126EBD2-F6FE-4680-B6FF-0D3B9808FD5A}"/>
              </a:ext>
            </a:extLst>
          </p:cNvPr>
          <p:cNvCxnSpPr/>
          <p:nvPr/>
        </p:nvCxnSpPr>
        <p:spPr>
          <a:xfrm>
            <a:off x="14726826" y="10042608"/>
            <a:ext cx="374904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TextBox 304">
            <a:extLst>
              <a:ext uri="{FF2B5EF4-FFF2-40B4-BE49-F238E27FC236}">
                <a16:creationId xmlns:a16="http://schemas.microsoft.com/office/drawing/2014/main" id="{AC28110B-ECC1-4091-A9A8-E4DDF6FBCECF}"/>
              </a:ext>
            </a:extLst>
          </p:cNvPr>
          <p:cNvSpPr txBox="1"/>
          <p:nvPr/>
        </p:nvSpPr>
        <p:spPr>
          <a:xfrm>
            <a:off x="14690666" y="9649416"/>
            <a:ext cx="4206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47A57"/>
                </a:solidFill>
                <a:latin typeface="Cambria"/>
              </a:defRPr>
            </a:pPr>
            <a:r>
              <a:rPr dirty="0"/>
              <a:t>Yes</a:t>
            </a:r>
          </a:p>
        </p:txBody>
      </p:sp>
      <p:cxnSp>
        <p:nvCxnSpPr>
          <p:cNvPr id="275" name="Connector 305">
            <a:extLst>
              <a:ext uri="{FF2B5EF4-FFF2-40B4-BE49-F238E27FC236}">
                <a16:creationId xmlns:a16="http://schemas.microsoft.com/office/drawing/2014/main" id="{3EA36908-DB3C-467A-B522-9DDC2E07F06E}"/>
              </a:ext>
            </a:extLst>
          </p:cNvPr>
          <p:cNvCxnSpPr/>
          <p:nvPr/>
        </p:nvCxnSpPr>
        <p:spPr>
          <a:xfrm>
            <a:off x="11032651" y="10280352"/>
            <a:ext cx="0" cy="603504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306">
            <a:extLst>
              <a:ext uri="{FF2B5EF4-FFF2-40B4-BE49-F238E27FC236}">
                <a16:creationId xmlns:a16="http://schemas.microsoft.com/office/drawing/2014/main" id="{92C59F78-9D39-4B9C-8ABD-E59FDE0A6B04}"/>
              </a:ext>
            </a:extLst>
          </p:cNvPr>
          <p:cNvCxnSpPr/>
          <p:nvPr/>
        </p:nvCxnSpPr>
        <p:spPr>
          <a:xfrm>
            <a:off x="11032651" y="10883856"/>
            <a:ext cx="4974336" cy="0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307">
            <a:extLst>
              <a:ext uri="{FF2B5EF4-FFF2-40B4-BE49-F238E27FC236}">
                <a16:creationId xmlns:a16="http://schemas.microsoft.com/office/drawing/2014/main" id="{2116187D-05B6-4006-B6BC-4C391FA04BD5}"/>
              </a:ext>
            </a:extLst>
          </p:cNvPr>
          <p:cNvCxnSpPr/>
          <p:nvPr/>
        </p:nvCxnSpPr>
        <p:spPr>
          <a:xfrm>
            <a:off x="16006987" y="10280352"/>
            <a:ext cx="0" cy="932688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308">
            <a:extLst>
              <a:ext uri="{FF2B5EF4-FFF2-40B4-BE49-F238E27FC236}">
                <a16:creationId xmlns:a16="http://schemas.microsoft.com/office/drawing/2014/main" id="{02A9DF48-D503-4C48-974E-8AE49975172D}"/>
              </a:ext>
            </a:extLst>
          </p:cNvPr>
          <p:cNvCxnSpPr/>
          <p:nvPr/>
        </p:nvCxnSpPr>
        <p:spPr>
          <a:xfrm flipH="1">
            <a:off x="9706771" y="11202649"/>
            <a:ext cx="6300216" cy="0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309">
            <a:extLst>
              <a:ext uri="{FF2B5EF4-FFF2-40B4-BE49-F238E27FC236}">
                <a16:creationId xmlns:a16="http://schemas.microsoft.com/office/drawing/2014/main" id="{510345CE-197C-435C-8935-213556F56A36}"/>
              </a:ext>
            </a:extLst>
          </p:cNvPr>
          <p:cNvCxnSpPr>
            <a:cxnSpLocks/>
          </p:cNvCxnSpPr>
          <p:nvPr/>
        </p:nvCxnSpPr>
        <p:spPr>
          <a:xfrm flipV="1">
            <a:off x="9706771" y="4583642"/>
            <a:ext cx="0" cy="6629398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313">
            <a:extLst>
              <a:ext uri="{FF2B5EF4-FFF2-40B4-BE49-F238E27FC236}">
                <a16:creationId xmlns:a16="http://schemas.microsoft.com/office/drawing/2014/main" id="{790D2067-AC5A-43FD-B713-88AD4F9468A7}"/>
              </a:ext>
            </a:extLst>
          </p:cNvPr>
          <p:cNvCxnSpPr/>
          <p:nvPr/>
        </p:nvCxnSpPr>
        <p:spPr>
          <a:xfrm flipH="1">
            <a:off x="7631083" y="4583642"/>
            <a:ext cx="2075688" cy="0"/>
          </a:xfrm>
          <a:prstGeom prst="line">
            <a:avLst/>
          </a:prstGeom>
          <a:ln w="35560">
            <a:solidFill>
              <a:srgbClr val="00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314">
            <a:extLst>
              <a:ext uri="{FF2B5EF4-FFF2-40B4-BE49-F238E27FC236}">
                <a16:creationId xmlns:a16="http://schemas.microsoft.com/office/drawing/2014/main" id="{2773A5BD-7443-45C5-A1AC-27B136DD7AED}"/>
              </a:ext>
            </a:extLst>
          </p:cNvPr>
          <p:cNvCxnSpPr/>
          <p:nvPr/>
        </p:nvCxnSpPr>
        <p:spPr>
          <a:xfrm flipV="1">
            <a:off x="7631083" y="4318466"/>
            <a:ext cx="0" cy="265176"/>
          </a:xfrm>
          <a:prstGeom prst="line">
            <a:avLst/>
          </a:prstGeom>
          <a:ln w="35560">
            <a:solidFill>
              <a:srgbClr val="009E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315">
            <a:extLst>
              <a:ext uri="{FF2B5EF4-FFF2-40B4-BE49-F238E27FC236}">
                <a16:creationId xmlns:a16="http://schemas.microsoft.com/office/drawing/2014/main" id="{34A49BC4-F6C1-40B0-AFF0-5CC9C5F40A0C}"/>
              </a:ext>
            </a:extLst>
          </p:cNvPr>
          <p:cNvSpPr txBox="1"/>
          <p:nvPr/>
        </p:nvSpPr>
        <p:spPr>
          <a:xfrm>
            <a:off x="10227979" y="11243796"/>
            <a:ext cx="668426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1900" b="0">
                <a:solidFill>
                  <a:srgbClr val="11274B"/>
                </a:solidFill>
                <a:latin typeface="Cambria"/>
              </a:defRPr>
            </a:pPr>
            <a:r>
              <a:rPr sz="1900" dirty="0"/>
              <a:t>Repeat for each Rᵢ with the updated Rubric</a:t>
            </a:r>
          </a:p>
        </p:txBody>
      </p:sp>
      <p:cxnSp>
        <p:nvCxnSpPr>
          <p:cNvPr id="283" name="Connector 1101">
            <a:extLst>
              <a:ext uri="{FF2B5EF4-FFF2-40B4-BE49-F238E27FC236}">
                <a16:creationId xmlns:a16="http://schemas.microsoft.com/office/drawing/2014/main" id="{7481AB83-B3EA-4448-8665-6513D4FE6004}"/>
              </a:ext>
            </a:extLst>
          </p:cNvPr>
          <p:cNvCxnSpPr/>
          <p:nvPr/>
        </p:nvCxnSpPr>
        <p:spPr>
          <a:xfrm>
            <a:off x="6808123" y="8239163"/>
            <a:ext cx="0" cy="310896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Rounded Rectangle 1102">
            <a:extLst>
              <a:ext uri="{FF2B5EF4-FFF2-40B4-BE49-F238E27FC236}">
                <a16:creationId xmlns:a16="http://schemas.microsoft.com/office/drawing/2014/main" id="{8FCABDC5-F93E-4729-BD19-300E18F1348C}"/>
              </a:ext>
            </a:extLst>
          </p:cNvPr>
          <p:cNvSpPr/>
          <p:nvPr/>
        </p:nvSpPr>
        <p:spPr>
          <a:xfrm>
            <a:off x="509819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1103">
            <a:extLst>
              <a:ext uri="{FF2B5EF4-FFF2-40B4-BE49-F238E27FC236}">
                <a16:creationId xmlns:a16="http://schemas.microsoft.com/office/drawing/2014/main" id="{7C643C98-BC14-44CC-B11C-A52812F288FA}"/>
              </a:ext>
            </a:extLst>
          </p:cNvPr>
          <p:cNvSpPr txBox="1"/>
          <p:nvPr/>
        </p:nvSpPr>
        <p:spPr>
          <a:xfrm>
            <a:off x="509819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J₁</a:t>
            </a:r>
          </a:p>
        </p:txBody>
      </p:sp>
      <p:cxnSp>
        <p:nvCxnSpPr>
          <p:cNvPr id="286" name="Connector 1104">
            <a:extLst>
              <a:ext uri="{FF2B5EF4-FFF2-40B4-BE49-F238E27FC236}">
                <a16:creationId xmlns:a16="http://schemas.microsoft.com/office/drawing/2014/main" id="{11D534F0-65D7-40A2-B543-BCCB85C7AAC8}"/>
              </a:ext>
            </a:extLst>
          </p:cNvPr>
          <p:cNvCxnSpPr/>
          <p:nvPr/>
        </p:nvCxnSpPr>
        <p:spPr>
          <a:xfrm>
            <a:off x="518963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1105">
            <a:extLst>
              <a:ext uri="{FF2B5EF4-FFF2-40B4-BE49-F238E27FC236}">
                <a16:creationId xmlns:a16="http://schemas.microsoft.com/office/drawing/2014/main" id="{55E519C2-4EB5-4A21-A29C-CA0922F95164}"/>
              </a:ext>
            </a:extLst>
          </p:cNvPr>
          <p:cNvCxnSpPr/>
          <p:nvPr/>
        </p:nvCxnSpPr>
        <p:spPr>
          <a:xfrm>
            <a:off x="518963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1106">
            <a:extLst>
              <a:ext uri="{FF2B5EF4-FFF2-40B4-BE49-F238E27FC236}">
                <a16:creationId xmlns:a16="http://schemas.microsoft.com/office/drawing/2014/main" id="{A6A9F336-7719-4ABE-9B0A-55434326386D}"/>
              </a:ext>
            </a:extLst>
          </p:cNvPr>
          <p:cNvCxnSpPr/>
          <p:nvPr/>
        </p:nvCxnSpPr>
        <p:spPr>
          <a:xfrm>
            <a:off x="532222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Rounded Rectangle 1107">
            <a:extLst>
              <a:ext uri="{FF2B5EF4-FFF2-40B4-BE49-F238E27FC236}">
                <a16:creationId xmlns:a16="http://schemas.microsoft.com/office/drawing/2014/main" id="{D741D7EA-7401-401E-8332-569DFB26DEE7}"/>
              </a:ext>
            </a:extLst>
          </p:cNvPr>
          <p:cNvSpPr/>
          <p:nvPr/>
        </p:nvSpPr>
        <p:spPr>
          <a:xfrm>
            <a:off x="582971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1108">
            <a:extLst>
              <a:ext uri="{FF2B5EF4-FFF2-40B4-BE49-F238E27FC236}">
                <a16:creationId xmlns:a16="http://schemas.microsoft.com/office/drawing/2014/main" id="{E52ED54E-A0C5-484A-8A8F-9202C1BC1103}"/>
              </a:ext>
            </a:extLst>
          </p:cNvPr>
          <p:cNvSpPr txBox="1"/>
          <p:nvPr/>
        </p:nvSpPr>
        <p:spPr>
          <a:xfrm>
            <a:off x="582971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J₂</a:t>
            </a:r>
          </a:p>
        </p:txBody>
      </p:sp>
      <p:cxnSp>
        <p:nvCxnSpPr>
          <p:cNvPr id="291" name="Connector 1109">
            <a:extLst>
              <a:ext uri="{FF2B5EF4-FFF2-40B4-BE49-F238E27FC236}">
                <a16:creationId xmlns:a16="http://schemas.microsoft.com/office/drawing/2014/main" id="{3E117C30-1F27-4A35-9C24-5F2F67A04F8D}"/>
              </a:ext>
            </a:extLst>
          </p:cNvPr>
          <p:cNvCxnSpPr/>
          <p:nvPr/>
        </p:nvCxnSpPr>
        <p:spPr>
          <a:xfrm>
            <a:off x="592115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1110">
            <a:extLst>
              <a:ext uri="{FF2B5EF4-FFF2-40B4-BE49-F238E27FC236}">
                <a16:creationId xmlns:a16="http://schemas.microsoft.com/office/drawing/2014/main" id="{127E2006-4D8F-4111-B2F4-894D14C5BDFC}"/>
              </a:ext>
            </a:extLst>
          </p:cNvPr>
          <p:cNvCxnSpPr/>
          <p:nvPr/>
        </p:nvCxnSpPr>
        <p:spPr>
          <a:xfrm>
            <a:off x="592115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1111">
            <a:extLst>
              <a:ext uri="{FF2B5EF4-FFF2-40B4-BE49-F238E27FC236}">
                <a16:creationId xmlns:a16="http://schemas.microsoft.com/office/drawing/2014/main" id="{78D75C81-96C8-46BD-B014-33626F1FADB2}"/>
              </a:ext>
            </a:extLst>
          </p:cNvPr>
          <p:cNvCxnSpPr/>
          <p:nvPr/>
        </p:nvCxnSpPr>
        <p:spPr>
          <a:xfrm>
            <a:off x="605374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Rounded Rectangle 1112">
            <a:extLst>
              <a:ext uri="{FF2B5EF4-FFF2-40B4-BE49-F238E27FC236}">
                <a16:creationId xmlns:a16="http://schemas.microsoft.com/office/drawing/2014/main" id="{EB27BAFD-5624-4D0F-9F13-7E23F02C235A}"/>
              </a:ext>
            </a:extLst>
          </p:cNvPr>
          <p:cNvSpPr/>
          <p:nvPr/>
        </p:nvSpPr>
        <p:spPr>
          <a:xfrm>
            <a:off x="656123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1113">
            <a:extLst>
              <a:ext uri="{FF2B5EF4-FFF2-40B4-BE49-F238E27FC236}">
                <a16:creationId xmlns:a16="http://schemas.microsoft.com/office/drawing/2014/main" id="{9AE0F12E-3D04-4DE6-AC16-615571CD527F}"/>
              </a:ext>
            </a:extLst>
          </p:cNvPr>
          <p:cNvSpPr txBox="1"/>
          <p:nvPr/>
        </p:nvSpPr>
        <p:spPr>
          <a:xfrm>
            <a:off x="656123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J₃</a:t>
            </a:r>
          </a:p>
        </p:txBody>
      </p:sp>
      <p:cxnSp>
        <p:nvCxnSpPr>
          <p:cNvPr id="296" name="Connector 1114">
            <a:extLst>
              <a:ext uri="{FF2B5EF4-FFF2-40B4-BE49-F238E27FC236}">
                <a16:creationId xmlns:a16="http://schemas.microsoft.com/office/drawing/2014/main" id="{11FB2A92-DF3F-486F-BCB3-40B5704E0B8D}"/>
              </a:ext>
            </a:extLst>
          </p:cNvPr>
          <p:cNvCxnSpPr/>
          <p:nvPr/>
        </p:nvCxnSpPr>
        <p:spPr>
          <a:xfrm>
            <a:off x="665267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1115">
            <a:extLst>
              <a:ext uri="{FF2B5EF4-FFF2-40B4-BE49-F238E27FC236}">
                <a16:creationId xmlns:a16="http://schemas.microsoft.com/office/drawing/2014/main" id="{4F0AF4B0-BB0B-4FD7-B27D-C04D967B6E10}"/>
              </a:ext>
            </a:extLst>
          </p:cNvPr>
          <p:cNvCxnSpPr/>
          <p:nvPr/>
        </p:nvCxnSpPr>
        <p:spPr>
          <a:xfrm>
            <a:off x="665267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1116">
            <a:extLst>
              <a:ext uri="{FF2B5EF4-FFF2-40B4-BE49-F238E27FC236}">
                <a16:creationId xmlns:a16="http://schemas.microsoft.com/office/drawing/2014/main" id="{429E900D-3D83-4E83-9256-DA43E99FF33E}"/>
              </a:ext>
            </a:extLst>
          </p:cNvPr>
          <p:cNvCxnSpPr/>
          <p:nvPr/>
        </p:nvCxnSpPr>
        <p:spPr>
          <a:xfrm>
            <a:off x="678526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1117">
            <a:extLst>
              <a:ext uri="{FF2B5EF4-FFF2-40B4-BE49-F238E27FC236}">
                <a16:creationId xmlns:a16="http://schemas.microsoft.com/office/drawing/2014/main" id="{48317B63-701E-4ED5-9F61-9DABE243395C}"/>
              </a:ext>
            </a:extLst>
          </p:cNvPr>
          <p:cNvSpPr/>
          <p:nvPr/>
        </p:nvSpPr>
        <p:spPr>
          <a:xfrm>
            <a:off x="729275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1118">
            <a:extLst>
              <a:ext uri="{FF2B5EF4-FFF2-40B4-BE49-F238E27FC236}">
                <a16:creationId xmlns:a16="http://schemas.microsoft.com/office/drawing/2014/main" id="{89E6DE96-BF24-46F0-84AD-2FA2BD5FC2E0}"/>
              </a:ext>
            </a:extLst>
          </p:cNvPr>
          <p:cNvSpPr txBox="1"/>
          <p:nvPr/>
        </p:nvSpPr>
        <p:spPr>
          <a:xfrm>
            <a:off x="729275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J₄</a:t>
            </a:r>
          </a:p>
        </p:txBody>
      </p:sp>
      <p:cxnSp>
        <p:nvCxnSpPr>
          <p:cNvPr id="301" name="Connector 1119">
            <a:extLst>
              <a:ext uri="{FF2B5EF4-FFF2-40B4-BE49-F238E27FC236}">
                <a16:creationId xmlns:a16="http://schemas.microsoft.com/office/drawing/2014/main" id="{1705B5FB-8F28-4855-A41A-09C630678AF3}"/>
              </a:ext>
            </a:extLst>
          </p:cNvPr>
          <p:cNvCxnSpPr/>
          <p:nvPr/>
        </p:nvCxnSpPr>
        <p:spPr>
          <a:xfrm>
            <a:off x="738419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1120">
            <a:extLst>
              <a:ext uri="{FF2B5EF4-FFF2-40B4-BE49-F238E27FC236}">
                <a16:creationId xmlns:a16="http://schemas.microsoft.com/office/drawing/2014/main" id="{BF9FA42A-624A-4F3F-9EFC-2BF7A48B325C}"/>
              </a:ext>
            </a:extLst>
          </p:cNvPr>
          <p:cNvCxnSpPr/>
          <p:nvPr/>
        </p:nvCxnSpPr>
        <p:spPr>
          <a:xfrm>
            <a:off x="738419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1121">
            <a:extLst>
              <a:ext uri="{FF2B5EF4-FFF2-40B4-BE49-F238E27FC236}">
                <a16:creationId xmlns:a16="http://schemas.microsoft.com/office/drawing/2014/main" id="{4A3E136B-B1E4-4F64-A8B4-4D3C4E315362}"/>
              </a:ext>
            </a:extLst>
          </p:cNvPr>
          <p:cNvCxnSpPr/>
          <p:nvPr/>
        </p:nvCxnSpPr>
        <p:spPr>
          <a:xfrm>
            <a:off x="751678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Rounded Rectangle 1122">
            <a:extLst>
              <a:ext uri="{FF2B5EF4-FFF2-40B4-BE49-F238E27FC236}">
                <a16:creationId xmlns:a16="http://schemas.microsoft.com/office/drawing/2014/main" id="{F73440E9-6396-4424-81A7-6FA73D733F67}"/>
              </a:ext>
            </a:extLst>
          </p:cNvPr>
          <p:cNvSpPr/>
          <p:nvPr/>
        </p:nvSpPr>
        <p:spPr>
          <a:xfrm>
            <a:off x="8024275" y="8668931"/>
            <a:ext cx="44805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1123">
            <a:extLst>
              <a:ext uri="{FF2B5EF4-FFF2-40B4-BE49-F238E27FC236}">
                <a16:creationId xmlns:a16="http://schemas.microsoft.com/office/drawing/2014/main" id="{341384E2-C258-4EDA-9CBA-EEAA47CC51E0}"/>
              </a:ext>
            </a:extLst>
          </p:cNvPr>
          <p:cNvSpPr txBox="1"/>
          <p:nvPr/>
        </p:nvSpPr>
        <p:spPr>
          <a:xfrm>
            <a:off x="8024275" y="8723794"/>
            <a:ext cx="4480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>
                <a:solidFill>
                  <a:srgbClr val="11274B"/>
                </a:solidFill>
                <a:latin typeface="Cambria"/>
              </a:defRPr>
            </a:pPr>
            <a:r>
              <a:t>J₅</a:t>
            </a:r>
          </a:p>
        </p:txBody>
      </p:sp>
      <p:cxnSp>
        <p:nvCxnSpPr>
          <p:cNvPr id="306" name="Connector 1124">
            <a:extLst>
              <a:ext uri="{FF2B5EF4-FFF2-40B4-BE49-F238E27FC236}">
                <a16:creationId xmlns:a16="http://schemas.microsoft.com/office/drawing/2014/main" id="{CD2496B8-8F80-46EC-9247-8EAFB9D0A945}"/>
              </a:ext>
            </a:extLst>
          </p:cNvPr>
          <p:cNvCxnSpPr/>
          <p:nvPr/>
        </p:nvCxnSpPr>
        <p:spPr>
          <a:xfrm>
            <a:off x="8115715" y="9025546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1125">
            <a:extLst>
              <a:ext uri="{FF2B5EF4-FFF2-40B4-BE49-F238E27FC236}">
                <a16:creationId xmlns:a16="http://schemas.microsoft.com/office/drawing/2014/main" id="{42552CD3-CC4F-4BB6-8530-4DE20370E2CA}"/>
              </a:ext>
            </a:extLst>
          </p:cNvPr>
          <p:cNvCxnSpPr/>
          <p:nvPr/>
        </p:nvCxnSpPr>
        <p:spPr>
          <a:xfrm>
            <a:off x="8115715" y="9098698"/>
            <a:ext cx="265176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1126">
            <a:extLst>
              <a:ext uri="{FF2B5EF4-FFF2-40B4-BE49-F238E27FC236}">
                <a16:creationId xmlns:a16="http://schemas.microsoft.com/office/drawing/2014/main" id="{4FC93205-D414-4D8F-8DE2-AB7F5F7626B9}"/>
              </a:ext>
            </a:extLst>
          </p:cNvPr>
          <p:cNvCxnSpPr/>
          <p:nvPr/>
        </p:nvCxnSpPr>
        <p:spPr>
          <a:xfrm>
            <a:off x="8248303" y="9217571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1127">
            <a:extLst>
              <a:ext uri="{FF2B5EF4-FFF2-40B4-BE49-F238E27FC236}">
                <a16:creationId xmlns:a16="http://schemas.microsoft.com/office/drawing/2014/main" id="{1DE38DF1-6CFA-44A7-B936-7F602CFBEB69}"/>
              </a:ext>
            </a:extLst>
          </p:cNvPr>
          <p:cNvCxnSpPr/>
          <p:nvPr/>
        </p:nvCxnSpPr>
        <p:spPr>
          <a:xfrm>
            <a:off x="5322223" y="9473603"/>
            <a:ext cx="2926080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1128">
            <a:extLst>
              <a:ext uri="{FF2B5EF4-FFF2-40B4-BE49-F238E27FC236}">
                <a16:creationId xmlns:a16="http://schemas.microsoft.com/office/drawing/2014/main" id="{A378FA9E-222F-42DC-B9E3-DB00F0962AA5}"/>
              </a:ext>
            </a:extLst>
          </p:cNvPr>
          <p:cNvCxnSpPr/>
          <p:nvPr/>
        </p:nvCxnSpPr>
        <p:spPr>
          <a:xfrm>
            <a:off x="6787341" y="9473603"/>
            <a:ext cx="0" cy="356616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TextBox 1129">
            <a:extLst>
              <a:ext uri="{FF2B5EF4-FFF2-40B4-BE49-F238E27FC236}">
                <a16:creationId xmlns:a16="http://schemas.microsoft.com/office/drawing/2014/main" id="{4E0D64F1-BC09-4675-A6A1-0BC862368BAC}"/>
              </a:ext>
            </a:extLst>
          </p:cNvPr>
          <p:cNvSpPr txBox="1"/>
          <p:nvPr/>
        </p:nvSpPr>
        <p:spPr>
          <a:xfrm>
            <a:off x="4095937" y="8675582"/>
            <a:ext cx="83054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sz="1600" b="1" dirty="0"/>
              <a:t>Five root</a:t>
            </a:r>
            <a:br>
              <a:rPr sz="1600" b="1" dirty="0"/>
            </a:br>
            <a:r>
              <a:rPr sz="1600" b="1" dirty="0"/>
              <a:t>reports</a:t>
            </a:r>
          </a:p>
        </p:txBody>
      </p:sp>
      <p:cxnSp>
        <p:nvCxnSpPr>
          <p:cNvPr id="312" name="Connector 1130">
            <a:extLst>
              <a:ext uri="{FF2B5EF4-FFF2-40B4-BE49-F238E27FC236}">
                <a16:creationId xmlns:a16="http://schemas.microsoft.com/office/drawing/2014/main" id="{72B128C6-C5AA-4A3B-BB04-FA7C34D0B38A}"/>
              </a:ext>
            </a:extLst>
          </p:cNvPr>
          <p:cNvCxnSpPr/>
          <p:nvPr/>
        </p:nvCxnSpPr>
        <p:spPr>
          <a:xfrm>
            <a:off x="7439059" y="4325531"/>
            <a:ext cx="0" cy="370332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79">
            <a:extLst>
              <a:ext uri="{FF2B5EF4-FFF2-40B4-BE49-F238E27FC236}">
                <a16:creationId xmlns:a16="http://schemas.microsoft.com/office/drawing/2014/main" id="{63B78E62-755C-4329-8321-B18E1FA18D07}"/>
              </a:ext>
            </a:extLst>
          </p:cNvPr>
          <p:cNvCxnSpPr>
            <a:cxnSpLocks/>
          </p:cNvCxnSpPr>
          <p:nvPr/>
        </p:nvCxnSpPr>
        <p:spPr>
          <a:xfrm>
            <a:off x="2303192" y="3157178"/>
            <a:ext cx="274320" cy="0"/>
          </a:xfrm>
          <a:prstGeom prst="line">
            <a:avLst/>
          </a:prstGeom>
          <a:ln w="2794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4" name="组合 313">
            <a:extLst>
              <a:ext uri="{FF2B5EF4-FFF2-40B4-BE49-F238E27FC236}">
                <a16:creationId xmlns:a16="http://schemas.microsoft.com/office/drawing/2014/main" id="{58FC90CC-43E8-4B7A-814E-9D85902E9234}"/>
              </a:ext>
            </a:extLst>
          </p:cNvPr>
          <p:cNvGrpSpPr/>
          <p:nvPr/>
        </p:nvGrpSpPr>
        <p:grpSpPr>
          <a:xfrm>
            <a:off x="725247" y="10390998"/>
            <a:ext cx="137160" cy="181051"/>
            <a:chOff x="683684" y="9320731"/>
            <a:chExt cx="137160" cy="181051"/>
          </a:xfrm>
        </p:grpSpPr>
        <p:sp>
          <p:nvSpPr>
            <p:cNvPr id="315" name="Oval 256">
              <a:extLst>
                <a:ext uri="{FF2B5EF4-FFF2-40B4-BE49-F238E27FC236}">
                  <a16:creationId xmlns:a16="http://schemas.microsoft.com/office/drawing/2014/main" id="{9673879C-ECAA-4EB4-B97C-B9774DAAD95A}"/>
                </a:ext>
              </a:extLst>
            </p:cNvPr>
            <p:cNvSpPr/>
            <p:nvPr/>
          </p:nvSpPr>
          <p:spPr>
            <a:xfrm>
              <a:off x="708373" y="9320731"/>
              <a:ext cx="87782" cy="126187"/>
            </a:xfrm>
            <a:prstGeom prst="ellipse">
              <a:avLst/>
            </a:prstGeom>
            <a:noFill/>
            <a:ln w="1714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6" name="Rounded Rectangle 257">
              <a:extLst>
                <a:ext uri="{FF2B5EF4-FFF2-40B4-BE49-F238E27FC236}">
                  <a16:creationId xmlns:a16="http://schemas.microsoft.com/office/drawing/2014/main" id="{905A52E1-4029-4395-9598-DF2597A44580}"/>
                </a:ext>
              </a:extLst>
            </p:cNvPr>
            <p:cNvSpPr/>
            <p:nvPr/>
          </p:nvSpPr>
          <p:spPr>
            <a:xfrm>
              <a:off x="683684" y="9386568"/>
              <a:ext cx="137160" cy="115214"/>
            </a:xfrm>
            <a:prstGeom prst="roundRect">
              <a:avLst>
                <a:gd name="adj" fmla="val 5500"/>
              </a:avLst>
            </a:prstGeom>
            <a:solidFill>
              <a:srgbClr val="11274B"/>
            </a:solidFill>
            <a:ln w="952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7" name="Oval 258">
              <a:extLst>
                <a:ext uri="{FF2B5EF4-FFF2-40B4-BE49-F238E27FC236}">
                  <a16:creationId xmlns:a16="http://schemas.microsoft.com/office/drawing/2014/main" id="{E385B36F-773B-4329-8874-FCFB5EA1F18F}"/>
                </a:ext>
              </a:extLst>
            </p:cNvPr>
            <p:cNvSpPr/>
            <p:nvPr/>
          </p:nvSpPr>
          <p:spPr>
            <a:xfrm>
              <a:off x="742937" y="9418390"/>
              <a:ext cx="18653" cy="18653"/>
            </a:xfrm>
            <a:prstGeom prst="ellipse">
              <a:avLst/>
            </a:prstGeom>
            <a:solidFill>
              <a:srgbClr val="FFFFFF"/>
            </a:solidFill>
            <a:ln w="476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18" name="TextBox 1696">
            <a:extLst>
              <a:ext uri="{FF2B5EF4-FFF2-40B4-BE49-F238E27FC236}">
                <a16:creationId xmlns:a16="http://schemas.microsoft.com/office/drawing/2014/main" id="{11E6B91F-3CBF-4DB5-A644-F37F54AB843E}"/>
              </a:ext>
            </a:extLst>
          </p:cNvPr>
          <p:cNvSpPr txBox="1"/>
          <p:nvPr/>
        </p:nvSpPr>
        <p:spPr>
          <a:xfrm>
            <a:off x="786759" y="10369471"/>
            <a:ext cx="122529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dirty="0"/>
              <a:t>Fixed root</a:t>
            </a:r>
          </a:p>
        </p:txBody>
      </p:sp>
      <p:sp>
        <p:nvSpPr>
          <p:cNvPr id="319" name="Oval 264">
            <a:extLst>
              <a:ext uri="{FF2B5EF4-FFF2-40B4-BE49-F238E27FC236}">
                <a16:creationId xmlns:a16="http://schemas.microsoft.com/office/drawing/2014/main" id="{AA863B71-D765-466F-8229-FC1FE493BD89}"/>
              </a:ext>
            </a:extLst>
          </p:cNvPr>
          <p:cNvSpPr/>
          <p:nvPr/>
        </p:nvSpPr>
        <p:spPr>
          <a:xfrm>
            <a:off x="714025" y="10760087"/>
            <a:ext cx="159379" cy="159379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TextBox 1902">
            <a:extLst>
              <a:ext uri="{FF2B5EF4-FFF2-40B4-BE49-F238E27FC236}">
                <a16:creationId xmlns:a16="http://schemas.microsoft.com/office/drawing/2014/main" id="{D8CB49AE-1373-48B5-824D-6617BC580E26}"/>
              </a:ext>
            </a:extLst>
          </p:cNvPr>
          <p:cNvSpPr txBox="1"/>
          <p:nvPr/>
        </p:nvSpPr>
        <p:spPr>
          <a:xfrm>
            <a:off x="820427" y="10723511"/>
            <a:ext cx="14630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dirty="0"/>
              <a:t>Retained child</a:t>
            </a:r>
          </a:p>
        </p:txBody>
      </p:sp>
      <p:sp>
        <p:nvSpPr>
          <p:cNvPr id="321" name="Oval 273">
            <a:extLst>
              <a:ext uri="{FF2B5EF4-FFF2-40B4-BE49-F238E27FC236}">
                <a16:creationId xmlns:a16="http://schemas.microsoft.com/office/drawing/2014/main" id="{FA2511E1-F699-4A9F-A23C-866787EC1849}"/>
              </a:ext>
            </a:extLst>
          </p:cNvPr>
          <p:cNvSpPr/>
          <p:nvPr/>
        </p:nvSpPr>
        <p:spPr>
          <a:xfrm>
            <a:off x="2497104" y="10760087"/>
            <a:ext cx="159379" cy="159379"/>
          </a:xfrm>
          <a:prstGeom prst="ellipse">
            <a:avLst/>
          </a:prstGeom>
          <a:solidFill>
            <a:srgbClr val="FFE2D2"/>
          </a:solidFill>
          <a:ln w="2540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TextBox 1911">
            <a:extLst>
              <a:ext uri="{FF2B5EF4-FFF2-40B4-BE49-F238E27FC236}">
                <a16:creationId xmlns:a16="http://schemas.microsoft.com/office/drawing/2014/main" id="{AA4026EB-BDDC-4BAA-AB5D-550CA4D3DDBC}"/>
              </a:ext>
            </a:extLst>
          </p:cNvPr>
          <p:cNvSpPr txBox="1"/>
          <p:nvPr/>
        </p:nvSpPr>
        <p:spPr>
          <a:xfrm>
            <a:off x="2707417" y="10723511"/>
            <a:ext cx="1691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>
                <a:solidFill>
                  <a:srgbClr val="11274B"/>
                </a:solidFill>
                <a:latin typeface="Cambria"/>
              </a:defRPr>
            </a:pPr>
            <a:r>
              <a:rPr dirty="0"/>
              <a:t>Revised / new child</a:t>
            </a:r>
          </a:p>
        </p:txBody>
      </p:sp>
      <p:cxnSp>
        <p:nvCxnSpPr>
          <p:cNvPr id="323" name="Connector 1918">
            <a:extLst>
              <a:ext uri="{FF2B5EF4-FFF2-40B4-BE49-F238E27FC236}">
                <a16:creationId xmlns:a16="http://schemas.microsoft.com/office/drawing/2014/main" id="{F577DE0D-8B34-48D2-BF08-A75905754FF9}"/>
              </a:ext>
            </a:extLst>
          </p:cNvPr>
          <p:cNvCxnSpPr/>
          <p:nvPr/>
        </p:nvCxnSpPr>
        <p:spPr>
          <a:xfrm flipH="1">
            <a:off x="14324491" y="8102003"/>
            <a:ext cx="466344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Oval 1919">
            <a:extLst>
              <a:ext uri="{FF2B5EF4-FFF2-40B4-BE49-F238E27FC236}">
                <a16:creationId xmlns:a16="http://schemas.microsoft.com/office/drawing/2014/main" id="{69DA5401-24BC-4A58-81C8-488531748EFC}"/>
              </a:ext>
            </a:extLst>
          </p:cNvPr>
          <p:cNvSpPr/>
          <p:nvPr/>
        </p:nvSpPr>
        <p:spPr>
          <a:xfrm>
            <a:off x="14233051" y="8550059"/>
            <a:ext cx="182880" cy="182880"/>
          </a:xfrm>
          <a:prstGeom prst="ellipse">
            <a:avLst/>
          </a:prstGeom>
          <a:solidFill>
            <a:srgbClr val="D1D4D8"/>
          </a:solidFill>
          <a:ln w="20320">
            <a:solidFill>
              <a:srgbClr val="11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5" name="Connector 1920">
            <a:extLst>
              <a:ext uri="{FF2B5EF4-FFF2-40B4-BE49-F238E27FC236}">
                <a16:creationId xmlns:a16="http://schemas.microsoft.com/office/drawing/2014/main" id="{6BFC1CAD-FC2A-4928-8BDB-03A6F75CA583}"/>
              </a:ext>
            </a:extLst>
          </p:cNvPr>
          <p:cNvCxnSpPr/>
          <p:nvPr/>
        </p:nvCxnSpPr>
        <p:spPr>
          <a:xfrm flipH="1">
            <a:off x="14662819" y="8102003"/>
            <a:ext cx="128016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Oval 1921">
            <a:extLst>
              <a:ext uri="{FF2B5EF4-FFF2-40B4-BE49-F238E27FC236}">
                <a16:creationId xmlns:a16="http://schemas.microsoft.com/office/drawing/2014/main" id="{F9CB3B0C-B9F1-4EBC-91A2-CECEE37896A5}"/>
              </a:ext>
            </a:extLst>
          </p:cNvPr>
          <p:cNvSpPr/>
          <p:nvPr/>
        </p:nvSpPr>
        <p:spPr>
          <a:xfrm>
            <a:off x="14571379" y="8550059"/>
            <a:ext cx="182880" cy="182880"/>
          </a:xfrm>
          <a:prstGeom prst="ellipse">
            <a:avLst/>
          </a:prstGeom>
          <a:solidFill>
            <a:srgbClr val="FFE2D2"/>
          </a:solidFill>
          <a:ln w="2032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7" name="Connector 1922">
            <a:extLst>
              <a:ext uri="{FF2B5EF4-FFF2-40B4-BE49-F238E27FC236}">
                <a16:creationId xmlns:a16="http://schemas.microsoft.com/office/drawing/2014/main" id="{F0B6A5E3-BD27-4F57-B9E7-EED8B5686A58}"/>
              </a:ext>
            </a:extLst>
          </p:cNvPr>
          <p:cNvCxnSpPr/>
          <p:nvPr/>
        </p:nvCxnSpPr>
        <p:spPr>
          <a:xfrm>
            <a:off x="14790835" y="8102003"/>
            <a:ext cx="210312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Oval 1923">
            <a:extLst>
              <a:ext uri="{FF2B5EF4-FFF2-40B4-BE49-F238E27FC236}">
                <a16:creationId xmlns:a16="http://schemas.microsoft.com/office/drawing/2014/main" id="{73605FE5-185D-4394-9050-42D62AE8A136}"/>
              </a:ext>
            </a:extLst>
          </p:cNvPr>
          <p:cNvSpPr/>
          <p:nvPr/>
        </p:nvSpPr>
        <p:spPr>
          <a:xfrm>
            <a:off x="14909707" y="8550059"/>
            <a:ext cx="182880" cy="182880"/>
          </a:xfrm>
          <a:prstGeom prst="ellipse">
            <a:avLst/>
          </a:prstGeom>
          <a:solidFill>
            <a:srgbClr val="FFE2D2"/>
          </a:solidFill>
          <a:ln w="2032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9" name="Connector 1924">
            <a:extLst>
              <a:ext uri="{FF2B5EF4-FFF2-40B4-BE49-F238E27FC236}">
                <a16:creationId xmlns:a16="http://schemas.microsoft.com/office/drawing/2014/main" id="{C02CA945-3414-4653-98F8-3400DC82C577}"/>
              </a:ext>
            </a:extLst>
          </p:cNvPr>
          <p:cNvCxnSpPr/>
          <p:nvPr/>
        </p:nvCxnSpPr>
        <p:spPr>
          <a:xfrm>
            <a:off x="14790835" y="8102003"/>
            <a:ext cx="548640" cy="448056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Oval 1925">
            <a:extLst>
              <a:ext uri="{FF2B5EF4-FFF2-40B4-BE49-F238E27FC236}">
                <a16:creationId xmlns:a16="http://schemas.microsoft.com/office/drawing/2014/main" id="{F9471E0E-7606-49FE-9D59-6FD06202FA23}"/>
              </a:ext>
            </a:extLst>
          </p:cNvPr>
          <p:cNvSpPr/>
          <p:nvPr/>
        </p:nvSpPr>
        <p:spPr>
          <a:xfrm>
            <a:off x="15248035" y="8550059"/>
            <a:ext cx="182880" cy="182880"/>
          </a:xfrm>
          <a:prstGeom prst="ellipse">
            <a:avLst/>
          </a:prstGeom>
          <a:solidFill>
            <a:srgbClr val="FFE2D2"/>
          </a:solidFill>
          <a:ln w="20320">
            <a:solidFill>
              <a:srgbClr val="F06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1" name="Connector 1926">
            <a:extLst>
              <a:ext uri="{FF2B5EF4-FFF2-40B4-BE49-F238E27FC236}">
                <a16:creationId xmlns:a16="http://schemas.microsoft.com/office/drawing/2014/main" id="{6BDD970F-DBA5-43FD-B1E6-AD4EDCE8FD1F}"/>
              </a:ext>
            </a:extLst>
          </p:cNvPr>
          <p:cNvCxnSpPr/>
          <p:nvPr/>
        </p:nvCxnSpPr>
        <p:spPr>
          <a:xfrm>
            <a:off x="13062619" y="8239163"/>
            <a:ext cx="941832" cy="0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TextBox 1927">
            <a:extLst>
              <a:ext uri="{FF2B5EF4-FFF2-40B4-BE49-F238E27FC236}">
                <a16:creationId xmlns:a16="http://schemas.microsoft.com/office/drawing/2014/main" id="{0B3FB861-31FA-4A8B-87BC-498B9F878008}"/>
              </a:ext>
            </a:extLst>
          </p:cNvPr>
          <p:cNvSpPr txBox="1"/>
          <p:nvPr/>
        </p:nvSpPr>
        <p:spPr>
          <a:xfrm>
            <a:off x="13090051" y="7909979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1274B"/>
                </a:solidFill>
                <a:latin typeface="Cambria"/>
              </a:defRPr>
            </a:pPr>
            <a:r>
              <a:t>Split</a:t>
            </a:r>
          </a:p>
        </p:txBody>
      </p:sp>
      <p:cxnSp>
        <p:nvCxnSpPr>
          <p:cNvPr id="333" name="Connector 1928">
            <a:extLst>
              <a:ext uri="{FF2B5EF4-FFF2-40B4-BE49-F238E27FC236}">
                <a16:creationId xmlns:a16="http://schemas.microsoft.com/office/drawing/2014/main" id="{6F7AF66B-AED7-46A7-980D-EFD59629A897}"/>
              </a:ext>
            </a:extLst>
          </p:cNvPr>
          <p:cNvCxnSpPr/>
          <p:nvPr/>
        </p:nvCxnSpPr>
        <p:spPr>
          <a:xfrm>
            <a:off x="14790835" y="8888387"/>
            <a:ext cx="0" cy="256032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1929">
            <a:extLst>
              <a:ext uri="{FF2B5EF4-FFF2-40B4-BE49-F238E27FC236}">
                <a16:creationId xmlns:a16="http://schemas.microsoft.com/office/drawing/2014/main" id="{B6214C79-4608-4686-BB1B-443E2A8D87F7}"/>
              </a:ext>
            </a:extLst>
          </p:cNvPr>
          <p:cNvCxnSpPr/>
          <p:nvPr/>
        </p:nvCxnSpPr>
        <p:spPr>
          <a:xfrm flipH="1">
            <a:off x="13492387" y="9144419"/>
            <a:ext cx="1298448" cy="0"/>
          </a:xfrm>
          <a:prstGeom prst="line">
            <a:avLst/>
          </a:prstGeom>
          <a:ln w="21590">
            <a:solidFill>
              <a:srgbClr val="112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1930">
            <a:extLst>
              <a:ext uri="{FF2B5EF4-FFF2-40B4-BE49-F238E27FC236}">
                <a16:creationId xmlns:a16="http://schemas.microsoft.com/office/drawing/2014/main" id="{0C8E2D52-FDFE-4AFA-A464-F6AA89A07A26}"/>
              </a:ext>
            </a:extLst>
          </p:cNvPr>
          <p:cNvCxnSpPr/>
          <p:nvPr/>
        </p:nvCxnSpPr>
        <p:spPr>
          <a:xfrm>
            <a:off x="13492387" y="9144419"/>
            <a:ext cx="0" cy="246888"/>
          </a:xfrm>
          <a:prstGeom prst="line">
            <a:avLst/>
          </a:prstGeom>
          <a:ln w="21590">
            <a:solidFill>
              <a:srgbClr val="1127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6" name="组合 335">
            <a:extLst>
              <a:ext uri="{FF2B5EF4-FFF2-40B4-BE49-F238E27FC236}">
                <a16:creationId xmlns:a16="http://schemas.microsoft.com/office/drawing/2014/main" id="{E9BEBEBA-2DD7-43EE-A879-2BDB434D18DD}"/>
              </a:ext>
            </a:extLst>
          </p:cNvPr>
          <p:cNvGrpSpPr/>
          <p:nvPr/>
        </p:nvGrpSpPr>
        <p:grpSpPr>
          <a:xfrm>
            <a:off x="14980464" y="7831589"/>
            <a:ext cx="137160" cy="181051"/>
            <a:chOff x="683684" y="9320731"/>
            <a:chExt cx="137160" cy="181051"/>
          </a:xfrm>
        </p:grpSpPr>
        <p:sp>
          <p:nvSpPr>
            <p:cNvPr id="337" name="Oval 256">
              <a:extLst>
                <a:ext uri="{FF2B5EF4-FFF2-40B4-BE49-F238E27FC236}">
                  <a16:creationId xmlns:a16="http://schemas.microsoft.com/office/drawing/2014/main" id="{1511A7B2-7F15-4725-9CC7-272C88376785}"/>
                </a:ext>
              </a:extLst>
            </p:cNvPr>
            <p:cNvSpPr/>
            <p:nvPr/>
          </p:nvSpPr>
          <p:spPr>
            <a:xfrm>
              <a:off x="708373" y="9320731"/>
              <a:ext cx="87782" cy="126187"/>
            </a:xfrm>
            <a:prstGeom prst="ellipse">
              <a:avLst/>
            </a:prstGeom>
            <a:noFill/>
            <a:ln w="1714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8" name="Rounded Rectangle 257">
              <a:extLst>
                <a:ext uri="{FF2B5EF4-FFF2-40B4-BE49-F238E27FC236}">
                  <a16:creationId xmlns:a16="http://schemas.microsoft.com/office/drawing/2014/main" id="{D3CA54E4-55AC-4728-9D07-65DBC513D196}"/>
                </a:ext>
              </a:extLst>
            </p:cNvPr>
            <p:cNvSpPr/>
            <p:nvPr/>
          </p:nvSpPr>
          <p:spPr>
            <a:xfrm>
              <a:off x="683684" y="9386568"/>
              <a:ext cx="137160" cy="115214"/>
            </a:xfrm>
            <a:prstGeom prst="roundRect">
              <a:avLst>
                <a:gd name="adj" fmla="val 5500"/>
              </a:avLst>
            </a:prstGeom>
            <a:solidFill>
              <a:srgbClr val="11274B"/>
            </a:solidFill>
            <a:ln w="952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9" name="Oval 258">
              <a:extLst>
                <a:ext uri="{FF2B5EF4-FFF2-40B4-BE49-F238E27FC236}">
                  <a16:creationId xmlns:a16="http://schemas.microsoft.com/office/drawing/2014/main" id="{24C6C307-0098-4DD3-9A87-94D68FC53781}"/>
                </a:ext>
              </a:extLst>
            </p:cNvPr>
            <p:cNvSpPr/>
            <p:nvPr/>
          </p:nvSpPr>
          <p:spPr>
            <a:xfrm>
              <a:off x="742937" y="9418390"/>
              <a:ext cx="18653" cy="18653"/>
            </a:xfrm>
            <a:prstGeom prst="ellipse">
              <a:avLst/>
            </a:prstGeom>
            <a:solidFill>
              <a:srgbClr val="FFFFFF"/>
            </a:solidFill>
            <a:ln w="476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40" name="组合 339">
            <a:extLst>
              <a:ext uri="{FF2B5EF4-FFF2-40B4-BE49-F238E27FC236}">
                <a16:creationId xmlns:a16="http://schemas.microsoft.com/office/drawing/2014/main" id="{129CED26-AE6D-4C85-A908-67315F12FC5D}"/>
              </a:ext>
            </a:extLst>
          </p:cNvPr>
          <p:cNvGrpSpPr/>
          <p:nvPr/>
        </p:nvGrpSpPr>
        <p:grpSpPr>
          <a:xfrm>
            <a:off x="12605614" y="7849876"/>
            <a:ext cx="137160" cy="181051"/>
            <a:chOff x="683684" y="9320731"/>
            <a:chExt cx="137160" cy="181051"/>
          </a:xfrm>
        </p:grpSpPr>
        <p:sp>
          <p:nvSpPr>
            <p:cNvPr id="341" name="Oval 256">
              <a:extLst>
                <a:ext uri="{FF2B5EF4-FFF2-40B4-BE49-F238E27FC236}">
                  <a16:creationId xmlns:a16="http://schemas.microsoft.com/office/drawing/2014/main" id="{2C3759B7-D858-43B5-BCE8-D92B72FFD901}"/>
                </a:ext>
              </a:extLst>
            </p:cNvPr>
            <p:cNvSpPr/>
            <p:nvPr/>
          </p:nvSpPr>
          <p:spPr>
            <a:xfrm>
              <a:off x="708373" y="9320731"/>
              <a:ext cx="87782" cy="126187"/>
            </a:xfrm>
            <a:prstGeom prst="ellipse">
              <a:avLst/>
            </a:prstGeom>
            <a:noFill/>
            <a:ln w="1714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2" name="Rounded Rectangle 257">
              <a:extLst>
                <a:ext uri="{FF2B5EF4-FFF2-40B4-BE49-F238E27FC236}">
                  <a16:creationId xmlns:a16="http://schemas.microsoft.com/office/drawing/2014/main" id="{0E467065-48BA-4492-8866-E99E247F3C04}"/>
                </a:ext>
              </a:extLst>
            </p:cNvPr>
            <p:cNvSpPr/>
            <p:nvPr/>
          </p:nvSpPr>
          <p:spPr>
            <a:xfrm>
              <a:off x="683684" y="9386568"/>
              <a:ext cx="137160" cy="115214"/>
            </a:xfrm>
            <a:prstGeom prst="roundRect">
              <a:avLst>
                <a:gd name="adj" fmla="val 5500"/>
              </a:avLst>
            </a:prstGeom>
            <a:solidFill>
              <a:srgbClr val="11274B"/>
            </a:solidFill>
            <a:ln w="9525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3" name="Oval 258">
              <a:extLst>
                <a:ext uri="{FF2B5EF4-FFF2-40B4-BE49-F238E27FC236}">
                  <a16:creationId xmlns:a16="http://schemas.microsoft.com/office/drawing/2014/main" id="{30689D70-A6D9-4BA9-81BF-A876C0E77A22}"/>
                </a:ext>
              </a:extLst>
            </p:cNvPr>
            <p:cNvSpPr/>
            <p:nvPr/>
          </p:nvSpPr>
          <p:spPr>
            <a:xfrm>
              <a:off x="742937" y="9418390"/>
              <a:ext cx="18653" cy="18653"/>
            </a:xfrm>
            <a:prstGeom prst="ellipse">
              <a:avLst/>
            </a:prstGeom>
            <a:solidFill>
              <a:srgbClr val="FFFFFF"/>
            </a:solidFill>
            <a:ln w="476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47" name="标题 1">
            <a:extLst>
              <a:ext uri="{FF2B5EF4-FFF2-40B4-BE49-F238E27FC236}">
                <a16:creationId xmlns:a16="http://schemas.microsoft.com/office/drawing/2014/main" id="{9F81C009-411F-465B-8BF0-8D993A29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235" y="231314"/>
            <a:ext cx="8893764" cy="582594"/>
          </a:xfrm>
        </p:spPr>
        <p:txBody>
          <a:bodyPr/>
          <a:lstStyle/>
          <a:p>
            <a:pPr algn="ctr"/>
            <a:r>
              <a:rPr lang="zh-CN" altLang="en-US" dirty="0"/>
              <a:t>子树联合判断与全局仲裁</a:t>
            </a:r>
          </a:p>
        </p:txBody>
      </p:sp>
      <p:sp>
        <p:nvSpPr>
          <p:cNvPr id="350" name="TextBox 4">
            <a:extLst>
              <a:ext uri="{FF2B5EF4-FFF2-40B4-BE49-F238E27FC236}">
                <a16:creationId xmlns:a16="http://schemas.microsoft.com/office/drawing/2014/main" id="{F4F2AF7B-9FE5-4EB2-9275-018D21F9777C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逐例独立反思，汇总反馈后更新整组子准则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1" name="Rectangle 32">
            <a:extLst>
              <a:ext uri="{FF2B5EF4-FFF2-40B4-BE49-F238E27FC236}">
                <a16:creationId xmlns:a16="http://schemas.microsoft.com/office/drawing/2014/main" id="{806922B8-56EE-4B6B-8D48-966DEFC19C34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10538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Rounded Rectangle 61">
            <a:extLst>
              <a:ext uri="{FF2B5EF4-FFF2-40B4-BE49-F238E27FC236}">
                <a16:creationId xmlns:a16="http://schemas.microsoft.com/office/drawing/2014/main" id="{B1F73CD6-8334-4FE1-978D-41260F62EBBF}"/>
              </a:ext>
            </a:extLst>
          </p:cNvPr>
          <p:cNvSpPr/>
          <p:nvPr/>
        </p:nvSpPr>
        <p:spPr>
          <a:xfrm>
            <a:off x="3481858" y="4541281"/>
            <a:ext cx="5272880" cy="4112396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 w="2032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7" name="Rounded Rectangle 61">
            <a:extLst>
              <a:ext uri="{FF2B5EF4-FFF2-40B4-BE49-F238E27FC236}">
                <a16:creationId xmlns:a16="http://schemas.microsoft.com/office/drawing/2014/main" id="{C694C72C-4F35-4F6D-94A1-3797B9AA373D}"/>
              </a:ext>
            </a:extLst>
          </p:cNvPr>
          <p:cNvSpPr/>
          <p:nvPr/>
        </p:nvSpPr>
        <p:spPr>
          <a:xfrm>
            <a:off x="3433368" y="4607092"/>
            <a:ext cx="5272880" cy="4112396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 w="2032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6" name="Rounded Rectangle 11">
            <a:extLst>
              <a:ext uri="{FF2B5EF4-FFF2-40B4-BE49-F238E27FC236}">
                <a16:creationId xmlns:a16="http://schemas.microsoft.com/office/drawing/2014/main" id="{1BC74D50-AB1A-4B55-9640-38A5C9C904F3}"/>
              </a:ext>
            </a:extLst>
          </p:cNvPr>
          <p:cNvSpPr/>
          <p:nvPr/>
        </p:nvSpPr>
        <p:spPr>
          <a:xfrm>
            <a:off x="3400443" y="2410058"/>
            <a:ext cx="5295414" cy="1802694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ounded Rectangle 2">
            <a:extLst>
              <a:ext uri="{FF2B5EF4-FFF2-40B4-BE49-F238E27FC236}">
                <a16:creationId xmlns:a16="http://schemas.microsoft.com/office/drawing/2014/main" id="{849B1494-6BAE-4846-9A02-BB5EF836B305}"/>
              </a:ext>
            </a:extLst>
          </p:cNvPr>
          <p:cNvSpPr/>
          <p:nvPr/>
        </p:nvSpPr>
        <p:spPr>
          <a:xfrm>
            <a:off x="9255776" y="2375344"/>
            <a:ext cx="6805170" cy="8528997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2032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TextBox 3">
            <a:extLst>
              <a:ext uri="{FF2B5EF4-FFF2-40B4-BE49-F238E27FC236}">
                <a16:creationId xmlns:a16="http://schemas.microsoft.com/office/drawing/2014/main" id="{6A7DC2D3-36F8-43EE-AA2B-0638BC39A1A1}"/>
              </a:ext>
            </a:extLst>
          </p:cNvPr>
          <p:cNvSpPr txBox="1"/>
          <p:nvPr/>
        </p:nvSpPr>
        <p:spPr>
          <a:xfrm>
            <a:off x="9458578" y="2511673"/>
            <a:ext cx="5633419" cy="347018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2500" b="1">
                <a:solidFill>
                  <a:srgbClr val="173253"/>
                </a:solidFill>
                <a:latin typeface="Cambria"/>
              </a:defRPr>
            </a:pPr>
            <a:r>
              <a:rPr sz="2255"/>
              <a:t>Manager · Split + Refine</a:t>
            </a:r>
          </a:p>
        </p:txBody>
      </p:sp>
      <p:sp>
        <p:nvSpPr>
          <p:cNvPr id="350" name="Rounded Rectangle 4">
            <a:extLst>
              <a:ext uri="{FF2B5EF4-FFF2-40B4-BE49-F238E27FC236}">
                <a16:creationId xmlns:a16="http://schemas.microsoft.com/office/drawing/2014/main" id="{88013FCA-3B34-4747-8B81-AD2A996B9A61}"/>
              </a:ext>
            </a:extLst>
          </p:cNvPr>
          <p:cNvSpPr/>
          <p:nvPr/>
        </p:nvSpPr>
        <p:spPr>
          <a:xfrm>
            <a:off x="9537447" y="2972486"/>
            <a:ext cx="3549054" cy="3943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5">
            <a:extLst>
              <a:ext uri="{FF2B5EF4-FFF2-40B4-BE49-F238E27FC236}">
                <a16:creationId xmlns:a16="http://schemas.microsoft.com/office/drawing/2014/main" id="{D1265B7C-7DC1-4AAB-97A8-AAA43D25346E}"/>
              </a:ext>
            </a:extLst>
          </p:cNvPr>
          <p:cNvSpPr txBox="1"/>
          <p:nvPr/>
        </p:nvSpPr>
        <p:spPr>
          <a:xfrm>
            <a:off x="9571247" y="3051683"/>
            <a:ext cx="3481453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 dirty="0"/>
              <a:t>Shared context: full Rubric</a:t>
            </a:r>
          </a:p>
        </p:txBody>
      </p:sp>
      <p:sp>
        <p:nvSpPr>
          <p:cNvPr id="352" name="Rounded Rectangle 6">
            <a:extLst>
              <a:ext uri="{FF2B5EF4-FFF2-40B4-BE49-F238E27FC236}">
                <a16:creationId xmlns:a16="http://schemas.microsoft.com/office/drawing/2014/main" id="{84A8AEA3-9D5B-42AA-8559-FFA85967786E}"/>
              </a:ext>
            </a:extLst>
          </p:cNvPr>
          <p:cNvSpPr/>
          <p:nvPr/>
        </p:nvSpPr>
        <p:spPr>
          <a:xfrm>
            <a:off x="13311838" y="2972486"/>
            <a:ext cx="2456171" cy="3943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7">
            <a:extLst>
              <a:ext uri="{FF2B5EF4-FFF2-40B4-BE49-F238E27FC236}">
                <a16:creationId xmlns:a16="http://schemas.microsoft.com/office/drawing/2014/main" id="{3E165033-2171-404E-A11B-C166D611585B}"/>
              </a:ext>
            </a:extLst>
          </p:cNvPr>
          <p:cNvSpPr txBox="1"/>
          <p:nvPr/>
        </p:nvSpPr>
        <p:spPr>
          <a:xfrm>
            <a:off x="13345638" y="3058616"/>
            <a:ext cx="2388570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Human preference / Gold</a:t>
            </a:r>
          </a:p>
        </p:txBody>
      </p:sp>
      <p:sp>
        <p:nvSpPr>
          <p:cNvPr id="354" name="Rounded Rectangle 8">
            <a:extLst>
              <a:ext uri="{FF2B5EF4-FFF2-40B4-BE49-F238E27FC236}">
                <a16:creationId xmlns:a16="http://schemas.microsoft.com/office/drawing/2014/main" id="{1EB0C098-042D-4820-86DE-C73BC64791F6}"/>
              </a:ext>
            </a:extLst>
          </p:cNvPr>
          <p:cNvSpPr/>
          <p:nvPr/>
        </p:nvSpPr>
        <p:spPr>
          <a:xfrm>
            <a:off x="9886719" y="3569629"/>
            <a:ext cx="5532018" cy="383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9">
            <a:extLst>
              <a:ext uri="{FF2B5EF4-FFF2-40B4-BE49-F238E27FC236}">
                <a16:creationId xmlns:a16="http://schemas.microsoft.com/office/drawing/2014/main" id="{D9E3711A-F238-492B-8F3D-98A72D14DCDC}"/>
              </a:ext>
            </a:extLst>
          </p:cNvPr>
          <p:cNvSpPr txBox="1"/>
          <p:nvPr/>
        </p:nvSpPr>
        <p:spPr>
          <a:xfrm>
            <a:off x="9920519" y="3650125"/>
            <a:ext cx="54644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Local predictions + reasons + Gold → feedback</a:t>
            </a:r>
          </a:p>
        </p:txBody>
      </p:sp>
      <p:cxnSp>
        <p:nvCxnSpPr>
          <p:cNvPr id="356" name="Connector 10">
            <a:extLst>
              <a:ext uri="{FF2B5EF4-FFF2-40B4-BE49-F238E27FC236}">
                <a16:creationId xmlns:a16="http://schemas.microsoft.com/office/drawing/2014/main" id="{2F9C8C46-CEB1-4F36-BF9C-38C61504F53C}"/>
              </a:ext>
            </a:extLst>
          </p:cNvPr>
          <p:cNvCxnSpPr/>
          <p:nvPr/>
        </p:nvCxnSpPr>
        <p:spPr>
          <a:xfrm>
            <a:off x="14539923" y="3366825"/>
            <a:ext cx="0" cy="202803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Rounded Rectangle 11">
            <a:extLst>
              <a:ext uri="{FF2B5EF4-FFF2-40B4-BE49-F238E27FC236}">
                <a16:creationId xmlns:a16="http://schemas.microsoft.com/office/drawing/2014/main" id="{694FFFC8-9942-45A5-BC59-FAD213B1EF07}"/>
              </a:ext>
            </a:extLst>
          </p:cNvPr>
          <p:cNvSpPr/>
          <p:nvPr/>
        </p:nvSpPr>
        <p:spPr>
          <a:xfrm>
            <a:off x="3351953" y="2465478"/>
            <a:ext cx="5295414" cy="1802694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TextBox 12">
            <a:extLst>
              <a:ext uri="{FF2B5EF4-FFF2-40B4-BE49-F238E27FC236}">
                <a16:creationId xmlns:a16="http://schemas.microsoft.com/office/drawing/2014/main" id="{FBAA3E4A-35A5-4107-B18D-302BA5486284}"/>
              </a:ext>
            </a:extLst>
          </p:cNvPr>
          <p:cNvSpPr txBox="1"/>
          <p:nvPr/>
        </p:nvSpPr>
        <p:spPr>
          <a:xfrm>
            <a:off x="3442087" y="2566880"/>
            <a:ext cx="5115144" cy="36053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500" b="1">
                <a:solidFill>
                  <a:srgbClr val="173253"/>
                </a:solidFill>
                <a:latin typeface="Cambria"/>
              </a:defRPr>
            </a:pPr>
            <a:r>
              <a:rPr sz="2255"/>
              <a:t>Current Rubric</a:t>
            </a:r>
          </a:p>
        </p:txBody>
      </p:sp>
      <p:sp>
        <p:nvSpPr>
          <p:cNvPr id="359" name="TextBox 13">
            <a:extLst>
              <a:ext uri="{FF2B5EF4-FFF2-40B4-BE49-F238E27FC236}">
                <a16:creationId xmlns:a16="http://schemas.microsoft.com/office/drawing/2014/main" id="{CC905BB6-BAF5-47A6-9C6B-092CE8A409E1}"/>
              </a:ext>
            </a:extLst>
          </p:cNvPr>
          <p:cNvSpPr txBox="1"/>
          <p:nvPr/>
        </p:nvSpPr>
        <p:spPr>
          <a:xfrm>
            <a:off x="3442087" y="2971082"/>
            <a:ext cx="5115144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 dirty="0"/>
              <a:t>Five roots · children added through evolution</a:t>
            </a:r>
          </a:p>
        </p:txBody>
      </p:sp>
      <p:sp>
        <p:nvSpPr>
          <p:cNvPr id="360" name="TextBox 14">
            <a:extLst>
              <a:ext uri="{FF2B5EF4-FFF2-40B4-BE49-F238E27FC236}">
                <a16:creationId xmlns:a16="http://schemas.microsoft.com/office/drawing/2014/main" id="{E36DDFFB-315E-4A39-B13C-2C2CF0B0894B}"/>
              </a:ext>
            </a:extLst>
          </p:cNvPr>
          <p:cNvSpPr txBox="1"/>
          <p:nvPr/>
        </p:nvSpPr>
        <p:spPr>
          <a:xfrm>
            <a:off x="3667424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R1</a:t>
            </a:r>
          </a:p>
        </p:txBody>
      </p:sp>
      <p:cxnSp>
        <p:nvCxnSpPr>
          <p:cNvPr id="361" name="Connector 15">
            <a:extLst>
              <a:ext uri="{FF2B5EF4-FFF2-40B4-BE49-F238E27FC236}">
                <a16:creationId xmlns:a16="http://schemas.microsoft.com/office/drawing/2014/main" id="{3ED8023E-454F-4056-99FE-B35FFEB00479}"/>
              </a:ext>
            </a:extLst>
          </p:cNvPr>
          <p:cNvCxnSpPr/>
          <p:nvPr/>
        </p:nvCxnSpPr>
        <p:spPr>
          <a:xfrm flipH="1">
            <a:off x="3715872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Oval 16">
            <a:extLst>
              <a:ext uri="{FF2B5EF4-FFF2-40B4-BE49-F238E27FC236}">
                <a16:creationId xmlns:a16="http://schemas.microsoft.com/office/drawing/2014/main" id="{B8B355DD-AB18-4FAB-9EED-50F11121C876}"/>
              </a:ext>
            </a:extLst>
          </p:cNvPr>
          <p:cNvSpPr/>
          <p:nvPr/>
        </p:nvSpPr>
        <p:spPr>
          <a:xfrm>
            <a:off x="3665171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3" name="Connector 17">
            <a:extLst>
              <a:ext uri="{FF2B5EF4-FFF2-40B4-BE49-F238E27FC236}">
                <a16:creationId xmlns:a16="http://schemas.microsoft.com/office/drawing/2014/main" id="{52E95F61-681D-4A81-8AB1-BF131D31028D}"/>
              </a:ext>
            </a:extLst>
          </p:cNvPr>
          <p:cNvCxnSpPr/>
          <p:nvPr/>
        </p:nvCxnSpPr>
        <p:spPr>
          <a:xfrm>
            <a:off x="3949095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Oval 18">
            <a:extLst>
              <a:ext uri="{FF2B5EF4-FFF2-40B4-BE49-F238E27FC236}">
                <a16:creationId xmlns:a16="http://schemas.microsoft.com/office/drawing/2014/main" id="{B34D63A8-4632-4192-86C4-6190C05ACE73}"/>
              </a:ext>
            </a:extLst>
          </p:cNvPr>
          <p:cNvSpPr/>
          <p:nvPr/>
        </p:nvSpPr>
        <p:spPr>
          <a:xfrm>
            <a:off x="3898395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5" name="Connector 19">
            <a:extLst>
              <a:ext uri="{FF2B5EF4-FFF2-40B4-BE49-F238E27FC236}">
                <a16:creationId xmlns:a16="http://schemas.microsoft.com/office/drawing/2014/main" id="{B7CEBA90-B683-4967-81EC-3B1E7C4B1027}"/>
              </a:ext>
            </a:extLst>
          </p:cNvPr>
          <p:cNvCxnSpPr/>
          <p:nvPr/>
        </p:nvCxnSpPr>
        <p:spPr>
          <a:xfrm>
            <a:off x="3949095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Oval 20">
            <a:extLst>
              <a:ext uri="{FF2B5EF4-FFF2-40B4-BE49-F238E27FC236}">
                <a16:creationId xmlns:a16="http://schemas.microsoft.com/office/drawing/2014/main" id="{2279983E-1473-433F-9418-4980C7E61C8F}"/>
              </a:ext>
            </a:extLst>
          </p:cNvPr>
          <p:cNvSpPr/>
          <p:nvPr/>
        </p:nvSpPr>
        <p:spPr>
          <a:xfrm>
            <a:off x="4131618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21">
            <a:extLst>
              <a:ext uri="{FF2B5EF4-FFF2-40B4-BE49-F238E27FC236}">
                <a16:creationId xmlns:a16="http://schemas.microsoft.com/office/drawing/2014/main" id="{F00F9685-6D61-4808-8E98-ADEA182A5A3B}"/>
              </a:ext>
            </a:extLst>
          </p:cNvPr>
          <p:cNvSpPr/>
          <p:nvPr/>
        </p:nvSpPr>
        <p:spPr>
          <a:xfrm>
            <a:off x="3878114" y="3532448"/>
            <a:ext cx="141963" cy="141963"/>
          </a:xfrm>
          <a:prstGeom prst="ellipse">
            <a:avLst/>
          </a:prstGeom>
          <a:solidFill>
            <a:srgbClr val="63BCEB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22">
            <a:extLst>
              <a:ext uri="{FF2B5EF4-FFF2-40B4-BE49-F238E27FC236}">
                <a16:creationId xmlns:a16="http://schemas.microsoft.com/office/drawing/2014/main" id="{F88A502D-F73C-49E8-84E5-6BA5090CED75}"/>
              </a:ext>
            </a:extLst>
          </p:cNvPr>
          <p:cNvSpPr txBox="1"/>
          <p:nvPr/>
        </p:nvSpPr>
        <p:spPr>
          <a:xfrm>
            <a:off x="4670173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R2</a:t>
            </a:r>
          </a:p>
        </p:txBody>
      </p:sp>
      <p:cxnSp>
        <p:nvCxnSpPr>
          <p:cNvPr id="369" name="Connector 23">
            <a:extLst>
              <a:ext uri="{FF2B5EF4-FFF2-40B4-BE49-F238E27FC236}">
                <a16:creationId xmlns:a16="http://schemas.microsoft.com/office/drawing/2014/main" id="{302433FA-0946-405A-894A-05A1C7CFF396}"/>
              </a:ext>
            </a:extLst>
          </p:cNvPr>
          <p:cNvCxnSpPr/>
          <p:nvPr/>
        </p:nvCxnSpPr>
        <p:spPr>
          <a:xfrm flipH="1">
            <a:off x="4718620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Oval 24">
            <a:extLst>
              <a:ext uri="{FF2B5EF4-FFF2-40B4-BE49-F238E27FC236}">
                <a16:creationId xmlns:a16="http://schemas.microsoft.com/office/drawing/2014/main" id="{F17FBB4B-62C1-4043-A16B-4AAE734FDB66}"/>
              </a:ext>
            </a:extLst>
          </p:cNvPr>
          <p:cNvSpPr/>
          <p:nvPr/>
        </p:nvSpPr>
        <p:spPr>
          <a:xfrm>
            <a:off x="4667920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1" name="Connector 25">
            <a:extLst>
              <a:ext uri="{FF2B5EF4-FFF2-40B4-BE49-F238E27FC236}">
                <a16:creationId xmlns:a16="http://schemas.microsoft.com/office/drawing/2014/main" id="{3B255E7E-EE25-40A6-B9E3-ED78411014E8}"/>
              </a:ext>
            </a:extLst>
          </p:cNvPr>
          <p:cNvCxnSpPr/>
          <p:nvPr/>
        </p:nvCxnSpPr>
        <p:spPr>
          <a:xfrm>
            <a:off x="4951844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2" name="Oval 26">
            <a:extLst>
              <a:ext uri="{FF2B5EF4-FFF2-40B4-BE49-F238E27FC236}">
                <a16:creationId xmlns:a16="http://schemas.microsoft.com/office/drawing/2014/main" id="{0093A693-856F-4714-B958-FBC9A875632E}"/>
              </a:ext>
            </a:extLst>
          </p:cNvPr>
          <p:cNvSpPr/>
          <p:nvPr/>
        </p:nvSpPr>
        <p:spPr>
          <a:xfrm>
            <a:off x="4901143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3" name="Connector 27">
            <a:extLst>
              <a:ext uri="{FF2B5EF4-FFF2-40B4-BE49-F238E27FC236}">
                <a16:creationId xmlns:a16="http://schemas.microsoft.com/office/drawing/2014/main" id="{8267A562-866C-48E4-B2AE-C038E02587A3}"/>
              </a:ext>
            </a:extLst>
          </p:cNvPr>
          <p:cNvCxnSpPr/>
          <p:nvPr/>
        </p:nvCxnSpPr>
        <p:spPr>
          <a:xfrm>
            <a:off x="4951844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Oval 28">
            <a:extLst>
              <a:ext uri="{FF2B5EF4-FFF2-40B4-BE49-F238E27FC236}">
                <a16:creationId xmlns:a16="http://schemas.microsoft.com/office/drawing/2014/main" id="{BC80EB38-3654-4146-A694-3679D7F04F18}"/>
              </a:ext>
            </a:extLst>
          </p:cNvPr>
          <p:cNvSpPr/>
          <p:nvPr/>
        </p:nvSpPr>
        <p:spPr>
          <a:xfrm>
            <a:off x="5134367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29">
            <a:extLst>
              <a:ext uri="{FF2B5EF4-FFF2-40B4-BE49-F238E27FC236}">
                <a16:creationId xmlns:a16="http://schemas.microsoft.com/office/drawing/2014/main" id="{49529578-D5DB-4013-A9DF-BBACE309457B}"/>
              </a:ext>
            </a:extLst>
          </p:cNvPr>
          <p:cNvSpPr/>
          <p:nvPr/>
        </p:nvSpPr>
        <p:spPr>
          <a:xfrm>
            <a:off x="4880862" y="3532448"/>
            <a:ext cx="141963" cy="141963"/>
          </a:xfrm>
          <a:prstGeom prst="ellipse">
            <a:avLst/>
          </a:prstGeom>
          <a:solidFill>
            <a:srgbClr val="70CBA7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0">
            <a:extLst>
              <a:ext uri="{FF2B5EF4-FFF2-40B4-BE49-F238E27FC236}">
                <a16:creationId xmlns:a16="http://schemas.microsoft.com/office/drawing/2014/main" id="{1A184694-D4DC-43E3-84B2-E115BE5B7530}"/>
              </a:ext>
            </a:extLst>
          </p:cNvPr>
          <p:cNvSpPr txBox="1"/>
          <p:nvPr/>
        </p:nvSpPr>
        <p:spPr>
          <a:xfrm>
            <a:off x="5672921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R3</a:t>
            </a:r>
          </a:p>
        </p:txBody>
      </p:sp>
      <p:cxnSp>
        <p:nvCxnSpPr>
          <p:cNvPr id="377" name="Connector 31">
            <a:extLst>
              <a:ext uri="{FF2B5EF4-FFF2-40B4-BE49-F238E27FC236}">
                <a16:creationId xmlns:a16="http://schemas.microsoft.com/office/drawing/2014/main" id="{C510E4B3-7460-441D-B8E6-A15798ABDD65}"/>
              </a:ext>
            </a:extLst>
          </p:cNvPr>
          <p:cNvCxnSpPr/>
          <p:nvPr/>
        </p:nvCxnSpPr>
        <p:spPr>
          <a:xfrm flipH="1">
            <a:off x="5721369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Oval 32">
            <a:extLst>
              <a:ext uri="{FF2B5EF4-FFF2-40B4-BE49-F238E27FC236}">
                <a16:creationId xmlns:a16="http://schemas.microsoft.com/office/drawing/2014/main" id="{80642B0F-AAF2-459F-8866-7BDB9E1534F3}"/>
              </a:ext>
            </a:extLst>
          </p:cNvPr>
          <p:cNvSpPr/>
          <p:nvPr/>
        </p:nvSpPr>
        <p:spPr>
          <a:xfrm>
            <a:off x="5670668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9" name="Connector 33">
            <a:extLst>
              <a:ext uri="{FF2B5EF4-FFF2-40B4-BE49-F238E27FC236}">
                <a16:creationId xmlns:a16="http://schemas.microsoft.com/office/drawing/2014/main" id="{11503928-793C-4989-8145-375DB9BA280F}"/>
              </a:ext>
            </a:extLst>
          </p:cNvPr>
          <p:cNvCxnSpPr/>
          <p:nvPr/>
        </p:nvCxnSpPr>
        <p:spPr>
          <a:xfrm>
            <a:off x="5954592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Oval 34">
            <a:extLst>
              <a:ext uri="{FF2B5EF4-FFF2-40B4-BE49-F238E27FC236}">
                <a16:creationId xmlns:a16="http://schemas.microsoft.com/office/drawing/2014/main" id="{2EAC085B-C106-4116-879C-F837A13702AD}"/>
              </a:ext>
            </a:extLst>
          </p:cNvPr>
          <p:cNvSpPr/>
          <p:nvPr/>
        </p:nvSpPr>
        <p:spPr>
          <a:xfrm>
            <a:off x="5903891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1" name="Connector 35">
            <a:extLst>
              <a:ext uri="{FF2B5EF4-FFF2-40B4-BE49-F238E27FC236}">
                <a16:creationId xmlns:a16="http://schemas.microsoft.com/office/drawing/2014/main" id="{B0843A54-6CBE-499F-AF11-6ABBB63A2282}"/>
              </a:ext>
            </a:extLst>
          </p:cNvPr>
          <p:cNvCxnSpPr/>
          <p:nvPr/>
        </p:nvCxnSpPr>
        <p:spPr>
          <a:xfrm>
            <a:off x="5954592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Oval 36">
            <a:extLst>
              <a:ext uri="{FF2B5EF4-FFF2-40B4-BE49-F238E27FC236}">
                <a16:creationId xmlns:a16="http://schemas.microsoft.com/office/drawing/2014/main" id="{458D8C24-7D56-41FE-9335-09667396A1A2}"/>
              </a:ext>
            </a:extLst>
          </p:cNvPr>
          <p:cNvSpPr/>
          <p:nvPr/>
        </p:nvSpPr>
        <p:spPr>
          <a:xfrm>
            <a:off x="6137115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7">
            <a:extLst>
              <a:ext uri="{FF2B5EF4-FFF2-40B4-BE49-F238E27FC236}">
                <a16:creationId xmlns:a16="http://schemas.microsoft.com/office/drawing/2014/main" id="{60906AE5-3590-4F7C-844A-2A80499B7310}"/>
              </a:ext>
            </a:extLst>
          </p:cNvPr>
          <p:cNvSpPr/>
          <p:nvPr/>
        </p:nvSpPr>
        <p:spPr>
          <a:xfrm>
            <a:off x="5883611" y="3532448"/>
            <a:ext cx="141963" cy="141963"/>
          </a:xfrm>
          <a:prstGeom prst="ellipse">
            <a:avLst/>
          </a:prstGeom>
          <a:solidFill>
            <a:srgbClr val="F5B45E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TextBox 38">
            <a:extLst>
              <a:ext uri="{FF2B5EF4-FFF2-40B4-BE49-F238E27FC236}">
                <a16:creationId xmlns:a16="http://schemas.microsoft.com/office/drawing/2014/main" id="{23DE1118-A8B6-43F2-9AED-D647C0CFA7D3}"/>
              </a:ext>
            </a:extLst>
          </p:cNvPr>
          <p:cNvSpPr txBox="1"/>
          <p:nvPr/>
        </p:nvSpPr>
        <p:spPr>
          <a:xfrm>
            <a:off x="6675670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R4</a:t>
            </a:r>
          </a:p>
        </p:txBody>
      </p:sp>
      <p:cxnSp>
        <p:nvCxnSpPr>
          <p:cNvPr id="385" name="Connector 39">
            <a:extLst>
              <a:ext uri="{FF2B5EF4-FFF2-40B4-BE49-F238E27FC236}">
                <a16:creationId xmlns:a16="http://schemas.microsoft.com/office/drawing/2014/main" id="{3DFFE0BB-4676-43C9-840C-6E2619910F74}"/>
              </a:ext>
            </a:extLst>
          </p:cNvPr>
          <p:cNvCxnSpPr/>
          <p:nvPr/>
        </p:nvCxnSpPr>
        <p:spPr>
          <a:xfrm flipH="1">
            <a:off x="6724116" y="3603429"/>
            <a:ext cx="233224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Oval 40">
            <a:extLst>
              <a:ext uri="{FF2B5EF4-FFF2-40B4-BE49-F238E27FC236}">
                <a16:creationId xmlns:a16="http://schemas.microsoft.com/office/drawing/2014/main" id="{677B7191-9881-46C9-9182-8C6C022F8778}"/>
              </a:ext>
            </a:extLst>
          </p:cNvPr>
          <p:cNvSpPr/>
          <p:nvPr/>
        </p:nvSpPr>
        <p:spPr>
          <a:xfrm>
            <a:off x="6673415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7" name="Connector 41">
            <a:extLst>
              <a:ext uri="{FF2B5EF4-FFF2-40B4-BE49-F238E27FC236}">
                <a16:creationId xmlns:a16="http://schemas.microsoft.com/office/drawing/2014/main" id="{F8D66380-8FE6-4109-A4D2-4B3D21F04605}"/>
              </a:ext>
            </a:extLst>
          </p:cNvPr>
          <p:cNvCxnSpPr/>
          <p:nvPr/>
        </p:nvCxnSpPr>
        <p:spPr>
          <a:xfrm>
            <a:off x="6957340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Oval 42">
            <a:extLst>
              <a:ext uri="{FF2B5EF4-FFF2-40B4-BE49-F238E27FC236}">
                <a16:creationId xmlns:a16="http://schemas.microsoft.com/office/drawing/2014/main" id="{8AC6B209-CC2E-4290-B973-783F3A7B3A60}"/>
              </a:ext>
            </a:extLst>
          </p:cNvPr>
          <p:cNvSpPr/>
          <p:nvPr/>
        </p:nvSpPr>
        <p:spPr>
          <a:xfrm>
            <a:off x="6906640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9" name="Connector 43">
            <a:extLst>
              <a:ext uri="{FF2B5EF4-FFF2-40B4-BE49-F238E27FC236}">
                <a16:creationId xmlns:a16="http://schemas.microsoft.com/office/drawing/2014/main" id="{2D1F5B8E-C7FD-4887-8CDA-935905E2A300}"/>
              </a:ext>
            </a:extLst>
          </p:cNvPr>
          <p:cNvCxnSpPr/>
          <p:nvPr/>
        </p:nvCxnSpPr>
        <p:spPr>
          <a:xfrm>
            <a:off x="6957340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Oval 44">
            <a:extLst>
              <a:ext uri="{FF2B5EF4-FFF2-40B4-BE49-F238E27FC236}">
                <a16:creationId xmlns:a16="http://schemas.microsoft.com/office/drawing/2014/main" id="{79DD209C-99ED-48A8-B78A-9D52B435B174}"/>
              </a:ext>
            </a:extLst>
          </p:cNvPr>
          <p:cNvSpPr/>
          <p:nvPr/>
        </p:nvSpPr>
        <p:spPr>
          <a:xfrm>
            <a:off x="7139863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45">
            <a:extLst>
              <a:ext uri="{FF2B5EF4-FFF2-40B4-BE49-F238E27FC236}">
                <a16:creationId xmlns:a16="http://schemas.microsoft.com/office/drawing/2014/main" id="{48466FF6-D2B9-4A92-921C-165359356905}"/>
              </a:ext>
            </a:extLst>
          </p:cNvPr>
          <p:cNvSpPr/>
          <p:nvPr/>
        </p:nvSpPr>
        <p:spPr>
          <a:xfrm>
            <a:off x="6886360" y="3532448"/>
            <a:ext cx="141963" cy="141963"/>
          </a:xfrm>
          <a:prstGeom prst="ellipse">
            <a:avLst/>
          </a:prstGeom>
          <a:solidFill>
            <a:srgbClr val="AC8AD9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46">
            <a:extLst>
              <a:ext uri="{FF2B5EF4-FFF2-40B4-BE49-F238E27FC236}">
                <a16:creationId xmlns:a16="http://schemas.microsoft.com/office/drawing/2014/main" id="{B412B15D-F575-4B35-B85B-16BE78A4684E}"/>
              </a:ext>
            </a:extLst>
          </p:cNvPr>
          <p:cNvSpPr txBox="1"/>
          <p:nvPr/>
        </p:nvSpPr>
        <p:spPr>
          <a:xfrm>
            <a:off x="7678419" y="3220357"/>
            <a:ext cx="563342" cy="23660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R5</a:t>
            </a:r>
          </a:p>
        </p:txBody>
      </p:sp>
      <p:cxnSp>
        <p:nvCxnSpPr>
          <p:cNvPr id="393" name="Connector 47">
            <a:extLst>
              <a:ext uri="{FF2B5EF4-FFF2-40B4-BE49-F238E27FC236}">
                <a16:creationId xmlns:a16="http://schemas.microsoft.com/office/drawing/2014/main" id="{AF4C2769-042B-46DD-9E01-0A7E29C14610}"/>
              </a:ext>
            </a:extLst>
          </p:cNvPr>
          <p:cNvCxnSpPr/>
          <p:nvPr/>
        </p:nvCxnSpPr>
        <p:spPr>
          <a:xfrm flipH="1">
            <a:off x="7726865" y="3603429"/>
            <a:ext cx="233224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Oval 48">
            <a:extLst>
              <a:ext uri="{FF2B5EF4-FFF2-40B4-BE49-F238E27FC236}">
                <a16:creationId xmlns:a16="http://schemas.microsoft.com/office/drawing/2014/main" id="{D056D645-960C-4859-AAC0-A4DC431ABB8D}"/>
              </a:ext>
            </a:extLst>
          </p:cNvPr>
          <p:cNvSpPr/>
          <p:nvPr/>
        </p:nvSpPr>
        <p:spPr>
          <a:xfrm>
            <a:off x="7676164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5" name="Connector 49">
            <a:extLst>
              <a:ext uri="{FF2B5EF4-FFF2-40B4-BE49-F238E27FC236}">
                <a16:creationId xmlns:a16="http://schemas.microsoft.com/office/drawing/2014/main" id="{AED4EE9C-26A2-4264-B806-F84589ACBD70}"/>
              </a:ext>
            </a:extLst>
          </p:cNvPr>
          <p:cNvCxnSpPr/>
          <p:nvPr/>
        </p:nvCxnSpPr>
        <p:spPr>
          <a:xfrm>
            <a:off x="7960090" y="3603429"/>
            <a:ext cx="0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Oval 50">
            <a:extLst>
              <a:ext uri="{FF2B5EF4-FFF2-40B4-BE49-F238E27FC236}">
                <a16:creationId xmlns:a16="http://schemas.microsoft.com/office/drawing/2014/main" id="{70F430E6-8648-4888-B26F-CF15A6ABE3A8}"/>
              </a:ext>
            </a:extLst>
          </p:cNvPr>
          <p:cNvSpPr/>
          <p:nvPr/>
        </p:nvSpPr>
        <p:spPr>
          <a:xfrm>
            <a:off x="7909389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7" name="Connector 51">
            <a:extLst>
              <a:ext uri="{FF2B5EF4-FFF2-40B4-BE49-F238E27FC236}">
                <a16:creationId xmlns:a16="http://schemas.microsoft.com/office/drawing/2014/main" id="{FAE735D3-EF93-4496-A96C-74744983C730}"/>
              </a:ext>
            </a:extLst>
          </p:cNvPr>
          <p:cNvCxnSpPr/>
          <p:nvPr/>
        </p:nvCxnSpPr>
        <p:spPr>
          <a:xfrm>
            <a:off x="7960090" y="3603429"/>
            <a:ext cx="233223" cy="354905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Oval 52">
            <a:extLst>
              <a:ext uri="{FF2B5EF4-FFF2-40B4-BE49-F238E27FC236}">
                <a16:creationId xmlns:a16="http://schemas.microsoft.com/office/drawing/2014/main" id="{3AF627C3-9126-47DF-94E2-AAC49D9CDAA6}"/>
              </a:ext>
            </a:extLst>
          </p:cNvPr>
          <p:cNvSpPr/>
          <p:nvPr/>
        </p:nvSpPr>
        <p:spPr>
          <a:xfrm>
            <a:off x="8142613" y="3907634"/>
            <a:ext cx="101401" cy="10140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53">
            <a:extLst>
              <a:ext uri="{FF2B5EF4-FFF2-40B4-BE49-F238E27FC236}">
                <a16:creationId xmlns:a16="http://schemas.microsoft.com/office/drawing/2014/main" id="{369A63B4-9FBB-422C-91BA-B1AFD7A640DC}"/>
              </a:ext>
            </a:extLst>
          </p:cNvPr>
          <p:cNvSpPr/>
          <p:nvPr/>
        </p:nvSpPr>
        <p:spPr>
          <a:xfrm>
            <a:off x="7889109" y="3532448"/>
            <a:ext cx="141963" cy="141963"/>
          </a:xfrm>
          <a:prstGeom prst="ellipse">
            <a:avLst/>
          </a:prstGeom>
          <a:solidFill>
            <a:srgbClr val="759AD2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0" name="Connector 54">
            <a:extLst>
              <a:ext uri="{FF2B5EF4-FFF2-40B4-BE49-F238E27FC236}">
                <a16:creationId xmlns:a16="http://schemas.microsoft.com/office/drawing/2014/main" id="{2C11B523-EBB0-42E1-9708-2F53D0CB4056}"/>
              </a:ext>
            </a:extLst>
          </p:cNvPr>
          <p:cNvCxnSpPr/>
          <p:nvPr/>
        </p:nvCxnSpPr>
        <p:spPr>
          <a:xfrm>
            <a:off x="8647367" y="3152756"/>
            <a:ext cx="890080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Rounded Rectangle 55">
            <a:extLst>
              <a:ext uri="{FF2B5EF4-FFF2-40B4-BE49-F238E27FC236}">
                <a16:creationId xmlns:a16="http://schemas.microsoft.com/office/drawing/2014/main" id="{D9C9BBB6-9877-493B-AD25-AB6124393FEE}"/>
              </a:ext>
            </a:extLst>
          </p:cNvPr>
          <p:cNvSpPr/>
          <p:nvPr/>
        </p:nvSpPr>
        <p:spPr>
          <a:xfrm>
            <a:off x="1188720" y="4910382"/>
            <a:ext cx="1949163" cy="4270132"/>
          </a:xfrm>
          <a:prstGeom prst="roundRect">
            <a:avLst>
              <a:gd name="adj" fmla="val 8000"/>
            </a:avLst>
          </a:prstGeom>
          <a:solidFill>
            <a:srgbClr val="F1F8FC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TextBox 56">
            <a:extLst>
              <a:ext uri="{FF2B5EF4-FFF2-40B4-BE49-F238E27FC236}">
                <a16:creationId xmlns:a16="http://schemas.microsoft.com/office/drawing/2014/main" id="{8E3F405B-0A87-43CB-A4D3-59585874C55E}"/>
              </a:ext>
            </a:extLst>
          </p:cNvPr>
          <p:cNvSpPr txBox="1"/>
          <p:nvPr/>
        </p:nvSpPr>
        <p:spPr>
          <a:xfrm>
            <a:off x="1256321" y="5035046"/>
            <a:ext cx="1813961" cy="29148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100" b="1">
                <a:solidFill>
                  <a:srgbClr val="173253"/>
                </a:solidFill>
                <a:latin typeface="Cambria"/>
              </a:defRPr>
            </a:pPr>
            <a:r>
              <a:rPr sz="1894"/>
              <a:t>Shared input</a:t>
            </a:r>
          </a:p>
        </p:txBody>
      </p:sp>
      <p:pic>
        <p:nvPicPr>
          <p:cNvPr id="403" name="Picture 57" descr="image.png">
            <a:extLst>
              <a:ext uri="{FF2B5EF4-FFF2-40B4-BE49-F238E27FC236}">
                <a16:creationId xmlns:a16="http://schemas.microsoft.com/office/drawing/2014/main" id="{89F347CC-B730-4229-875E-32CED979F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992" y="5451191"/>
            <a:ext cx="1240496" cy="1635200"/>
          </a:xfrm>
          <a:prstGeom prst="rect">
            <a:avLst/>
          </a:prstGeom>
          <a:effectLst/>
        </p:spPr>
      </p:pic>
      <p:sp>
        <p:nvSpPr>
          <p:cNvPr id="404" name="TextBox 58">
            <a:extLst>
              <a:ext uri="{FF2B5EF4-FFF2-40B4-BE49-F238E27FC236}">
                <a16:creationId xmlns:a16="http://schemas.microsoft.com/office/drawing/2014/main" id="{4FA32F25-27BD-4DA3-B49D-B456E2EC1E06}"/>
              </a:ext>
            </a:extLst>
          </p:cNvPr>
          <p:cNvSpPr txBox="1"/>
          <p:nvPr/>
        </p:nvSpPr>
        <p:spPr>
          <a:xfrm>
            <a:off x="1312655" y="7241872"/>
            <a:ext cx="1701292" cy="66623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How are the elements positioned?</a:t>
            </a:r>
          </a:p>
        </p:txBody>
      </p:sp>
      <p:sp>
        <p:nvSpPr>
          <p:cNvPr id="405" name="TextBox 59">
            <a:extLst>
              <a:ext uri="{FF2B5EF4-FFF2-40B4-BE49-F238E27FC236}">
                <a16:creationId xmlns:a16="http://schemas.microsoft.com/office/drawing/2014/main" id="{9E6D7A69-C440-4435-9809-075C231C2096}"/>
              </a:ext>
            </a:extLst>
          </p:cNvPr>
          <p:cNvSpPr txBox="1"/>
          <p:nvPr/>
        </p:nvSpPr>
        <p:spPr>
          <a:xfrm>
            <a:off x="1312655" y="8039757"/>
            <a:ext cx="1701292" cy="38868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A: vase on table; lamp upper right…</a:t>
            </a:r>
          </a:p>
        </p:txBody>
      </p:sp>
      <p:sp>
        <p:nvSpPr>
          <p:cNvPr id="406" name="TextBox 60">
            <a:extLst>
              <a:ext uri="{FF2B5EF4-FFF2-40B4-BE49-F238E27FC236}">
                <a16:creationId xmlns:a16="http://schemas.microsoft.com/office/drawing/2014/main" id="{FE0E033D-40AB-41D4-B9AB-21A003D440D4}"/>
              </a:ext>
            </a:extLst>
          </p:cNvPr>
          <p:cNvSpPr txBox="1"/>
          <p:nvPr/>
        </p:nvSpPr>
        <p:spPr>
          <a:xfrm>
            <a:off x="1312655" y="8636899"/>
            <a:ext cx="1701292" cy="38868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B: vase to one side; glass at left…</a:t>
            </a:r>
          </a:p>
        </p:txBody>
      </p:sp>
      <p:sp>
        <p:nvSpPr>
          <p:cNvPr id="407" name="Rounded Rectangle 61">
            <a:extLst>
              <a:ext uri="{FF2B5EF4-FFF2-40B4-BE49-F238E27FC236}">
                <a16:creationId xmlns:a16="http://schemas.microsoft.com/office/drawing/2014/main" id="{43C4EE36-0FCF-408F-B9E4-44D241E42909}"/>
              </a:ext>
            </a:extLst>
          </p:cNvPr>
          <p:cNvSpPr/>
          <p:nvPr/>
        </p:nvSpPr>
        <p:spPr>
          <a:xfrm>
            <a:off x="3374487" y="4662512"/>
            <a:ext cx="5272880" cy="4112396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 w="2032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TextBox 62">
            <a:extLst>
              <a:ext uri="{FF2B5EF4-FFF2-40B4-BE49-F238E27FC236}">
                <a16:creationId xmlns:a16="http://schemas.microsoft.com/office/drawing/2014/main" id="{C4B2A24B-7737-4FC0-B214-4846EE86F3D0}"/>
              </a:ext>
            </a:extLst>
          </p:cNvPr>
          <p:cNvSpPr txBox="1"/>
          <p:nvPr/>
        </p:nvSpPr>
        <p:spPr>
          <a:xfrm>
            <a:off x="3464621" y="4797141"/>
            <a:ext cx="5092610" cy="305350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200" b="1">
                <a:solidFill>
                  <a:srgbClr val="173253"/>
                </a:solidFill>
                <a:latin typeface="Cambria"/>
              </a:defRPr>
            </a:pPr>
            <a:r>
              <a:rPr sz="1984"/>
              <a:t>Worker · Independent node judging</a:t>
            </a:r>
          </a:p>
        </p:txBody>
      </p:sp>
      <p:sp>
        <p:nvSpPr>
          <p:cNvPr id="409" name="TextBox 63">
            <a:extLst>
              <a:ext uri="{FF2B5EF4-FFF2-40B4-BE49-F238E27FC236}">
                <a16:creationId xmlns:a16="http://schemas.microsoft.com/office/drawing/2014/main" id="{10C61073-CDCD-48BA-908A-5FDF857E780A}"/>
              </a:ext>
            </a:extLst>
          </p:cNvPr>
          <p:cNvSpPr txBox="1"/>
          <p:nvPr/>
        </p:nvSpPr>
        <p:spPr>
          <a:xfrm>
            <a:off x="3498421" y="5178082"/>
            <a:ext cx="5002476" cy="208211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500" b="0">
                <a:solidFill>
                  <a:srgbClr val="173253"/>
                </a:solidFill>
                <a:latin typeface="Cambria"/>
              </a:defRPr>
            </a:pPr>
            <a:r>
              <a:rPr sz="1353"/>
              <a:t>One call per node · Shared VLM</a:t>
            </a:r>
          </a:p>
        </p:txBody>
      </p:sp>
      <p:sp>
        <p:nvSpPr>
          <p:cNvPr id="410" name="TextBox 64">
            <a:extLst>
              <a:ext uri="{FF2B5EF4-FFF2-40B4-BE49-F238E27FC236}">
                <a16:creationId xmlns:a16="http://schemas.microsoft.com/office/drawing/2014/main" id="{C06E6593-F737-4C2C-B200-219DC1F88115}"/>
              </a:ext>
            </a:extLst>
          </p:cNvPr>
          <p:cNvSpPr txBox="1"/>
          <p:nvPr/>
        </p:nvSpPr>
        <p:spPr>
          <a:xfrm>
            <a:off x="3543490" y="5536021"/>
            <a:ext cx="2794176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Example: subtree R₂</a:t>
            </a:r>
          </a:p>
        </p:txBody>
      </p:sp>
      <p:cxnSp>
        <p:nvCxnSpPr>
          <p:cNvPr id="411" name="Connector 65">
            <a:extLst>
              <a:ext uri="{FF2B5EF4-FFF2-40B4-BE49-F238E27FC236}">
                <a16:creationId xmlns:a16="http://schemas.microsoft.com/office/drawing/2014/main" id="{F379F32E-6F3F-4276-AAA2-57C22FB1DD21}"/>
              </a:ext>
            </a:extLst>
          </p:cNvPr>
          <p:cNvCxnSpPr/>
          <p:nvPr/>
        </p:nvCxnSpPr>
        <p:spPr>
          <a:xfrm>
            <a:off x="5999659" y="4268172"/>
            <a:ext cx="0" cy="394339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66">
            <a:extLst>
              <a:ext uri="{FF2B5EF4-FFF2-40B4-BE49-F238E27FC236}">
                <a16:creationId xmlns:a16="http://schemas.microsoft.com/office/drawing/2014/main" id="{357779B7-BC1E-490D-AC5D-251194F85A10}"/>
              </a:ext>
            </a:extLst>
          </p:cNvPr>
          <p:cNvCxnSpPr/>
          <p:nvPr/>
        </p:nvCxnSpPr>
        <p:spPr>
          <a:xfrm>
            <a:off x="3137883" y="6780678"/>
            <a:ext cx="236604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67">
            <a:extLst>
              <a:ext uri="{FF2B5EF4-FFF2-40B4-BE49-F238E27FC236}">
                <a16:creationId xmlns:a16="http://schemas.microsoft.com/office/drawing/2014/main" id="{B7A06B04-71ED-405B-9504-872586285627}"/>
              </a:ext>
            </a:extLst>
          </p:cNvPr>
          <p:cNvSpPr txBox="1"/>
          <p:nvPr/>
        </p:nvSpPr>
        <p:spPr>
          <a:xfrm>
            <a:off x="3566023" y="6038695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Root R₂</a:t>
            </a:r>
          </a:p>
        </p:txBody>
      </p:sp>
      <p:cxnSp>
        <p:nvCxnSpPr>
          <p:cNvPr id="414" name="Connector 75">
            <a:extLst>
              <a:ext uri="{FF2B5EF4-FFF2-40B4-BE49-F238E27FC236}">
                <a16:creationId xmlns:a16="http://schemas.microsoft.com/office/drawing/2014/main" id="{74722AC1-A504-46AC-9288-98C0FC756F94}"/>
              </a:ext>
            </a:extLst>
          </p:cNvPr>
          <p:cNvCxnSpPr/>
          <p:nvPr/>
        </p:nvCxnSpPr>
        <p:spPr>
          <a:xfrm>
            <a:off x="5256048" y="6149735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Rounded Rectangle 76">
            <a:extLst>
              <a:ext uri="{FF2B5EF4-FFF2-40B4-BE49-F238E27FC236}">
                <a16:creationId xmlns:a16="http://schemas.microsoft.com/office/drawing/2014/main" id="{74500ED3-3368-4602-9226-34E35024737D}"/>
              </a:ext>
            </a:extLst>
          </p:cNvPr>
          <p:cNvSpPr/>
          <p:nvPr/>
        </p:nvSpPr>
        <p:spPr>
          <a:xfrm>
            <a:off x="5515186" y="5991999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TextBox 77">
            <a:extLst>
              <a:ext uri="{FF2B5EF4-FFF2-40B4-BE49-F238E27FC236}">
                <a16:creationId xmlns:a16="http://schemas.microsoft.com/office/drawing/2014/main" id="{862B8FB1-4098-43D5-9795-BC4C088736F8}"/>
              </a:ext>
            </a:extLst>
          </p:cNvPr>
          <p:cNvSpPr txBox="1"/>
          <p:nvPr/>
        </p:nvSpPr>
        <p:spPr>
          <a:xfrm>
            <a:off x="5548986" y="6044328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A</a:t>
            </a:r>
          </a:p>
        </p:txBody>
      </p:sp>
      <p:sp>
        <p:nvSpPr>
          <p:cNvPr id="417" name="TextBox 78">
            <a:extLst>
              <a:ext uri="{FF2B5EF4-FFF2-40B4-BE49-F238E27FC236}">
                <a16:creationId xmlns:a16="http://schemas.microsoft.com/office/drawing/2014/main" id="{3994AC2F-58B0-456A-9257-51F0F07B1085}"/>
              </a:ext>
            </a:extLst>
          </p:cNvPr>
          <p:cNvSpPr txBox="1"/>
          <p:nvPr/>
        </p:nvSpPr>
        <p:spPr>
          <a:xfrm>
            <a:off x="3566023" y="6692171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Child 1</a:t>
            </a:r>
          </a:p>
        </p:txBody>
      </p:sp>
      <p:cxnSp>
        <p:nvCxnSpPr>
          <p:cNvPr id="418" name="Connector 86">
            <a:extLst>
              <a:ext uri="{FF2B5EF4-FFF2-40B4-BE49-F238E27FC236}">
                <a16:creationId xmlns:a16="http://schemas.microsoft.com/office/drawing/2014/main" id="{3A6A0658-9DBB-4C8B-B091-AB7EFF321B33}"/>
              </a:ext>
            </a:extLst>
          </p:cNvPr>
          <p:cNvCxnSpPr/>
          <p:nvPr/>
        </p:nvCxnSpPr>
        <p:spPr>
          <a:xfrm>
            <a:off x="5256048" y="6803212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ounded Rectangle 87">
            <a:extLst>
              <a:ext uri="{FF2B5EF4-FFF2-40B4-BE49-F238E27FC236}">
                <a16:creationId xmlns:a16="http://schemas.microsoft.com/office/drawing/2014/main" id="{6381E35C-E241-4B0A-8587-415E6540A496}"/>
              </a:ext>
            </a:extLst>
          </p:cNvPr>
          <p:cNvSpPr/>
          <p:nvPr/>
        </p:nvSpPr>
        <p:spPr>
          <a:xfrm>
            <a:off x="5515186" y="6645476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TextBox 88">
            <a:extLst>
              <a:ext uri="{FF2B5EF4-FFF2-40B4-BE49-F238E27FC236}">
                <a16:creationId xmlns:a16="http://schemas.microsoft.com/office/drawing/2014/main" id="{17BF1964-4553-41F4-AABA-C30ECCEF019C}"/>
              </a:ext>
            </a:extLst>
          </p:cNvPr>
          <p:cNvSpPr txBox="1"/>
          <p:nvPr/>
        </p:nvSpPr>
        <p:spPr>
          <a:xfrm>
            <a:off x="5548986" y="6697805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B</a:t>
            </a:r>
          </a:p>
        </p:txBody>
      </p:sp>
      <p:sp>
        <p:nvSpPr>
          <p:cNvPr id="421" name="TextBox 89">
            <a:extLst>
              <a:ext uri="{FF2B5EF4-FFF2-40B4-BE49-F238E27FC236}">
                <a16:creationId xmlns:a16="http://schemas.microsoft.com/office/drawing/2014/main" id="{3AE66386-F72D-4896-98B7-38D14EDE4CB7}"/>
              </a:ext>
            </a:extLst>
          </p:cNvPr>
          <p:cNvSpPr txBox="1"/>
          <p:nvPr/>
        </p:nvSpPr>
        <p:spPr>
          <a:xfrm>
            <a:off x="3566023" y="7345649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Child 2</a:t>
            </a:r>
          </a:p>
        </p:txBody>
      </p:sp>
      <p:cxnSp>
        <p:nvCxnSpPr>
          <p:cNvPr id="422" name="Connector 97">
            <a:extLst>
              <a:ext uri="{FF2B5EF4-FFF2-40B4-BE49-F238E27FC236}">
                <a16:creationId xmlns:a16="http://schemas.microsoft.com/office/drawing/2014/main" id="{6C2CDB15-9E0F-4BA6-862C-AAD3BB9307A7}"/>
              </a:ext>
            </a:extLst>
          </p:cNvPr>
          <p:cNvCxnSpPr/>
          <p:nvPr/>
        </p:nvCxnSpPr>
        <p:spPr>
          <a:xfrm>
            <a:off x="5256048" y="7456688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Rounded Rectangle 98">
            <a:extLst>
              <a:ext uri="{FF2B5EF4-FFF2-40B4-BE49-F238E27FC236}">
                <a16:creationId xmlns:a16="http://schemas.microsoft.com/office/drawing/2014/main" id="{75DE4ED2-CE51-4072-8FDF-E177DFA41E03}"/>
              </a:ext>
            </a:extLst>
          </p:cNvPr>
          <p:cNvSpPr/>
          <p:nvPr/>
        </p:nvSpPr>
        <p:spPr>
          <a:xfrm>
            <a:off x="5515186" y="7298952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TextBox 99">
            <a:extLst>
              <a:ext uri="{FF2B5EF4-FFF2-40B4-BE49-F238E27FC236}">
                <a16:creationId xmlns:a16="http://schemas.microsoft.com/office/drawing/2014/main" id="{4F4CFCD9-8617-4498-B8E4-4F17FE073604}"/>
              </a:ext>
            </a:extLst>
          </p:cNvPr>
          <p:cNvSpPr txBox="1"/>
          <p:nvPr/>
        </p:nvSpPr>
        <p:spPr>
          <a:xfrm>
            <a:off x="5548986" y="7351282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B</a:t>
            </a:r>
          </a:p>
        </p:txBody>
      </p:sp>
      <p:sp>
        <p:nvSpPr>
          <p:cNvPr id="425" name="TextBox 100">
            <a:extLst>
              <a:ext uri="{FF2B5EF4-FFF2-40B4-BE49-F238E27FC236}">
                <a16:creationId xmlns:a16="http://schemas.microsoft.com/office/drawing/2014/main" id="{2E3BA968-F5B5-4DCE-A6D7-CC91B114E2A5}"/>
              </a:ext>
            </a:extLst>
          </p:cNvPr>
          <p:cNvSpPr txBox="1"/>
          <p:nvPr/>
        </p:nvSpPr>
        <p:spPr>
          <a:xfrm>
            <a:off x="3566023" y="7999125"/>
            <a:ext cx="1047816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Child 3</a:t>
            </a:r>
          </a:p>
        </p:txBody>
      </p:sp>
      <p:cxnSp>
        <p:nvCxnSpPr>
          <p:cNvPr id="426" name="Connector 108">
            <a:extLst>
              <a:ext uri="{FF2B5EF4-FFF2-40B4-BE49-F238E27FC236}">
                <a16:creationId xmlns:a16="http://schemas.microsoft.com/office/drawing/2014/main" id="{92A533EE-DA7E-44C7-BD30-D7ACF4222CCA}"/>
              </a:ext>
            </a:extLst>
          </p:cNvPr>
          <p:cNvCxnSpPr/>
          <p:nvPr/>
        </p:nvCxnSpPr>
        <p:spPr>
          <a:xfrm>
            <a:off x="5256048" y="8110165"/>
            <a:ext cx="25913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Rounded Rectangle 109">
            <a:extLst>
              <a:ext uri="{FF2B5EF4-FFF2-40B4-BE49-F238E27FC236}">
                <a16:creationId xmlns:a16="http://schemas.microsoft.com/office/drawing/2014/main" id="{AE944773-74B0-4BAA-934D-6420E43D54B4}"/>
              </a:ext>
            </a:extLst>
          </p:cNvPr>
          <p:cNvSpPr/>
          <p:nvPr/>
        </p:nvSpPr>
        <p:spPr>
          <a:xfrm>
            <a:off x="5515186" y="7952429"/>
            <a:ext cx="597142" cy="32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TextBox 110">
            <a:extLst>
              <a:ext uri="{FF2B5EF4-FFF2-40B4-BE49-F238E27FC236}">
                <a16:creationId xmlns:a16="http://schemas.microsoft.com/office/drawing/2014/main" id="{FCDF2BEE-010E-4658-8FEE-C6466640BDDA}"/>
              </a:ext>
            </a:extLst>
          </p:cNvPr>
          <p:cNvSpPr txBox="1"/>
          <p:nvPr/>
        </p:nvSpPr>
        <p:spPr>
          <a:xfrm>
            <a:off x="5548986" y="8004758"/>
            <a:ext cx="52954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A</a:t>
            </a:r>
            <a:endParaRPr sz="1443"/>
          </a:p>
        </p:txBody>
      </p:sp>
      <p:cxnSp>
        <p:nvCxnSpPr>
          <p:cNvPr id="429" name="Connector 111">
            <a:extLst>
              <a:ext uri="{FF2B5EF4-FFF2-40B4-BE49-F238E27FC236}">
                <a16:creationId xmlns:a16="http://schemas.microsoft.com/office/drawing/2014/main" id="{DD92A7AE-6F27-4C65-82B1-16BB84B31F2F}"/>
              </a:ext>
            </a:extLst>
          </p:cNvPr>
          <p:cNvCxnSpPr/>
          <p:nvPr/>
        </p:nvCxnSpPr>
        <p:spPr>
          <a:xfrm>
            <a:off x="6112328" y="6803212"/>
            <a:ext cx="236604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112">
            <a:extLst>
              <a:ext uri="{FF2B5EF4-FFF2-40B4-BE49-F238E27FC236}">
                <a16:creationId xmlns:a16="http://schemas.microsoft.com/office/drawing/2014/main" id="{E755C59E-162D-40DB-9318-578D67E15EA2}"/>
              </a:ext>
            </a:extLst>
          </p:cNvPr>
          <p:cNvCxnSpPr/>
          <p:nvPr/>
        </p:nvCxnSpPr>
        <p:spPr>
          <a:xfrm>
            <a:off x="6112328" y="7456688"/>
            <a:ext cx="236604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113">
            <a:extLst>
              <a:ext uri="{FF2B5EF4-FFF2-40B4-BE49-F238E27FC236}">
                <a16:creationId xmlns:a16="http://schemas.microsoft.com/office/drawing/2014/main" id="{FE218549-533D-4256-93DC-48115A75DDC5}"/>
              </a:ext>
            </a:extLst>
          </p:cNvPr>
          <p:cNvCxnSpPr/>
          <p:nvPr/>
        </p:nvCxnSpPr>
        <p:spPr>
          <a:xfrm>
            <a:off x="6112328" y="8110165"/>
            <a:ext cx="236604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114">
            <a:extLst>
              <a:ext uri="{FF2B5EF4-FFF2-40B4-BE49-F238E27FC236}">
                <a16:creationId xmlns:a16="http://schemas.microsoft.com/office/drawing/2014/main" id="{03971FB1-79EB-4440-AAC1-00F156873D5D}"/>
              </a:ext>
            </a:extLst>
          </p:cNvPr>
          <p:cNvCxnSpPr/>
          <p:nvPr/>
        </p:nvCxnSpPr>
        <p:spPr>
          <a:xfrm>
            <a:off x="6348932" y="6803212"/>
            <a:ext cx="0" cy="1306953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115">
            <a:extLst>
              <a:ext uri="{FF2B5EF4-FFF2-40B4-BE49-F238E27FC236}">
                <a16:creationId xmlns:a16="http://schemas.microsoft.com/office/drawing/2014/main" id="{EDCE85E6-2186-4E4C-B07E-F25B75FCF900}"/>
              </a:ext>
            </a:extLst>
          </p:cNvPr>
          <p:cNvCxnSpPr/>
          <p:nvPr/>
        </p:nvCxnSpPr>
        <p:spPr>
          <a:xfrm>
            <a:off x="6348932" y="7456688"/>
            <a:ext cx="281671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Rounded Rectangle 116">
            <a:extLst>
              <a:ext uri="{FF2B5EF4-FFF2-40B4-BE49-F238E27FC236}">
                <a16:creationId xmlns:a16="http://schemas.microsoft.com/office/drawing/2014/main" id="{26BE8271-E1B8-485D-A31E-E3FDECA46A51}"/>
              </a:ext>
            </a:extLst>
          </p:cNvPr>
          <p:cNvSpPr/>
          <p:nvPr/>
        </p:nvSpPr>
        <p:spPr>
          <a:xfrm>
            <a:off x="6630602" y="7084883"/>
            <a:ext cx="1622424" cy="7774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TextBox 117">
            <a:extLst>
              <a:ext uri="{FF2B5EF4-FFF2-40B4-BE49-F238E27FC236}">
                <a16:creationId xmlns:a16="http://schemas.microsoft.com/office/drawing/2014/main" id="{7632A2F5-DAB7-48AD-B006-94ED16D03EBB}"/>
              </a:ext>
            </a:extLst>
          </p:cNvPr>
          <p:cNvSpPr txBox="1"/>
          <p:nvPr/>
        </p:nvSpPr>
        <p:spPr>
          <a:xfrm>
            <a:off x="6664404" y="7140471"/>
            <a:ext cx="1554824" cy="66623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Child majority</a:t>
            </a:r>
          </a:p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2 votes for B</a:t>
            </a:r>
          </a:p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lang="en-US" sz="1443"/>
              <a:t>V₂ = B</a:t>
            </a:r>
            <a:endParaRPr sz="1443"/>
          </a:p>
        </p:txBody>
      </p:sp>
      <p:sp>
        <p:nvSpPr>
          <p:cNvPr id="436" name="TextBox 121">
            <a:extLst>
              <a:ext uri="{FF2B5EF4-FFF2-40B4-BE49-F238E27FC236}">
                <a16:creationId xmlns:a16="http://schemas.microsoft.com/office/drawing/2014/main" id="{9873FDEE-32BE-42A6-89B1-F259350A7330}"/>
              </a:ext>
            </a:extLst>
          </p:cNvPr>
          <p:cNvSpPr txBox="1"/>
          <p:nvPr/>
        </p:nvSpPr>
        <p:spPr>
          <a:xfrm>
            <a:off x="3599824" y="8419900"/>
            <a:ext cx="4844741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lang="en-US" sz="1173" dirty="0"/>
              <a:t>No child majority (tie / all None): use root vote</a:t>
            </a:r>
            <a:endParaRPr sz="1173" dirty="0"/>
          </a:p>
        </p:txBody>
      </p:sp>
      <p:cxnSp>
        <p:nvCxnSpPr>
          <p:cNvPr id="437" name="Connector 122">
            <a:extLst>
              <a:ext uri="{FF2B5EF4-FFF2-40B4-BE49-F238E27FC236}">
                <a16:creationId xmlns:a16="http://schemas.microsoft.com/office/drawing/2014/main" id="{75416F50-D0FD-4802-9A4D-A8259EABA706}"/>
              </a:ext>
            </a:extLst>
          </p:cNvPr>
          <p:cNvCxnSpPr/>
          <p:nvPr/>
        </p:nvCxnSpPr>
        <p:spPr>
          <a:xfrm>
            <a:off x="8647367" y="5597660"/>
            <a:ext cx="338005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123">
            <a:extLst>
              <a:ext uri="{FF2B5EF4-FFF2-40B4-BE49-F238E27FC236}">
                <a16:creationId xmlns:a16="http://schemas.microsoft.com/office/drawing/2014/main" id="{DE1EFC22-B0E5-41DA-9C85-5B7A2E938443}"/>
              </a:ext>
            </a:extLst>
          </p:cNvPr>
          <p:cNvCxnSpPr/>
          <p:nvPr/>
        </p:nvCxnSpPr>
        <p:spPr>
          <a:xfrm flipV="1">
            <a:off x="8985372" y="3761165"/>
            <a:ext cx="0" cy="1836495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124">
            <a:extLst>
              <a:ext uri="{FF2B5EF4-FFF2-40B4-BE49-F238E27FC236}">
                <a16:creationId xmlns:a16="http://schemas.microsoft.com/office/drawing/2014/main" id="{0F955AAD-17DE-4D52-901A-1ADA17A71E47}"/>
              </a:ext>
            </a:extLst>
          </p:cNvPr>
          <p:cNvCxnSpPr/>
          <p:nvPr/>
        </p:nvCxnSpPr>
        <p:spPr>
          <a:xfrm>
            <a:off x="8985372" y="3761165"/>
            <a:ext cx="901347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TextBox 125">
            <a:extLst>
              <a:ext uri="{FF2B5EF4-FFF2-40B4-BE49-F238E27FC236}">
                <a16:creationId xmlns:a16="http://schemas.microsoft.com/office/drawing/2014/main" id="{E1F64F67-FB5D-42A7-BE9F-745D144218A2}"/>
              </a:ext>
            </a:extLst>
          </p:cNvPr>
          <p:cNvSpPr txBox="1"/>
          <p:nvPr/>
        </p:nvSpPr>
        <p:spPr>
          <a:xfrm>
            <a:off x="8663350" y="4298542"/>
            <a:ext cx="608409" cy="333085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Local</a:t>
            </a:r>
          </a:p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evidence</a:t>
            </a:r>
          </a:p>
        </p:txBody>
      </p:sp>
      <p:sp>
        <p:nvSpPr>
          <p:cNvPr id="441" name="TextBox 126">
            <a:extLst>
              <a:ext uri="{FF2B5EF4-FFF2-40B4-BE49-F238E27FC236}">
                <a16:creationId xmlns:a16="http://schemas.microsoft.com/office/drawing/2014/main" id="{184B16F0-EA34-4F7B-AD39-E21F51FD6B9C}"/>
              </a:ext>
            </a:extLst>
          </p:cNvPr>
          <p:cNvSpPr txBox="1"/>
          <p:nvPr/>
        </p:nvSpPr>
        <p:spPr>
          <a:xfrm>
            <a:off x="3397020" y="8928639"/>
            <a:ext cx="5250347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Repeat for each Rᵢ · one vote per subtree</a:t>
            </a:r>
          </a:p>
        </p:txBody>
      </p:sp>
      <p:sp>
        <p:nvSpPr>
          <p:cNvPr id="442" name="Rounded Rectangle 127">
            <a:extLst>
              <a:ext uri="{FF2B5EF4-FFF2-40B4-BE49-F238E27FC236}">
                <a16:creationId xmlns:a16="http://schemas.microsoft.com/office/drawing/2014/main" id="{FEBD1DA6-6A6E-4488-8304-6C5308B3F03E}"/>
              </a:ext>
            </a:extLst>
          </p:cNvPr>
          <p:cNvSpPr/>
          <p:nvPr/>
        </p:nvSpPr>
        <p:spPr>
          <a:xfrm>
            <a:off x="3487155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TextBox 128">
            <a:extLst>
              <a:ext uri="{FF2B5EF4-FFF2-40B4-BE49-F238E27FC236}">
                <a16:creationId xmlns:a16="http://schemas.microsoft.com/office/drawing/2014/main" id="{F1B47E86-FC05-47F9-B2E0-712E1750461B}"/>
              </a:ext>
            </a:extLst>
          </p:cNvPr>
          <p:cNvSpPr txBox="1"/>
          <p:nvPr/>
        </p:nvSpPr>
        <p:spPr>
          <a:xfrm>
            <a:off x="3520955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V1 = A</a:t>
            </a:r>
          </a:p>
        </p:txBody>
      </p:sp>
      <p:cxnSp>
        <p:nvCxnSpPr>
          <p:cNvPr id="444" name="Connector 129">
            <a:extLst>
              <a:ext uri="{FF2B5EF4-FFF2-40B4-BE49-F238E27FC236}">
                <a16:creationId xmlns:a16="http://schemas.microsoft.com/office/drawing/2014/main" id="{048B1F11-7C43-4F47-9701-D93AE11072CC}"/>
              </a:ext>
            </a:extLst>
          </p:cNvPr>
          <p:cNvCxnSpPr/>
          <p:nvPr/>
        </p:nvCxnSpPr>
        <p:spPr>
          <a:xfrm>
            <a:off x="3904028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Rounded Rectangle 130">
            <a:extLst>
              <a:ext uri="{FF2B5EF4-FFF2-40B4-BE49-F238E27FC236}">
                <a16:creationId xmlns:a16="http://schemas.microsoft.com/office/drawing/2014/main" id="{31ECF9A2-9BF3-4871-92B4-599820CCE036}"/>
              </a:ext>
            </a:extLst>
          </p:cNvPr>
          <p:cNvSpPr/>
          <p:nvPr/>
        </p:nvSpPr>
        <p:spPr>
          <a:xfrm>
            <a:off x="4512437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TextBox 131">
            <a:extLst>
              <a:ext uri="{FF2B5EF4-FFF2-40B4-BE49-F238E27FC236}">
                <a16:creationId xmlns:a16="http://schemas.microsoft.com/office/drawing/2014/main" id="{A97E9484-A71E-4A50-84DC-C3EBA69E6537}"/>
              </a:ext>
            </a:extLst>
          </p:cNvPr>
          <p:cNvSpPr txBox="1"/>
          <p:nvPr/>
        </p:nvSpPr>
        <p:spPr>
          <a:xfrm>
            <a:off x="4546238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V2 = B</a:t>
            </a:r>
          </a:p>
        </p:txBody>
      </p:sp>
      <p:cxnSp>
        <p:nvCxnSpPr>
          <p:cNvPr id="447" name="Connector 132">
            <a:extLst>
              <a:ext uri="{FF2B5EF4-FFF2-40B4-BE49-F238E27FC236}">
                <a16:creationId xmlns:a16="http://schemas.microsoft.com/office/drawing/2014/main" id="{8E019EA2-E9C6-4428-9966-E227796CBDE2}"/>
              </a:ext>
            </a:extLst>
          </p:cNvPr>
          <p:cNvCxnSpPr/>
          <p:nvPr/>
        </p:nvCxnSpPr>
        <p:spPr>
          <a:xfrm>
            <a:off x="4929310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Rounded Rectangle 133">
            <a:extLst>
              <a:ext uri="{FF2B5EF4-FFF2-40B4-BE49-F238E27FC236}">
                <a16:creationId xmlns:a16="http://schemas.microsoft.com/office/drawing/2014/main" id="{BB0CB4B4-4786-4924-AFDD-7DEC75520B53}"/>
              </a:ext>
            </a:extLst>
          </p:cNvPr>
          <p:cNvSpPr/>
          <p:nvPr/>
        </p:nvSpPr>
        <p:spPr>
          <a:xfrm>
            <a:off x="5537719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TextBox 134">
            <a:extLst>
              <a:ext uri="{FF2B5EF4-FFF2-40B4-BE49-F238E27FC236}">
                <a16:creationId xmlns:a16="http://schemas.microsoft.com/office/drawing/2014/main" id="{8AC7EBA6-D467-4C4D-A69F-2FC2B2E5F9DD}"/>
              </a:ext>
            </a:extLst>
          </p:cNvPr>
          <p:cNvSpPr txBox="1"/>
          <p:nvPr/>
        </p:nvSpPr>
        <p:spPr>
          <a:xfrm>
            <a:off x="5571520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V3 = A</a:t>
            </a:r>
          </a:p>
        </p:txBody>
      </p:sp>
      <p:cxnSp>
        <p:nvCxnSpPr>
          <p:cNvPr id="450" name="Connector 135">
            <a:extLst>
              <a:ext uri="{FF2B5EF4-FFF2-40B4-BE49-F238E27FC236}">
                <a16:creationId xmlns:a16="http://schemas.microsoft.com/office/drawing/2014/main" id="{16F5DBC2-0CF2-4972-9567-B59DDE8CBD81}"/>
              </a:ext>
            </a:extLst>
          </p:cNvPr>
          <p:cNvCxnSpPr/>
          <p:nvPr/>
        </p:nvCxnSpPr>
        <p:spPr>
          <a:xfrm>
            <a:off x="5954592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Rounded Rectangle 136">
            <a:extLst>
              <a:ext uri="{FF2B5EF4-FFF2-40B4-BE49-F238E27FC236}">
                <a16:creationId xmlns:a16="http://schemas.microsoft.com/office/drawing/2014/main" id="{13C40756-04EC-4C10-8F1F-0296F6E175D4}"/>
              </a:ext>
            </a:extLst>
          </p:cNvPr>
          <p:cNvSpPr/>
          <p:nvPr/>
        </p:nvSpPr>
        <p:spPr>
          <a:xfrm>
            <a:off x="6563001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TextBox 137">
            <a:extLst>
              <a:ext uri="{FF2B5EF4-FFF2-40B4-BE49-F238E27FC236}">
                <a16:creationId xmlns:a16="http://schemas.microsoft.com/office/drawing/2014/main" id="{9BCA1B52-FAE9-4385-AC51-60C162B02815}"/>
              </a:ext>
            </a:extLst>
          </p:cNvPr>
          <p:cNvSpPr txBox="1"/>
          <p:nvPr/>
        </p:nvSpPr>
        <p:spPr>
          <a:xfrm>
            <a:off x="6596802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V4 = B</a:t>
            </a:r>
          </a:p>
        </p:txBody>
      </p:sp>
      <p:cxnSp>
        <p:nvCxnSpPr>
          <p:cNvPr id="453" name="Connector 138">
            <a:extLst>
              <a:ext uri="{FF2B5EF4-FFF2-40B4-BE49-F238E27FC236}">
                <a16:creationId xmlns:a16="http://schemas.microsoft.com/office/drawing/2014/main" id="{3C2BAEDE-E1CD-4D54-8BF4-92CF531B3574}"/>
              </a:ext>
            </a:extLst>
          </p:cNvPr>
          <p:cNvCxnSpPr/>
          <p:nvPr/>
        </p:nvCxnSpPr>
        <p:spPr>
          <a:xfrm>
            <a:off x="6979875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Rounded Rectangle 139">
            <a:extLst>
              <a:ext uri="{FF2B5EF4-FFF2-40B4-BE49-F238E27FC236}">
                <a16:creationId xmlns:a16="http://schemas.microsoft.com/office/drawing/2014/main" id="{25BF474A-C917-4AF7-BEA7-D4253AA9A0CA}"/>
              </a:ext>
            </a:extLst>
          </p:cNvPr>
          <p:cNvSpPr/>
          <p:nvPr/>
        </p:nvSpPr>
        <p:spPr>
          <a:xfrm>
            <a:off x="7588283" y="9326983"/>
            <a:ext cx="833746" cy="428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TextBox 140">
            <a:extLst>
              <a:ext uri="{FF2B5EF4-FFF2-40B4-BE49-F238E27FC236}">
                <a16:creationId xmlns:a16="http://schemas.microsoft.com/office/drawing/2014/main" id="{D32CEDCF-C13B-4528-BCE8-18275217F64F}"/>
              </a:ext>
            </a:extLst>
          </p:cNvPr>
          <p:cNvSpPr txBox="1"/>
          <p:nvPr/>
        </p:nvSpPr>
        <p:spPr>
          <a:xfrm>
            <a:off x="7622085" y="9430013"/>
            <a:ext cx="766145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0">
                <a:solidFill>
                  <a:srgbClr val="173253"/>
                </a:solidFill>
                <a:latin typeface="Cambria"/>
              </a:defRPr>
            </a:pPr>
            <a:r>
              <a:rPr sz="1443"/>
              <a:t>V5 = B</a:t>
            </a:r>
          </a:p>
        </p:txBody>
      </p:sp>
      <p:cxnSp>
        <p:nvCxnSpPr>
          <p:cNvPr id="456" name="Connector 141">
            <a:extLst>
              <a:ext uri="{FF2B5EF4-FFF2-40B4-BE49-F238E27FC236}">
                <a16:creationId xmlns:a16="http://schemas.microsoft.com/office/drawing/2014/main" id="{C784B55D-8CC7-46D2-9E76-1F8155793A11}"/>
              </a:ext>
            </a:extLst>
          </p:cNvPr>
          <p:cNvCxnSpPr/>
          <p:nvPr/>
        </p:nvCxnSpPr>
        <p:spPr>
          <a:xfrm>
            <a:off x="8005157" y="9755123"/>
            <a:ext cx="0" cy="191537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142">
            <a:extLst>
              <a:ext uri="{FF2B5EF4-FFF2-40B4-BE49-F238E27FC236}">
                <a16:creationId xmlns:a16="http://schemas.microsoft.com/office/drawing/2014/main" id="{EBD6832F-DAEE-433A-BB6D-5B9F904D327A}"/>
              </a:ext>
            </a:extLst>
          </p:cNvPr>
          <p:cNvCxnSpPr/>
          <p:nvPr/>
        </p:nvCxnSpPr>
        <p:spPr>
          <a:xfrm>
            <a:off x="3904028" y="9946660"/>
            <a:ext cx="4101129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143">
            <a:extLst>
              <a:ext uri="{FF2B5EF4-FFF2-40B4-BE49-F238E27FC236}">
                <a16:creationId xmlns:a16="http://schemas.microsoft.com/office/drawing/2014/main" id="{1F0C28B3-BEC7-4206-8077-6AC1322E80F8}"/>
              </a:ext>
            </a:extLst>
          </p:cNvPr>
          <p:cNvCxnSpPr/>
          <p:nvPr/>
        </p:nvCxnSpPr>
        <p:spPr>
          <a:xfrm>
            <a:off x="5954592" y="9946660"/>
            <a:ext cx="0" cy="21407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Rounded Rectangle 144">
            <a:extLst>
              <a:ext uri="{FF2B5EF4-FFF2-40B4-BE49-F238E27FC236}">
                <a16:creationId xmlns:a16="http://schemas.microsoft.com/office/drawing/2014/main" id="{11A5969F-4DA0-4E63-8FFC-AFAB16A0B1E8}"/>
              </a:ext>
            </a:extLst>
          </p:cNvPr>
          <p:cNvSpPr/>
          <p:nvPr/>
        </p:nvSpPr>
        <p:spPr>
          <a:xfrm>
            <a:off x="3926562" y="10160730"/>
            <a:ext cx="4056062" cy="45067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TextBox 145">
            <a:extLst>
              <a:ext uri="{FF2B5EF4-FFF2-40B4-BE49-F238E27FC236}">
                <a16:creationId xmlns:a16="http://schemas.microsoft.com/office/drawing/2014/main" id="{A3D91041-DF0B-4129-87F7-63DDF04BF499}"/>
              </a:ext>
            </a:extLst>
          </p:cNvPr>
          <p:cNvSpPr txBox="1"/>
          <p:nvPr/>
        </p:nvSpPr>
        <p:spPr>
          <a:xfrm>
            <a:off x="3960362" y="10247259"/>
            <a:ext cx="3988461" cy="27761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2000" b="1">
                <a:solidFill>
                  <a:srgbClr val="173253"/>
                </a:solidFill>
                <a:latin typeface="Cambria"/>
              </a:defRPr>
            </a:pPr>
            <a:r>
              <a:rPr sz="1804"/>
              <a:t>Equal-weight root voting</a:t>
            </a:r>
          </a:p>
        </p:txBody>
      </p:sp>
      <p:cxnSp>
        <p:nvCxnSpPr>
          <p:cNvPr id="461" name="Connector 146">
            <a:extLst>
              <a:ext uri="{FF2B5EF4-FFF2-40B4-BE49-F238E27FC236}">
                <a16:creationId xmlns:a16="http://schemas.microsoft.com/office/drawing/2014/main" id="{F071C280-EDCA-4D7F-AC0C-4EBA6B8994CC}"/>
              </a:ext>
            </a:extLst>
          </p:cNvPr>
          <p:cNvCxnSpPr/>
          <p:nvPr/>
        </p:nvCxnSpPr>
        <p:spPr>
          <a:xfrm>
            <a:off x="5954592" y="10611403"/>
            <a:ext cx="0" cy="225337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Rounded Rectangle 147">
            <a:extLst>
              <a:ext uri="{FF2B5EF4-FFF2-40B4-BE49-F238E27FC236}">
                <a16:creationId xmlns:a16="http://schemas.microsoft.com/office/drawing/2014/main" id="{C1F81DAD-6EF7-48E9-820F-6BBE24C3207C}"/>
              </a:ext>
            </a:extLst>
          </p:cNvPr>
          <p:cNvSpPr/>
          <p:nvPr/>
        </p:nvSpPr>
        <p:spPr>
          <a:xfrm>
            <a:off x="4365968" y="10836740"/>
            <a:ext cx="3177248" cy="3605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TextBox 148">
            <a:extLst>
              <a:ext uri="{FF2B5EF4-FFF2-40B4-BE49-F238E27FC236}">
                <a16:creationId xmlns:a16="http://schemas.microsoft.com/office/drawing/2014/main" id="{D5209A87-2CDF-4F7B-9D9F-60B4209FE411}"/>
              </a:ext>
            </a:extLst>
          </p:cNvPr>
          <p:cNvSpPr txBox="1"/>
          <p:nvPr/>
        </p:nvSpPr>
        <p:spPr>
          <a:xfrm>
            <a:off x="4399768" y="10892069"/>
            <a:ext cx="3109647" cy="249880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800" b="1">
                <a:solidFill>
                  <a:srgbClr val="173253"/>
                </a:solidFill>
                <a:latin typeface="Cambria"/>
              </a:defRPr>
            </a:pPr>
            <a:r>
              <a:rPr sz="1624" dirty="0"/>
              <a:t>Final preference: B</a:t>
            </a:r>
          </a:p>
        </p:txBody>
      </p:sp>
      <p:sp>
        <p:nvSpPr>
          <p:cNvPr id="464" name="Rounded Rectangle 149">
            <a:extLst>
              <a:ext uri="{FF2B5EF4-FFF2-40B4-BE49-F238E27FC236}">
                <a16:creationId xmlns:a16="http://schemas.microsoft.com/office/drawing/2014/main" id="{C93EF99C-5058-4799-8308-690435A39E1A}"/>
              </a:ext>
            </a:extLst>
          </p:cNvPr>
          <p:cNvSpPr/>
          <p:nvPr/>
        </p:nvSpPr>
        <p:spPr>
          <a:xfrm>
            <a:off x="9514913" y="4076637"/>
            <a:ext cx="6196761" cy="2985713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5240">
            <a:solidFill>
              <a:srgbClr val="ADC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5" name="TextBox 150">
            <a:extLst>
              <a:ext uri="{FF2B5EF4-FFF2-40B4-BE49-F238E27FC236}">
                <a16:creationId xmlns:a16="http://schemas.microsoft.com/office/drawing/2014/main" id="{3330A7B1-1830-481E-B5B7-35B187F95875}"/>
              </a:ext>
            </a:extLst>
          </p:cNvPr>
          <p:cNvSpPr txBox="1"/>
          <p:nvPr/>
        </p:nvSpPr>
        <p:spPr>
          <a:xfrm>
            <a:off x="9695182" y="4195666"/>
            <a:ext cx="5824955" cy="29148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2100" b="1">
                <a:solidFill>
                  <a:srgbClr val="173253"/>
                </a:solidFill>
                <a:latin typeface="Cambria"/>
              </a:defRPr>
            </a:pPr>
            <a:r>
              <a:rPr sz="1894" dirty="0"/>
              <a:t>Split · Build a subtree for Rᵢ</a:t>
            </a:r>
          </a:p>
        </p:txBody>
      </p:sp>
      <p:sp>
        <p:nvSpPr>
          <p:cNvPr id="466" name="TextBox 151">
            <a:extLst>
              <a:ext uri="{FF2B5EF4-FFF2-40B4-BE49-F238E27FC236}">
                <a16:creationId xmlns:a16="http://schemas.microsoft.com/office/drawing/2014/main" id="{5874583D-E0B6-4DF1-B210-3607B3BE2A8B}"/>
              </a:ext>
            </a:extLst>
          </p:cNvPr>
          <p:cNvSpPr txBox="1"/>
          <p:nvPr/>
        </p:nvSpPr>
        <p:spPr>
          <a:xfrm>
            <a:off x="9503647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Root errors</a:t>
            </a:r>
          </a:p>
        </p:txBody>
      </p:sp>
      <p:sp>
        <p:nvSpPr>
          <p:cNvPr id="467" name="TextBox 152">
            <a:extLst>
              <a:ext uri="{FF2B5EF4-FFF2-40B4-BE49-F238E27FC236}">
                <a16:creationId xmlns:a16="http://schemas.microsoft.com/office/drawing/2014/main" id="{D2935D29-AD44-46C1-AF94-467A12720D50}"/>
              </a:ext>
            </a:extLst>
          </p:cNvPr>
          <p:cNvSpPr txBox="1"/>
          <p:nvPr/>
        </p:nvSpPr>
        <p:spPr>
          <a:xfrm>
            <a:off x="10979602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Error signatures</a:t>
            </a:r>
          </a:p>
        </p:txBody>
      </p:sp>
      <p:sp>
        <p:nvSpPr>
          <p:cNvPr id="468" name="TextBox 153">
            <a:extLst>
              <a:ext uri="{FF2B5EF4-FFF2-40B4-BE49-F238E27FC236}">
                <a16:creationId xmlns:a16="http://schemas.microsoft.com/office/drawing/2014/main" id="{45F9A55E-1C5D-4113-A6B6-D38F01AC09C8}"/>
              </a:ext>
            </a:extLst>
          </p:cNvPr>
          <p:cNvSpPr txBox="1"/>
          <p:nvPr/>
        </p:nvSpPr>
        <p:spPr>
          <a:xfrm>
            <a:off x="12455558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Semantic clusters</a:t>
            </a:r>
          </a:p>
        </p:txBody>
      </p:sp>
      <p:sp>
        <p:nvSpPr>
          <p:cNvPr id="469" name="TextBox 154">
            <a:extLst>
              <a:ext uri="{FF2B5EF4-FFF2-40B4-BE49-F238E27FC236}">
                <a16:creationId xmlns:a16="http://schemas.microsoft.com/office/drawing/2014/main" id="{E1C7C90F-83F4-4BC8-982E-9C734DD82AA5}"/>
              </a:ext>
            </a:extLst>
          </p:cNvPr>
          <p:cNvSpPr txBox="1"/>
          <p:nvPr/>
        </p:nvSpPr>
        <p:spPr>
          <a:xfrm>
            <a:off x="14156851" y="4617341"/>
            <a:ext cx="1374554" cy="18047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0">
                <a:solidFill>
                  <a:srgbClr val="173253"/>
                </a:solidFill>
                <a:latin typeface="Cambria"/>
              </a:defRPr>
            </a:pPr>
            <a:r>
              <a:rPr sz="1173"/>
              <a:t>Generate children</a:t>
            </a:r>
          </a:p>
        </p:txBody>
      </p:sp>
      <p:sp>
        <p:nvSpPr>
          <p:cNvPr id="470" name="Oval 185">
            <a:extLst>
              <a:ext uri="{FF2B5EF4-FFF2-40B4-BE49-F238E27FC236}">
                <a16:creationId xmlns:a16="http://schemas.microsoft.com/office/drawing/2014/main" id="{B16F4693-9B37-4233-8CB8-30BE7471651F}"/>
              </a:ext>
            </a:extLst>
          </p:cNvPr>
          <p:cNvSpPr/>
          <p:nvPr/>
        </p:nvSpPr>
        <p:spPr>
          <a:xfrm>
            <a:off x="12804829" y="4887848"/>
            <a:ext cx="270404" cy="2704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186">
            <a:extLst>
              <a:ext uri="{FF2B5EF4-FFF2-40B4-BE49-F238E27FC236}">
                <a16:creationId xmlns:a16="http://schemas.microsoft.com/office/drawing/2014/main" id="{085FA084-3A0E-4AC9-8B5D-7202F47956DF}"/>
              </a:ext>
            </a:extLst>
          </p:cNvPr>
          <p:cNvSpPr/>
          <p:nvPr/>
        </p:nvSpPr>
        <p:spPr>
          <a:xfrm>
            <a:off x="12869051" y="4997137"/>
            <a:ext cx="51827" cy="51827"/>
          </a:xfrm>
          <a:prstGeom prst="ellipse">
            <a:avLst/>
          </a:prstGeom>
          <a:solidFill>
            <a:srgbClr val="1687BD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187">
            <a:extLst>
              <a:ext uri="{FF2B5EF4-FFF2-40B4-BE49-F238E27FC236}">
                <a16:creationId xmlns:a16="http://schemas.microsoft.com/office/drawing/2014/main" id="{F9E28104-C9F9-4D5F-A982-628C7838A5CD}"/>
              </a:ext>
            </a:extLst>
          </p:cNvPr>
          <p:cNvSpPr/>
          <p:nvPr/>
        </p:nvSpPr>
        <p:spPr>
          <a:xfrm>
            <a:off x="12959185" y="4997137"/>
            <a:ext cx="51827" cy="51827"/>
          </a:xfrm>
          <a:prstGeom prst="ellipse">
            <a:avLst/>
          </a:prstGeom>
          <a:solidFill>
            <a:srgbClr val="1687BD"/>
          </a:solidFill>
          <a:ln w="17780">
            <a:solidFill>
              <a:srgbClr val="168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188">
            <a:extLst>
              <a:ext uri="{FF2B5EF4-FFF2-40B4-BE49-F238E27FC236}">
                <a16:creationId xmlns:a16="http://schemas.microsoft.com/office/drawing/2014/main" id="{8CB4F834-3057-4BFC-AC0E-556F2558D58F}"/>
              </a:ext>
            </a:extLst>
          </p:cNvPr>
          <p:cNvSpPr/>
          <p:nvPr/>
        </p:nvSpPr>
        <p:spPr>
          <a:xfrm>
            <a:off x="13176635" y="4887848"/>
            <a:ext cx="270404" cy="2704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189">
            <a:extLst>
              <a:ext uri="{FF2B5EF4-FFF2-40B4-BE49-F238E27FC236}">
                <a16:creationId xmlns:a16="http://schemas.microsoft.com/office/drawing/2014/main" id="{4A29BCE9-D943-400C-9DF4-36E4831EA48C}"/>
              </a:ext>
            </a:extLst>
          </p:cNvPr>
          <p:cNvSpPr/>
          <p:nvPr/>
        </p:nvSpPr>
        <p:spPr>
          <a:xfrm>
            <a:off x="13240856" y="4997137"/>
            <a:ext cx="51827" cy="51827"/>
          </a:xfrm>
          <a:prstGeom prst="ellipse">
            <a:avLst/>
          </a:prstGeom>
          <a:solidFill>
            <a:srgbClr val="009F98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190">
            <a:extLst>
              <a:ext uri="{FF2B5EF4-FFF2-40B4-BE49-F238E27FC236}">
                <a16:creationId xmlns:a16="http://schemas.microsoft.com/office/drawing/2014/main" id="{D8AB5F7A-37D8-4338-8E24-99736F64BA31}"/>
              </a:ext>
            </a:extLst>
          </p:cNvPr>
          <p:cNvSpPr/>
          <p:nvPr/>
        </p:nvSpPr>
        <p:spPr>
          <a:xfrm>
            <a:off x="13330991" y="4997137"/>
            <a:ext cx="51827" cy="51827"/>
          </a:xfrm>
          <a:prstGeom prst="ellipse">
            <a:avLst/>
          </a:prstGeom>
          <a:solidFill>
            <a:srgbClr val="009F98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191">
            <a:extLst>
              <a:ext uri="{FF2B5EF4-FFF2-40B4-BE49-F238E27FC236}">
                <a16:creationId xmlns:a16="http://schemas.microsoft.com/office/drawing/2014/main" id="{64FC8D19-776F-4FE3-B912-B7FD122E7802}"/>
              </a:ext>
            </a:extLst>
          </p:cNvPr>
          <p:cNvSpPr/>
          <p:nvPr/>
        </p:nvSpPr>
        <p:spPr>
          <a:xfrm>
            <a:off x="13007633" y="5146986"/>
            <a:ext cx="270404" cy="2704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192">
            <a:extLst>
              <a:ext uri="{FF2B5EF4-FFF2-40B4-BE49-F238E27FC236}">
                <a16:creationId xmlns:a16="http://schemas.microsoft.com/office/drawing/2014/main" id="{9919EBA7-C744-4E3C-8981-69423AA65D36}"/>
              </a:ext>
            </a:extLst>
          </p:cNvPr>
          <p:cNvSpPr/>
          <p:nvPr/>
        </p:nvSpPr>
        <p:spPr>
          <a:xfrm>
            <a:off x="13071853" y="5256274"/>
            <a:ext cx="51827" cy="51827"/>
          </a:xfrm>
          <a:prstGeom prst="ellipse">
            <a:avLst/>
          </a:prstGeom>
          <a:solidFill>
            <a:srgbClr val="F29D38"/>
          </a:solidFill>
          <a:ln w="1778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193">
            <a:extLst>
              <a:ext uri="{FF2B5EF4-FFF2-40B4-BE49-F238E27FC236}">
                <a16:creationId xmlns:a16="http://schemas.microsoft.com/office/drawing/2014/main" id="{21CDF083-30B1-44DF-B453-117AF485C982}"/>
              </a:ext>
            </a:extLst>
          </p:cNvPr>
          <p:cNvSpPr/>
          <p:nvPr/>
        </p:nvSpPr>
        <p:spPr>
          <a:xfrm>
            <a:off x="13161989" y="5256274"/>
            <a:ext cx="51827" cy="51827"/>
          </a:xfrm>
          <a:prstGeom prst="ellipse">
            <a:avLst/>
          </a:prstGeom>
          <a:solidFill>
            <a:srgbClr val="F29D38"/>
          </a:solidFill>
          <a:ln w="17780">
            <a:solidFill>
              <a:srgbClr val="F29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9" name="Connector 194">
            <a:extLst>
              <a:ext uri="{FF2B5EF4-FFF2-40B4-BE49-F238E27FC236}">
                <a16:creationId xmlns:a16="http://schemas.microsoft.com/office/drawing/2014/main" id="{24897A42-5217-4D93-AB9F-AEA9A182C09E}"/>
              </a:ext>
            </a:extLst>
          </p:cNvPr>
          <p:cNvCxnSpPr/>
          <p:nvPr/>
        </p:nvCxnSpPr>
        <p:spPr>
          <a:xfrm flipH="1">
            <a:off x="14623860" y="4966717"/>
            <a:ext cx="220266" cy="335188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Oval 195">
            <a:extLst>
              <a:ext uri="{FF2B5EF4-FFF2-40B4-BE49-F238E27FC236}">
                <a16:creationId xmlns:a16="http://schemas.microsoft.com/office/drawing/2014/main" id="{7D9C3342-DFBB-4FB0-97C5-E064D3AB1365}"/>
              </a:ext>
            </a:extLst>
          </p:cNvPr>
          <p:cNvSpPr/>
          <p:nvPr/>
        </p:nvSpPr>
        <p:spPr>
          <a:xfrm>
            <a:off x="14575976" y="5254022"/>
            <a:ext cx="95768" cy="95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1" name="Connector 196">
            <a:extLst>
              <a:ext uri="{FF2B5EF4-FFF2-40B4-BE49-F238E27FC236}">
                <a16:creationId xmlns:a16="http://schemas.microsoft.com/office/drawing/2014/main" id="{1B87597B-DB15-4D63-A1D8-ED2155147E3E}"/>
              </a:ext>
            </a:extLst>
          </p:cNvPr>
          <p:cNvCxnSpPr/>
          <p:nvPr/>
        </p:nvCxnSpPr>
        <p:spPr>
          <a:xfrm>
            <a:off x="14844128" y="4966717"/>
            <a:ext cx="0" cy="335188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Oval 197">
            <a:extLst>
              <a:ext uri="{FF2B5EF4-FFF2-40B4-BE49-F238E27FC236}">
                <a16:creationId xmlns:a16="http://schemas.microsoft.com/office/drawing/2014/main" id="{E68B42D7-EB5B-4AA2-BCBA-E3F923F69B97}"/>
              </a:ext>
            </a:extLst>
          </p:cNvPr>
          <p:cNvSpPr/>
          <p:nvPr/>
        </p:nvSpPr>
        <p:spPr>
          <a:xfrm>
            <a:off x="14796244" y="5254022"/>
            <a:ext cx="95768" cy="95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3" name="Connector 198">
            <a:extLst>
              <a:ext uri="{FF2B5EF4-FFF2-40B4-BE49-F238E27FC236}">
                <a16:creationId xmlns:a16="http://schemas.microsoft.com/office/drawing/2014/main" id="{437CB8A0-C4F2-44DC-ACC9-55C2599C6E67}"/>
              </a:ext>
            </a:extLst>
          </p:cNvPr>
          <p:cNvCxnSpPr/>
          <p:nvPr/>
        </p:nvCxnSpPr>
        <p:spPr>
          <a:xfrm>
            <a:off x="14844128" y="4966717"/>
            <a:ext cx="220266" cy="335188"/>
          </a:xfrm>
          <a:prstGeom prst="line">
            <a:avLst/>
          </a:prstGeom>
          <a:ln w="1905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Oval 199">
            <a:extLst>
              <a:ext uri="{FF2B5EF4-FFF2-40B4-BE49-F238E27FC236}">
                <a16:creationId xmlns:a16="http://schemas.microsoft.com/office/drawing/2014/main" id="{6A9601F4-3B97-4BA9-997F-16676E5A8B3F}"/>
              </a:ext>
            </a:extLst>
          </p:cNvPr>
          <p:cNvSpPr/>
          <p:nvPr/>
        </p:nvSpPr>
        <p:spPr>
          <a:xfrm>
            <a:off x="15016510" y="5254022"/>
            <a:ext cx="95768" cy="95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5" name="Oval 200">
            <a:extLst>
              <a:ext uri="{FF2B5EF4-FFF2-40B4-BE49-F238E27FC236}">
                <a16:creationId xmlns:a16="http://schemas.microsoft.com/office/drawing/2014/main" id="{E7058B19-28EB-45BE-B9AE-4ACE7BABF9EA}"/>
              </a:ext>
            </a:extLst>
          </p:cNvPr>
          <p:cNvSpPr/>
          <p:nvPr/>
        </p:nvSpPr>
        <p:spPr>
          <a:xfrm>
            <a:off x="14777090" y="4899679"/>
            <a:ext cx="134075" cy="134075"/>
          </a:xfrm>
          <a:prstGeom prst="ellipse">
            <a:avLst/>
          </a:prstGeom>
          <a:solidFill>
            <a:srgbClr val="66BDEA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6" name="Connector 201">
            <a:extLst>
              <a:ext uri="{FF2B5EF4-FFF2-40B4-BE49-F238E27FC236}">
                <a16:creationId xmlns:a16="http://schemas.microsoft.com/office/drawing/2014/main" id="{C151E874-F3F4-4B4C-BB4A-DF609CAD9D1D}"/>
              </a:ext>
            </a:extLst>
          </p:cNvPr>
          <p:cNvCxnSpPr/>
          <p:nvPr/>
        </p:nvCxnSpPr>
        <p:spPr>
          <a:xfrm>
            <a:off x="10630330" y="5135719"/>
            <a:ext cx="597142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202">
            <a:extLst>
              <a:ext uri="{FF2B5EF4-FFF2-40B4-BE49-F238E27FC236}">
                <a16:creationId xmlns:a16="http://schemas.microsoft.com/office/drawing/2014/main" id="{3818892D-8F15-41FB-B416-0946322C366D}"/>
              </a:ext>
            </a:extLst>
          </p:cNvPr>
          <p:cNvCxnSpPr/>
          <p:nvPr/>
        </p:nvCxnSpPr>
        <p:spPr>
          <a:xfrm>
            <a:off x="12106286" y="5135719"/>
            <a:ext cx="597142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203">
            <a:extLst>
              <a:ext uri="{FF2B5EF4-FFF2-40B4-BE49-F238E27FC236}">
                <a16:creationId xmlns:a16="http://schemas.microsoft.com/office/drawing/2014/main" id="{387D4CC9-9DCD-4336-8AD4-8924A7B2B0DA}"/>
              </a:ext>
            </a:extLst>
          </p:cNvPr>
          <p:cNvCxnSpPr/>
          <p:nvPr/>
        </p:nvCxnSpPr>
        <p:spPr>
          <a:xfrm>
            <a:off x="13582242" y="5135719"/>
            <a:ext cx="822480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204">
            <a:extLst>
              <a:ext uri="{FF2B5EF4-FFF2-40B4-BE49-F238E27FC236}">
                <a16:creationId xmlns:a16="http://schemas.microsoft.com/office/drawing/2014/main" id="{F116FAB1-F75D-47E0-AEE0-27F57B7F183B}"/>
              </a:ext>
            </a:extLst>
          </p:cNvPr>
          <p:cNvCxnSpPr/>
          <p:nvPr/>
        </p:nvCxnSpPr>
        <p:spPr>
          <a:xfrm>
            <a:off x="14844128" y="5361056"/>
            <a:ext cx="0" cy="90134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205">
            <a:extLst>
              <a:ext uri="{FF2B5EF4-FFF2-40B4-BE49-F238E27FC236}">
                <a16:creationId xmlns:a16="http://schemas.microsoft.com/office/drawing/2014/main" id="{8BA33D91-34A3-4922-A05C-347698CD1925}"/>
              </a:ext>
            </a:extLst>
          </p:cNvPr>
          <p:cNvCxnSpPr/>
          <p:nvPr/>
        </p:nvCxnSpPr>
        <p:spPr>
          <a:xfrm flipH="1">
            <a:off x="11802081" y="5451191"/>
            <a:ext cx="3042046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206">
            <a:extLst>
              <a:ext uri="{FF2B5EF4-FFF2-40B4-BE49-F238E27FC236}">
                <a16:creationId xmlns:a16="http://schemas.microsoft.com/office/drawing/2014/main" id="{A67A8BCF-6632-44D7-A299-7E62D2C73C49}"/>
              </a:ext>
            </a:extLst>
          </p:cNvPr>
          <p:cNvCxnSpPr/>
          <p:nvPr/>
        </p:nvCxnSpPr>
        <p:spPr>
          <a:xfrm>
            <a:off x="11802081" y="5451191"/>
            <a:ext cx="0" cy="112668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Rounded Rectangle 207">
            <a:extLst>
              <a:ext uri="{FF2B5EF4-FFF2-40B4-BE49-F238E27FC236}">
                <a16:creationId xmlns:a16="http://schemas.microsoft.com/office/drawing/2014/main" id="{D8424542-0489-4C04-AF87-8CC279F87A5E}"/>
              </a:ext>
            </a:extLst>
          </p:cNvPr>
          <p:cNvSpPr/>
          <p:nvPr/>
        </p:nvSpPr>
        <p:spPr>
          <a:xfrm>
            <a:off x="9762783" y="5563860"/>
            <a:ext cx="4123662" cy="5182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TextBox 208">
            <a:extLst>
              <a:ext uri="{FF2B5EF4-FFF2-40B4-BE49-F238E27FC236}">
                <a16:creationId xmlns:a16="http://schemas.microsoft.com/office/drawing/2014/main" id="{09FC20AE-C8B1-4B22-B681-D7CA1D40DC8A}"/>
              </a:ext>
            </a:extLst>
          </p:cNvPr>
          <p:cNvSpPr txBox="1"/>
          <p:nvPr/>
        </p:nvSpPr>
        <p:spPr>
          <a:xfrm>
            <a:off x="9796584" y="5711958"/>
            <a:ext cx="405606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 dirty="0"/>
              <a:t>Subtree ACC ≥ Parent ACC</a:t>
            </a:r>
          </a:p>
        </p:txBody>
      </p:sp>
      <p:sp>
        <p:nvSpPr>
          <p:cNvPr id="494" name="TextBox 209">
            <a:extLst>
              <a:ext uri="{FF2B5EF4-FFF2-40B4-BE49-F238E27FC236}">
                <a16:creationId xmlns:a16="http://schemas.microsoft.com/office/drawing/2014/main" id="{060DCFBA-1D66-4F19-90C0-BF4F5059C82E}"/>
              </a:ext>
            </a:extLst>
          </p:cNvPr>
          <p:cNvSpPr txBox="1"/>
          <p:nvPr/>
        </p:nvSpPr>
        <p:spPr>
          <a:xfrm>
            <a:off x="9807851" y="6088997"/>
            <a:ext cx="4033528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Evaluate on fixed parent scope</a:t>
            </a:r>
          </a:p>
        </p:txBody>
      </p:sp>
      <p:sp>
        <p:nvSpPr>
          <p:cNvPr id="495" name="Rounded Rectangle 210">
            <a:extLst>
              <a:ext uri="{FF2B5EF4-FFF2-40B4-BE49-F238E27FC236}">
                <a16:creationId xmlns:a16="http://schemas.microsoft.com/office/drawing/2014/main" id="{EFF6D16F-DC78-4365-AD69-CDE0891DFC80}"/>
              </a:ext>
            </a:extLst>
          </p:cNvPr>
          <p:cNvSpPr/>
          <p:nvPr/>
        </p:nvSpPr>
        <p:spPr>
          <a:xfrm>
            <a:off x="14438521" y="5597660"/>
            <a:ext cx="1002748" cy="405606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TextBox 211">
            <a:extLst>
              <a:ext uri="{FF2B5EF4-FFF2-40B4-BE49-F238E27FC236}">
                <a16:creationId xmlns:a16="http://schemas.microsoft.com/office/drawing/2014/main" id="{3B45B131-C770-4FC6-B5EF-0DDC4A44F82E}"/>
              </a:ext>
            </a:extLst>
          </p:cNvPr>
          <p:cNvSpPr txBox="1"/>
          <p:nvPr/>
        </p:nvSpPr>
        <p:spPr>
          <a:xfrm>
            <a:off x="14472322" y="5696357"/>
            <a:ext cx="935148" cy="208211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500" b="1">
                <a:solidFill>
                  <a:srgbClr val="173253"/>
                </a:solidFill>
                <a:latin typeface="Cambria"/>
              </a:defRPr>
            </a:pPr>
            <a:r>
              <a:rPr sz="1353"/>
              <a:t>Accept</a:t>
            </a:r>
          </a:p>
        </p:txBody>
      </p:sp>
      <p:cxnSp>
        <p:nvCxnSpPr>
          <p:cNvPr id="497" name="Connector 212">
            <a:extLst>
              <a:ext uri="{FF2B5EF4-FFF2-40B4-BE49-F238E27FC236}">
                <a16:creationId xmlns:a16="http://schemas.microsoft.com/office/drawing/2014/main" id="{7F0C512B-02CE-44F3-B103-25F0C131F2BF}"/>
              </a:ext>
            </a:extLst>
          </p:cNvPr>
          <p:cNvCxnSpPr/>
          <p:nvPr/>
        </p:nvCxnSpPr>
        <p:spPr>
          <a:xfrm>
            <a:off x="13886446" y="5822996"/>
            <a:ext cx="552075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8" name="TextBox 213">
            <a:extLst>
              <a:ext uri="{FF2B5EF4-FFF2-40B4-BE49-F238E27FC236}">
                <a16:creationId xmlns:a16="http://schemas.microsoft.com/office/drawing/2014/main" id="{DBFBFA2D-69F8-48D1-A10F-DBC8BDDCEAA9}"/>
              </a:ext>
            </a:extLst>
          </p:cNvPr>
          <p:cNvSpPr txBox="1"/>
          <p:nvPr/>
        </p:nvSpPr>
        <p:spPr>
          <a:xfrm>
            <a:off x="13897713" y="5587623"/>
            <a:ext cx="5295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009F98"/>
                </a:solidFill>
                <a:latin typeface="Cambria"/>
              </a:defRPr>
            </a:pPr>
            <a:r>
              <a:rPr sz="1082"/>
              <a:t>Yes</a:t>
            </a:r>
          </a:p>
        </p:txBody>
      </p:sp>
      <p:cxnSp>
        <p:nvCxnSpPr>
          <p:cNvPr id="499" name="Connector 214">
            <a:extLst>
              <a:ext uri="{FF2B5EF4-FFF2-40B4-BE49-F238E27FC236}">
                <a16:creationId xmlns:a16="http://schemas.microsoft.com/office/drawing/2014/main" id="{11DC1DD2-F7FD-4266-BF31-0D47E3655A2E}"/>
              </a:ext>
            </a:extLst>
          </p:cNvPr>
          <p:cNvCxnSpPr/>
          <p:nvPr/>
        </p:nvCxnSpPr>
        <p:spPr>
          <a:xfrm>
            <a:off x="10033187" y="6082133"/>
            <a:ext cx="0" cy="349272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TextBox 215">
            <a:extLst>
              <a:ext uri="{FF2B5EF4-FFF2-40B4-BE49-F238E27FC236}">
                <a16:creationId xmlns:a16="http://schemas.microsoft.com/office/drawing/2014/main" id="{E1C03B12-A3B6-45C8-921B-809D34A4E5C7}"/>
              </a:ext>
            </a:extLst>
          </p:cNvPr>
          <p:cNvSpPr txBox="1"/>
          <p:nvPr/>
        </p:nvSpPr>
        <p:spPr>
          <a:xfrm>
            <a:off x="10078254" y="6218566"/>
            <a:ext cx="5971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E77355"/>
                </a:solidFill>
                <a:latin typeface="Cambria"/>
              </a:defRPr>
            </a:pPr>
            <a:r>
              <a:rPr sz="1082"/>
              <a:t>No</a:t>
            </a:r>
          </a:p>
        </p:txBody>
      </p:sp>
      <p:sp>
        <p:nvSpPr>
          <p:cNvPr id="501" name="Rounded Rectangle 216">
            <a:extLst>
              <a:ext uri="{FF2B5EF4-FFF2-40B4-BE49-F238E27FC236}">
                <a16:creationId xmlns:a16="http://schemas.microsoft.com/office/drawing/2014/main" id="{D25E5BE0-3892-423B-A77F-82383B2B19A2}"/>
              </a:ext>
            </a:extLst>
          </p:cNvPr>
          <p:cNvSpPr/>
          <p:nvPr/>
        </p:nvSpPr>
        <p:spPr>
          <a:xfrm>
            <a:off x="9751516" y="6442673"/>
            <a:ext cx="1926629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TextBox 217">
            <a:extLst>
              <a:ext uri="{FF2B5EF4-FFF2-40B4-BE49-F238E27FC236}">
                <a16:creationId xmlns:a16="http://schemas.microsoft.com/office/drawing/2014/main" id="{99C9744C-823F-4159-B4AE-D70AD26D4092}"/>
              </a:ext>
            </a:extLst>
          </p:cNvPr>
          <p:cNvSpPr txBox="1"/>
          <p:nvPr/>
        </p:nvSpPr>
        <p:spPr>
          <a:xfrm>
            <a:off x="9785318" y="6537036"/>
            <a:ext cx="1859028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1">
                <a:solidFill>
                  <a:srgbClr val="173253"/>
                </a:solidFill>
                <a:latin typeface="Cambria"/>
              </a:defRPr>
            </a:pPr>
            <a:r>
              <a:rPr sz="1263" dirty="0"/>
              <a:t>Failure attribution</a:t>
            </a:r>
          </a:p>
        </p:txBody>
      </p:sp>
      <p:cxnSp>
        <p:nvCxnSpPr>
          <p:cNvPr id="503" name="Connector 218">
            <a:extLst>
              <a:ext uri="{FF2B5EF4-FFF2-40B4-BE49-F238E27FC236}">
                <a16:creationId xmlns:a16="http://schemas.microsoft.com/office/drawing/2014/main" id="{4A289E5B-CD37-44B1-B34E-2942CFE64D62}"/>
              </a:ext>
            </a:extLst>
          </p:cNvPr>
          <p:cNvCxnSpPr/>
          <p:nvPr/>
        </p:nvCxnSpPr>
        <p:spPr>
          <a:xfrm>
            <a:off x="11678146" y="6634209"/>
            <a:ext cx="2591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Rounded Rectangle 219">
            <a:extLst>
              <a:ext uri="{FF2B5EF4-FFF2-40B4-BE49-F238E27FC236}">
                <a16:creationId xmlns:a16="http://schemas.microsoft.com/office/drawing/2014/main" id="{4798F12F-8068-4619-BB40-066B17CA2720}"/>
              </a:ext>
            </a:extLst>
          </p:cNvPr>
          <p:cNvSpPr/>
          <p:nvPr/>
        </p:nvSpPr>
        <p:spPr>
          <a:xfrm>
            <a:off x="11937283" y="6442673"/>
            <a:ext cx="1611158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5" name="TextBox 220">
            <a:extLst>
              <a:ext uri="{FF2B5EF4-FFF2-40B4-BE49-F238E27FC236}">
                <a16:creationId xmlns:a16="http://schemas.microsoft.com/office/drawing/2014/main" id="{673B911A-5DD2-477B-96AE-3D01C1E5F356}"/>
              </a:ext>
            </a:extLst>
          </p:cNvPr>
          <p:cNvSpPr txBox="1"/>
          <p:nvPr/>
        </p:nvSpPr>
        <p:spPr>
          <a:xfrm>
            <a:off x="11971084" y="6537036"/>
            <a:ext cx="1543557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 dirty="0"/>
              <a:t>Root history</a:t>
            </a:r>
          </a:p>
        </p:txBody>
      </p:sp>
      <p:cxnSp>
        <p:nvCxnSpPr>
          <p:cNvPr id="506" name="Connector 221">
            <a:extLst>
              <a:ext uri="{FF2B5EF4-FFF2-40B4-BE49-F238E27FC236}">
                <a16:creationId xmlns:a16="http://schemas.microsoft.com/office/drawing/2014/main" id="{263B213A-1FF1-4915-83AE-D5F0299FD73D}"/>
              </a:ext>
            </a:extLst>
          </p:cNvPr>
          <p:cNvCxnSpPr/>
          <p:nvPr/>
        </p:nvCxnSpPr>
        <p:spPr>
          <a:xfrm>
            <a:off x="13548441" y="6634209"/>
            <a:ext cx="2253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TextBox 222">
            <a:extLst>
              <a:ext uri="{FF2B5EF4-FFF2-40B4-BE49-F238E27FC236}">
                <a16:creationId xmlns:a16="http://schemas.microsoft.com/office/drawing/2014/main" id="{D340D075-3E57-4EBF-8FAA-663F19B9C88B}"/>
              </a:ext>
            </a:extLst>
          </p:cNvPr>
          <p:cNvSpPr txBox="1"/>
          <p:nvPr/>
        </p:nvSpPr>
        <p:spPr>
          <a:xfrm>
            <a:off x="13785044" y="6453732"/>
            <a:ext cx="1712559" cy="36095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 dirty="0"/>
              <a:t>Next attempt:</a:t>
            </a:r>
          </a:p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 dirty="0"/>
              <a:t>regenerate children</a:t>
            </a:r>
          </a:p>
        </p:txBody>
      </p:sp>
      <p:cxnSp>
        <p:nvCxnSpPr>
          <p:cNvPr id="508" name="Connector 223">
            <a:extLst>
              <a:ext uri="{FF2B5EF4-FFF2-40B4-BE49-F238E27FC236}">
                <a16:creationId xmlns:a16="http://schemas.microsoft.com/office/drawing/2014/main" id="{4E40FCD2-28BF-442C-AF7E-65E4337BFCF1}"/>
              </a:ext>
            </a:extLst>
          </p:cNvPr>
          <p:cNvCxnSpPr/>
          <p:nvPr/>
        </p:nvCxnSpPr>
        <p:spPr>
          <a:xfrm>
            <a:off x="15441270" y="5800462"/>
            <a:ext cx="428139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Rounded Rectangle 224">
            <a:extLst>
              <a:ext uri="{FF2B5EF4-FFF2-40B4-BE49-F238E27FC236}">
                <a16:creationId xmlns:a16="http://schemas.microsoft.com/office/drawing/2014/main" id="{62FBDBD9-4E24-4E0E-A091-F7F89F5161E0}"/>
              </a:ext>
            </a:extLst>
          </p:cNvPr>
          <p:cNvSpPr/>
          <p:nvPr/>
        </p:nvSpPr>
        <p:spPr>
          <a:xfrm>
            <a:off x="9514913" y="7276418"/>
            <a:ext cx="6196761" cy="2985713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15240">
            <a:solidFill>
              <a:srgbClr val="ADC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TextBox 225">
            <a:extLst>
              <a:ext uri="{FF2B5EF4-FFF2-40B4-BE49-F238E27FC236}">
                <a16:creationId xmlns:a16="http://schemas.microsoft.com/office/drawing/2014/main" id="{A5EC588A-B428-47F8-A929-44D1987B7FDE}"/>
              </a:ext>
            </a:extLst>
          </p:cNvPr>
          <p:cNvSpPr txBox="1"/>
          <p:nvPr/>
        </p:nvSpPr>
        <p:spPr>
          <a:xfrm>
            <a:off x="9695182" y="7395448"/>
            <a:ext cx="5824955" cy="29148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l">
              <a:defRPr sz="2100" b="1">
                <a:solidFill>
                  <a:srgbClr val="173253"/>
                </a:solidFill>
                <a:latin typeface="Cambria"/>
              </a:defRPr>
            </a:pPr>
            <a:r>
              <a:rPr sz="1894" dirty="0"/>
              <a:t>Refine · Improve a committed child</a:t>
            </a:r>
          </a:p>
        </p:txBody>
      </p:sp>
      <p:sp>
        <p:nvSpPr>
          <p:cNvPr id="511" name="TextBox 226">
            <a:extLst>
              <a:ext uri="{FF2B5EF4-FFF2-40B4-BE49-F238E27FC236}">
                <a16:creationId xmlns:a16="http://schemas.microsoft.com/office/drawing/2014/main" id="{D0D21E33-7BBA-4731-B424-F277C7E57126}"/>
              </a:ext>
            </a:extLst>
          </p:cNvPr>
          <p:cNvSpPr txBox="1"/>
          <p:nvPr/>
        </p:nvSpPr>
        <p:spPr>
          <a:xfrm>
            <a:off x="9706449" y="7810189"/>
            <a:ext cx="1498490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Child + feedback</a:t>
            </a:r>
          </a:p>
        </p:txBody>
      </p:sp>
      <p:sp>
        <p:nvSpPr>
          <p:cNvPr id="512" name="Rounded Rectangle 227">
            <a:extLst>
              <a:ext uri="{FF2B5EF4-FFF2-40B4-BE49-F238E27FC236}">
                <a16:creationId xmlns:a16="http://schemas.microsoft.com/office/drawing/2014/main" id="{88CD3183-03B5-4A6A-A57C-6B9E3A0203E6}"/>
              </a:ext>
            </a:extLst>
          </p:cNvPr>
          <p:cNvSpPr/>
          <p:nvPr/>
        </p:nvSpPr>
        <p:spPr>
          <a:xfrm>
            <a:off x="10326125" y="8200299"/>
            <a:ext cx="191537" cy="2704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3" name="Connector 228">
            <a:extLst>
              <a:ext uri="{FF2B5EF4-FFF2-40B4-BE49-F238E27FC236}">
                <a16:creationId xmlns:a16="http://schemas.microsoft.com/office/drawing/2014/main" id="{F7D891A0-CBDD-422E-B3D0-CBC9E6FAC77F}"/>
              </a:ext>
            </a:extLst>
          </p:cNvPr>
          <p:cNvCxnSpPr/>
          <p:nvPr/>
        </p:nvCxnSpPr>
        <p:spPr>
          <a:xfrm>
            <a:off x="10371192" y="8279168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229">
            <a:extLst>
              <a:ext uri="{FF2B5EF4-FFF2-40B4-BE49-F238E27FC236}">
                <a16:creationId xmlns:a16="http://schemas.microsoft.com/office/drawing/2014/main" id="{3D378DB2-BB73-4DEF-8FDD-606B21FA711F}"/>
              </a:ext>
            </a:extLst>
          </p:cNvPr>
          <p:cNvCxnSpPr/>
          <p:nvPr/>
        </p:nvCxnSpPr>
        <p:spPr>
          <a:xfrm>
            <a:off x="10371192" y="8324235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230">
            <a:extLst>
              <a:ext uri="{FF2B5EF4-FFF2-40B4-BE49-F238E27FC236}">
                <a16:creationId xmlns:a16="http://schemas.microsoft.com/office/drawing/2014/main" id="{C2DF99D4-2F4E-489C-8973-E8E5729D34D8}"/>
              </a:ext>
            </a:extLst>
          </p:cNvPr>
          <p:cNvCxnSpPr/>
          <p:nvPr/>
        </p:nvCxnSpPr>
        <p:spPr>
          <a:xfrm>
            <a:off x="10371192" y="8369302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231">
            <a:extLst>
              <a:ext uri="{FF2B5EF4-FFF2-40B4-BE49-F238E27FC236}">
                <a16:creationId xmlns:a16="http://schemas.microsoft.com/office/drawing/2014/main" id="{0424A433-F901-4074-B6C2-2020BF6011F3}"/>
              </a:ext>
            </a:extLst>
          </p:cNvPr>
          <p:cNvCxnSpPr/>
          <p:nvPr/>
        </p:nvCxnSpPr>
        <p:spPr>
          <a:xfrm>
            <a:off x="10371192" y="8414369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Rounded Rectangle 232">
            <a:extLst>
              <a:ext uri="{FF2B5EF4-FFF2-40B4-BE49-F238E27FC236}">
                <a16:creationId xmlns:a16="http://schemas.microsoft.com/office/drawing/2014/main" id="{6EDD1DE3-20B6-494D-8456-7AB0F3B95545}"/>
              </a:ext>
            </a:extLst>
          </p:cNvPr>
          <p:cNvSpPr/>
          <p:nvPr/>
        </p:nvSpPr>
        <p:spPr>
          <a:xfrm>
            <a:off x="11520410" y="8087631"/>
            <a:ext cx="2016763" cy="46194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TextBox 233">
            <a:extLst>
              <a:ext uri="{FF2B5EF4-FFF2-40B4-BE49-F238E27FC236}">
                <a16:creationId xmlns:a16="http://schemas.microsoft.com/office/drawing/2014/main" id="{DADF60AA-F4E4-4928-B5E5-C7F7A78791D1}"/>
              </a:ext>
            </a:extLst>
          </p:cNvPr>
          <p:cNvSpPr txBox="1"/>
          <p:nvPr/>
        </p:nvSpPr>
        <p:spPr>
          <a:xfrm>
            <a:off x="11554211" y="8200628"/>
            <a:ext cx="1949163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Revise description</a:t>
            </a:r>
          </a:p>
        </p:txBody>
      </p:sp>
      <p:sp>
        <p:nvSpPr>
          <p:cNvPr id="519" name="TextBox 234">
            <a:extLst>
              <a:ext uri="{FF2B5EF4-FFF2-40B4-BE49-F238E27FC236}">
                <a16:creationId xmlns:a16="http://schemas.microsoft.com/office/drawing/2014/main" id="{64890365-6DC8-4FF2-9564-F0DAE1AD5D96}"/>
              </a:ext>
            </a:extLst>
          </p:cNvPr>
          <p:cNvSpPr txBox="1"/>
          <p:nvPr/>
        </p:nvSpPr>
        <p:spPr>
          <a:xfrm>
            <a:off x="13999114" y="7810189"/>
            <a:ext cx="1464689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Candidate child</a:t>
            </a:r>
          </a:p>
        </p:txBody>
      </p:sp>
      <p:sp>
        <p:nvSpPr>
          <p:cNvPr id="520" name="Rounded Rectangle 235">
            <a:extLst>
              <a:ext uri="{FF2B5EF4-FFF2-40B4-BE49-F238E27FC236}">
                <a16:creationId xmlns:a16="http://schemas.microsoft.com/office/drawing/2014/main" id="{6E70F0D0-4E4F-430C-8362-9DEB221488DB}"/>
              </a:ext>
            </a:extLst>
          </p:cNvPr>
          <p:cNvSpPr/>
          <p:nvPr/>
        </p:nvSpPr>
        <p:spPr>
          <a:xfrm>
            <a:off x="14731459" y="8200299"/>
            <a:ext cx="191537" cy="2704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1" name="Connector 236">
            <a:extLst>
              <a:ext uri="{FF2B5EF4-FFF2-40B4-BE49-F238E27FC236}">
                <a16:creationId xmlns:a16="http://schemas.microsoft.com/office/drawing/2014/main" id="{996540A8-CD9B-4E66-BF54-6415B4EFC707}"/>
              </a:ext>
            </a:extLst>
          </p:cNvPr>
          <p:cNvCxnSpPr/>
          <p:nvPr/>
        </p:nvCxnSpPr>
        <p:spPr>
          <a:xfrm>
            <a:off x="14776526" y="8279168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237">
            <a:extLst>
              <a:ext uri="{FF2B5EF4-FFF2-40B4-BE49-F238E27FC236}">
                <a16:creationId xmlns:a16="http://schemas.microsoft.com/office/drawing/2014/main" id="{B01C7AAE-D4A5-4287-82D0-6DD4139C86DB}"/>
              </a:ext>
            </a:extLst>
          </p:cNvPr>
          <p:cNvCxnSpPr/>
          <p:nvPr/>
        </p:nvCxnSpPr>
        <p:spPr>
          <a:xfrm>
            <a:off x="14776526" y="8324235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238">
            <a:extLst>
              <a:ext uri="{FF2B5EF4-FFF2-40B4-BE49-F238E27FC236}">
                <a16:creationId xmlns:a16="http://schemas.microsoft.com/office/drawing/2014/main" id="{9691EF95-13C6-4CC8-AA73-F6E1D60BCF45}"/>
              </a:ext>
            </a:extLst>
          </p:cNvPr>
          <p:cNvCxnSpPr/>
          <p:nvPr/>
        </p:nvCxnSpPr>
        <p:spPr>
          <a:xfrm>
            <a:off x="14776526" y="8369302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239">
            <a:extLst>
              <a:ext uri="{FF2B5EF4-FFF2-40B4-BE49-F238E27FC236}">
                <a16:creationId xmlns:a16="http://schemas.microsoft.com/office/drawing/2014/main" id="{4379C873-0ED5-474B-B1BE-E8B9192B2564}"/>
              </a:ext>
            </a:extLst>
          </p:cNvPr>
          <p:cNvCxnSpPr/>
          <p:nvPr/>
        </p:nvCxnSpPr>
        <p:spPr>
          <a:xfrm>
            <a:off x="14776526" y="8414369"/>
            <a:ext cx="101401" cy="0"/>
          </a:xfrm>
          <a:prstGeom prst="line">
            <a:avLst/>
          </a:prstGeom>
          <a:ln w="101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240">
            <a:extLst>
              <a:ext uri="{FF2B5EF4-FFF2-40B4-BE49-F238E27FC236}">
                <a16:creationId xmlns:a16="http://schemas.microsoft.com/office/drawing/2014/main" id="{6F1509E9-68DB-4A93-9376-28B5D81E2E06}"/>
              </a:ext>
            </a:extLst>
          </p:cNvPr>
          <p:cNvCxnSpPr/>
          <p:nvPr/>
        </p:nvCxnSpPr>
        <p:spPr>
          <a:xfrm>
            <a:off x="10641597" y="8335502"/>
            <a:ext cx="878814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241">
            <a:extLst>
              <a:ext uri="{FF2B5EF4-FFF2-40B4-BE49-F238E27FC236}">
                <a16:creationId xmlns:a16="http://schemas.microsoft.com/office/drawing/2014/main" id="{34C6DD76-2DC8-4F35-8CDB-09C9AF27CD73}"/>
              </a:ext>
            </a:extLst>
          </p:cNvPr>
          <p:cNvCxnSpPr/>
          <p:nvPr/>
        </p:nvCxnSpPr>
        <p:spPr>
          <a:xfrm>
            <a:off x="13537175" y="8335502"/>
            <a:ext cx="1070349" cy="0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242">
            <a:extLst>
              <a:ext uri="{FF2B5EF4-FFF2-40B4-BE49-F238E27FC236}">
                <a16:creationId xmlns:a16="http://schemas.microsoft.com/office/drawing/2014/main" id="{F48933C6-2F14-41C2-A288-212E65D1AF9D}"/>
              </a:ext>
            </a:extLst>
          </p:cNvPr>
          <p:cNvCxnSpPr/>
          <p:nvPr/>
        </p:nvCxnSpPr>
        <p:spPr>
          <a:xfrm>
            <a:off x="14844128" y="8560838"/>
            <a:ext cx="0" cy="90134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243">
            <a:extLst>
              <a:ext uri="{FF2B5EF4-FFF2-40B4-BE49-F238E27FC236}">
                <a16:creationId xmlns:a16="http://schemas.microsoft.com/office/drawing/2014/main" id="{45D7EE9E-6110-4255-AD5E-6576EB6915C1}"/>
              </a:ext>
            </a:extLst>
          </p:cNvPr>
          <p:cNvCxnSpPr/>
          <p:nvPr/>
        </p:nvCxnSpPr>
        <p:spPr>
          <a:xfrm flipH="1">
            <a:off x="11802081" y="8650973"/>
            <a:ext cx="3042046" cy="0"/>
          </a:xfrm>
          <a:prstGeom prst="line">
            <a:avLst/>
          </a:prstGeom>
          <a:ln w="22860">
            <a:solidFill>
              <a:srgbClr val="1732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244">
            <a:extLst>
              <a:ext uri="{FF2B5EF4-FFF2-40B4-BE49-F238E27FC236}">
                <a16:creationId xmlns:a16="http://schemas.microsoft.com/office/drawing/2014/main" id="{DFAACA13-1B1A-4A99-BDE4-870886244940}"/>
              </a:ext>
            </a:extLst>
          </p:cNvPr>
          <p:cNvCxnSpPr/>
          <p:nvPr/>
        </p:nvCxnSpPr>
        <p:spPr>
          <a:xfrm>
            <a:off x="11802081" y="8650973"/>
            <a:ext cx="0" cy="112668"/>
          </a:xfrm>
          <a:prstGeom prst="line">
            <a:avLst/>
          </a:prstGeom>
          <a:ln w="22860">
            <a:solidFill>
              <a:srgbClr val="17325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Rounded Rectangle 245">
            <a:extLst>
              <a:ext uri="{FF2B5EF4-FFF2-40B4-BE49-F238E27FC236}">
                <a16:creationId xmlns:a16="http://schemas.microsoft.com/office/drawing/2014/main" id="{0C3744A6-2D57-4E65-B6DF-766DF5AB67E5}"/>
              </a:ext>
            </a:extLst>
          </p:cNvPr>
          <p:cNvSpPr/>
          <p:nvPr/>
        </p:nvSpPr>
        <p:spPr>
          <a:xfrm>
            <a:off x="9762783" y="8763641"/>
            <a:ext cx="4123662" cy="5182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73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TextBox 246">
            <a:extLst>
              <a:ext uri="{FF2B5EF4-FFF2-40B4-BE49-F238E27FC236}">
                <a16:creationId xmlns:a16="http://schemas.microsoft.com/office/drawing/2014/main" id="{B52F54CE-6E5A-443C-984B-F8D85C5BBC7F}"/>
              </a:ext>
            </a:extLst>
          </p:cNvPr>
          <p:cNvSpPr txBox="1"/>
          <p:nvPr/>
        </p:nvSpPr>
        <p:spPr>
          <a:xfrm>
            <a:off x="9796584" y="8911741"/>
            <a:ext cx="4056062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173253"/>
                </a:solidFill>
                <a:latin typeface="Cambria"/>
              </a:defRPr>
            </a:pPr>
            <a:r>
              <a:rPr sz="1443"/>
              <a:t>New node ACC &gt; Old node ACC</a:t>
            </a:r>
          </a:p>
        </p:txBody>
      </p:sp>
      <p:sp>
        <p:nvSpPr>
          <p:cNvPr id="532" name="TextBox 247">
            <a:extLst>
              <a:ext uri="{FF2B5EF4-FFF2-40B4-BE49-F238E27FC236}">
                <a16:creationId xmlns:a16="http://schemas.microsoft.com/office/drawing/2014/main" id="{53D4D7CA-396B-4F82-A414-ED363D26E3E0}"/>
              </a:ext>
            </a:extLst>
          </p:cNvPr>
          <p:cNvSpPr txBox="1"/>
          <p:nvPr/>
        </p:nvSpPr>
        <p:spPr>
          <a:xfrm>
            <a:off x="9807851" y="9288780"/>
            <a:ext cx="4033528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Valid A/B ACC; also requires minimum support</a:t>
            </a:r>
          </a:p>
        </p:txBody>
      </p:sp>
      <p:sp>
        <p:nvSpPr>
          <p:cNvPr id="533" name="Rounded Rectangle 248">
            <a:extLst>
              <a:ext uri="{FF2B5EF4-FFF2-40B4-BE49-F238E27FC236}">
                <a16:creationId xmlns:a16="http://schemas.microsoft.com/office/drawing/2014/main" id="{75E09379-980F-48B4-91C7-78903705F2D7}"/>
              </a:ext>
            </a:extLst>
          </p:cNvPr>
          <p:cNvSpPr/>
          <p:nvPr/>
        </p:nvSpPr>
        <p:spPr>
          <a:xfrm>
            <a:off x="14438521" y="8797442"/>
            <a:ext cx="1002748" cy="405606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249">
            <a:extLst>
              <a:ext uri="{FF2B5EF4-FFF2-40B4-BE49-F238E27FC236}">
                <a16:creationId xmlns:a16="http://schemas.microsoft.com/office/drawing/2014/main" id="{7C892E93-20FD-4815-BF96-19E7E7468B9F}"/>
              </a:ext>
            </a:extLst>
          </p:cNvPr>
          <p:cNvSpPr txBox="1"/>
          <p:nvPr/>
        </p:nvSpPr>
        <p:spPr>
          <a:xfrm>
            <a:off x="14472322" y="8896139"/>
            <a:ext cx="935148" cy="208211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500" b="1">
                <a:solidFill>
                  <a:srgbClr val="173253"/>
                </a:solidFill>
                <a:latin typeface="Cambria"/>
              </a:defRPr>
            </a:pPr>
            <a:r>
              <a:rPr sz="1353"/>
              <a:t>Accept</a:t>
            </a:r>
          </a:p>
        </p:txBody>
      </p:sp>
      <p:cxnSp>
        <p:nvCxnSpPr>
          <p:cNvPr id="535" name="Connector 250">
            <a:extLst>
              <a:ext uri="{FF2B5EF4-FFF2-40B4-BE49-F238E27FC236}">
                <a16:creationId xmlns:a16="http://schemas.microsoft.com/office/drawing/2014/main" id="{209E3EFF-592B-4C1C-8A7E-5254DD2E7154}"/>
              </a:ext>
            </a:extLst>
          </p:cNvPr>
          <p:cNvCxnSpPr/>
          <p:nvPr/>
        </p:nvCxnSpPr>
        <p:spPr>
          <a:xfrm>
            <a:off x="13886446" y="9022779"/>
            <a:ext cx="552075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6" name="TextBox 251">
            <a:extLst>
              <a:ext uri="{FF2B5EF4-FFF2-40B4-BE49-F238E27FC236}">
                <a16:creationId xmlns:a16="http://schemas.microsoft.com/office/drawing/2014/main" id="{273A9CB8-49E5-45AD-B575-3EA67722701C}"/>
              </a:ext>
            </a:extLst>
          </p:cNvPr>
          <p:cNvSpPr txBox="1"/>
          <p:nvPr/>
        </p:nvSpPr>
        <p:spPr>
          <a:xfrm>
            <a:off x="13897713" y="8787406"/>
            <a:ext cx="5295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009F98"/>
                </a:solidFill>
                <a:latin typeface="Cambria"/>
              </a:defRPr>
            </a:pPr>
            <a:r>
              <a:rPr sz="1082"/>
              <a:t>Yes</a:t>
            </a:r>
          </a:p>
        </p:txBody>
      </p:sp>
      <p:cxnSp>
        <p:nvCxnSpPr>
          <p:cNvPr id="537" name="Connector 252">
            <a:extLst>
              <a:ext uri="{FF2B5EF4-FFF2-40B4-BE49-F238E27FC236}">
                <a16:creationId xmlns:a16="http://schemas.microsoft.com/office/drawing/2014/main" id="{5ABD2BC7-FE33-4AC8-AEA2-EE893E126C8A}"/>
              </a:ext>
            </a:extLst>
          </p:cNvPr>
          <p:cNvCxnSpPr/>
          <p:nvPr/>
        </p:nvCxnSpPr>
        <p:spPr>
          <a:xfrm>
            <a:off x="10033187" y="9281916"/>
            <a:ext cx="0" cy="349272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8" name="TextBox 253">
            <a:extLst>
              <a:ext uri="{FF2B5EF4-FFF2-40B4-BE49-F238E27FC236}">
                <a16:creationId xmlns:a16="http://schemas.microsoft.com/office/drawing/2014/main" id="{34B2F0D9-8536-47A4-8A2C-0FD74C902DBE}"/>
              </a:ext>
            </a:extLst>
          </p:cNvPr>
          <p:cNvSpPr txBox="1"/>
          <p:nvPr/>
        </p:nvSpPr>
        <p:spPr>
          <a:xfrm>
            <a:off x="10078254" y="9418348"/>
            <a:ext cx="597142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1">
                <a:solidFill>
                  <a:srgbClr val="E77355"/>
                </a:solidFill>
                <a:latin typeface="Cambria"/>
              </a:defRPr>
            </a:pPr>
            <a:r>
              <a:rPr sz="1082"/>
              <a:t>No</a:t>
            </a:r>
          </a:p>
        </p:txBody>
      </p:sp>
      <p:sp>
        <p:nvSpPr>
          <p:cNvPr id="539" name="Rounded Rectangle 254">
            <a:extLst>
              <a:ext uri="{FF2B5EF4-FFF2-40B4-BE49-F238E27FC236}">
                <a16:creationId xmlns:a16="http://schemas.microsoft.com/office/drawing/2014/main" id="{0E04250C-2E19-40BD-9E83-4DFCF200E7DE}"/>
              </a:ext>
            </a:extLst>
          </p:cNvPr>
          <p:cNvSpPr/>
          <p:nvPr/>
        </p:nvSpPr>
        <p:spPr>
          <a:xfrm>
            <a:off x="9751516" y="9642455"/>
            <a:ext cx="1926629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TextBox 255">
            <a:extLst>
              <a:ext uri="{FF2B5EF4-FFF2-40B4-BE49-F238E27FC236}">
                <a16:creationId xmlns:a16="http://schemas.microsoft.com/office/drawing/2014/main" id="{82D63745-037B-460D-A9AE-BF9C5F669140}"/>
              </a:ext>
            </a:extLst>
          </p:cNvPr>
          <p:cNvSpPr txBox="1"/>
          <p:nvPr/>
        </p:nvSpPr>
        <p:spPr>
          <a:xfrm>
            <a:off x="9785318" y="9736818"/>
            <a:ext cx="1859028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1">
                <a:solidFill>
                  <a:srgbClr val="173253"/>
                </a:solidFill>
                <a:latin typeface="Cambria"/>
              </a:defRPr>
            </a:pPr>
            <a:r>
              <a:rPr sz="1263"/>
              <a:t>Failure attribution</a:t>
            </a:r>
          </a:p>
        </p:txBody>
      </p:sp>
      <p:cxnSp>
        <p:nvCxnSpPr>
          <p:cNvPr id="541" name="Connector 256">
            <a:extLst>
              <a:ext uri="{FF2B5EF4-FFF2-40B4-BE49-F238E27FC236}">
                <a16:creationId xmlns:a16="http://schemas.microsoft.com/office/drawing/2014/main" id="{EBFA5BE5-7ADF-4042-AA4F-8A177DC86984}"/>
              </a:ext>
            </a:extLst>
          </p:cNvPr>
          <p:cNvCxnSpPr/>
          <p:nvPr/>
        </p:nvCxnSpPr>
        <p:spPr>
          <a:xfrm>
            <a:off x="11678146" y="9833992"/>
            <a:ext cx="2591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2" name="Rounded Rectangle 257">
            <a:extLst>
              <a:ext uri="{FF2B5EF4-FFF2-40B4-BE49-F238E27FC236}">
                <a16:creationId xmlns:a16="http://schemas.microsoft.com/office/drawing/2014/main" id="{90816B65-A841-4A1E-BAD1-761F49762395}"/>
              </a:ext>
            </a:extLst>
          </p:cNvPr>
          <p:cNvSpPr/>
          <p:nvPr/>
        </p:nvSpPr>
        <p:spPr>
          <a:xfrm>
            <a:off x="11937283" y="9642455"/>
            <a:ext cx="1611158" cy="38307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7780">
            <a:solidFill>
              <a:srgbClr val="E77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TextBox 258">
            <a:extLst>
              <a:ext uri="{FF2B5EF4-FFF2-40B4-BE49-F238E27FC236}">
                <a16:creationId xmlns:a16="http://schemas.microsoft.com/office/drawing/2014/main" id="{369AB0AE-E4AD-44B9-8CF7-A65D5B4D5BFF}"/>
              </a:ext>
            </a:extLst>
          </p:cNvPr>
          <p:cNvSpPr txBox="1"/>
          <p:nvPr/>
        </p:nvSpPr>
        <p:spPr>
          <a:xfrm>
            <a:off x="11971084" y="9736818"/>
            <a:ext cx="1543557" cy="194344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400" b="0">
                <a:solidFill>
                  <a:srgbClr val="173253"/>
                </a:solidFill>
                <a:latin typeface="Cambria"/>
              </a:defRPr>
            </a:pPr>
            <a:r>
              <a:rPr sz="1263"/>
              <a:t>Node history</a:t>
            </a:r>
          </a:p>
        </p:txBody>
      </p:sp>
      <p:cxnSp>
        <p:nvCxnSpPr>
          <p:cNvPr id="544" name="Connector 259">
            <a:extLst>
              <a:ext uri="{FF2B5EF4-FFF2-40B4-BE49-F238E27FC236}">
                <a16:creationId xmlns:a16="http://schemas.microsoft.com/office/drawing/2014/main" id="{4EAE000A-F340-4FCA-A14D-71E4594F19FA}"/>
              </a:ext>
            </a:extLst>
          </p:cNvPr>
          <p:cNvCxnSpPr/>
          <p:nvPr/>
        </p:nvCxnSpPr>
        <p:spPr>
          <a:xfrm>
            <a:off x="13548441" y="9833992"/>
            <a:ext cx="225337" cy="0"/>
          </a:xfrm>
          <a:prstGeom prst="line">
            <a:avLst/>
          </a:prstGeom>
          <a:ln w="22860">
            <a:solidFill>
              <a:srgbClr val="E77355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260">
            <a:extLst>
              <a:ext uri="{FF2B5EF4-FFF2-40B4-BE49-F238E27FC236}">
                <a16:creationId xmlns:a16="http://schemas.microsoft.com/office/drawing/2014/main" id="{74701DC9-784B-422B-9A2F-D6C3857B3DE6}"/>
              </a:ext>
            </a:extLst>
          </p:cNvPr>
          <p:cNvSpPr txBox="1"/>
          <p:nvPr/>
        </p:nvSpPr>
        <p:spPr>
          <a:xfrm>
            <a:off x="13785044" y="9653515"/>
            <a:ext cx="1712559" cy="36095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/>
              <a:t>Next attempt:</a:t>
            </a:r>
          </a:p>
          <a:p>
            <a:pPr algn="ctr">
              <a:defRPr sz="1300" b="1">
                <a:solidFill>
                  <a:srgbClr val="E77355"/>
                </a:solidFill>
                <a:latin typeface="Cambria"/>
              </a:defRPr>
            </a:pPr>
            <a:r>
              <a:rPr sz="1173"/>
              <a:t>revise description</a:t>
            </a:r>
          </a:p>
        </p:txBody>
      </p:sp>
      <p:cxnSp>
        <p:nvCxnSpPr>
          <p:cNvPr id="546" name="Connector 261">
            <a:extLst>
              <a:ext uri="{FF2B5EF4-FFF2-40B4-BE49-F238E27FC236}">
                <a16:creationId xmlns:a16="http://schemas.microsoft.com/office/drawing/2014/main" id="{5461AFCB-A405-4114-928D-D36BCD51EA2B}"/>
              </a:ext>
            </a:extLst>
          </p:cNvPr>
          <p:cNvCxnSpPr/>
          <p:nvPr/>
        </p:nvCxnSpPr>
        <p:spPr>
          <a:xfrm>
            <a:off x="15441270" y="9000245"/>
            <a:ext cx="428139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262">
            <a:extLst>
              <a:ext uri="{FF2B5EF4-FFF2-40B4-BE49-F238E27FC236}">
                <a16:creationId xmlns:a16="http://schemas.microsoft.com/office/drawing/2014/main" id="{7F2C8BD3-0AC1-42EF-9A06-81E49360964C}"/>
              </a:ext>
            </a:extLst>
          </p:cNvPr>
          <p:cNvCxnSpPr/>
          <p:nvPr/>
        </p:nvCxnSpPr>
        <p:spPr>
          <a:xfrm>
            <a:off x="15869410" y="5800462"/>
            <a:ext cx="0" cy="4799674"/>
          </a:xfrm>
          <a:prstGeom prst="line">
            <a:avLst/>
          </a:prstGeom>
          <a:ln w="2286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263">
            <a:extLst>
              <a:ext uri="{FF2B5EF4-FFF2-40B4-BE49-F238E27FC236}">
                <a16:creationId xmlns:a16="http://schemas.microsoft.com/office/drawing/2014/main" id="{4156AA10-544E-4A00-A0B5-487E993D9363}"/>
              </a:ext>
            </a:extLst>
          </p:cNvPr>
          <p:cNvCxnSpPr/>
          <p:nvPr/>
        </p:nvCxnSpPr>
        <p:spPr>
          <a:xfrm flipH="1">
            <a:off x="15283534" y="10600136"/>
            <a:ext cx="585876" cy="0"/>
          </a:xfrm>
          <a:prstGeom prst="line">
            <a:avLst/>
          </a:prstGeom>
          <a:ln w="2286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Rounded Rectangle 264">
            <a:extLst>
              <a:ext uri="{FF2B5EF4-FFF2-40B4-BE49-F238E27FC236}">
                <a16:creationId xmlns:a16="http://schemas.microsoft.com/office/drawing/2014/main" id="{9D98197D-FE9F-42CC-8731-AC69785EF3F9}"/>
              </a:ext>
            </a:extLst>
          </p:cNvPr>
          <p:cNvSpPr/>
          <p:nvPr/>
        </p:nvSpPr>
        <p:spPr>
          <a:xfrm>
            <a:off x="10044454" y="10431134"/>
            <a:ext cx="5239080" cy="349272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17780">
            <a:solidFill>
              <a:srgbClr val="009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TextBox 265">
            <a:extLst>
              <a:ext uri="{FF2B5EF4-FFF2-40B4-BE49-F238E27FC236}">
                <a16:creationId xmlns:a16="http://schemas.microsoft.com/office/drawing/2014/main" id="{DC1B298C-CA45-4953-B3E8-C92723F4FB3E}"/>
              </a:ext>
            </a:extLst>
          </p:cNvPr>
          <p:cNvSpPr txBox="1"/>
          <p:nvPr/>
        </p:nvSpPr>
        <p:spPr>
          <a:xfrm>
            <a:off x="10078254" y="10487796"/>
            <a:ext cx="5171479" cy="235946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700" b="1">
                <a:solidFill>
                  <a:srgbClr val="173253"/>
                </a:solidFill>
                <a:latin typeface="Cambria"/>
              </a:defRPr>
            </a:pPr>
            <a:r>
              <a:rPr sz="1533"/>
              <a:t>Commit accepted changes at epoch end</a:t>
            </a:r>
          </a:p>
        </p:txBody>
      </p:sp>
      <p:cxnSp>
        <p:nvCxnSpPr>
          <p:cNvPr id="551" name="Connector 266">
            <a:extLst>
              <a:ext uri="{FF2B5EF4-FFF2-40B4-BE49-F238E27FC236}">
                <a16:creationId xmlns:a16="http://schemas.microsoft.com/office/drawing/2014/main" id="{C3A7BA13-4C4B-434F-B6D9-3503DE771608}"/>
              </a:ext>
            </a:extLst>
          </p:cNvPr>
          <p:cNvCxnSpPr/>
          <p:nvPr/>
        </p:nvCxnSpPr>
        <p:spPr>
          <a:xfrm>
            <a:off x="12658361" y="10780406"/>
            <a:ext cx="0" cy="247871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267">
            <a:extLst>
              <a:ext uri="{FF2B5EF4-FFF2-40B4-BE49-F238E27FC236}">
                <a16:creationId xmlns:a16="http://schemas.microsoft.com/office/drawing/2014/main" id="{89BFD369-7D7C-4A61-800A-36742A45B027}"/>
              </a:ext>
            </a:extLst>
          </p:cNvPr>
          <p:cNvCxnSpPr/>
          <p:nvPr/>
        </p:nvCxnSpPr>
        <p:spPr>
          <a:xfrm>
            <a:off x="12658361" y="11028277"/>
            <a:ext cx="3526520" cy="0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268">
            <a:extLst>
              <a:ext uri="{FF2B5EF4-FFF2-40B4-BE49-F238E27FC236}">
                <a16:creationId xmlns:a16="http://schemas.microsoft.com/office/drawing/2014/main" id="{A78C377A-56AD-4BE2-ABC4-1E65679ED988}"/>
              </a:ext>
            </a:extLst>
          </p:cNvPr>
          <p:cNvCxnSpPr/>
          <p:nvPr/>
        </p:nvCxnSpPr>
        <p:spPr>
          <a:xfrm flipV="1">
            <a:off x="16184881" y="2240142"/>
            <a:ext cx="0" cy="8788135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269">
            <a:extLst>
              <a:ext uri="{FF2B5EF4-FFF2-40B4-BE49-F238E27FC236}">
                <a16:creationId xmlns:a16="http://schemas.microsoft.com/office/drawing/2014/main" id="{E58B6401-0A44-44CD-91D4-9DCB2406714A}"/>
              </a:ext>
            </a:extLst>
          </p:cNvPr>
          <p:cNvCxnSpPr/>
          <p:nvPr/>
        </p:nvCxnSpPr>
        <p:spPr>
          <a:xfrm flipH="1">
            <a:off x="5999659" y="2240142"/>
            <a:ext cx="10185222" cy="0"/>
          </a:xfrm>
          <a:prstGeom prst="line">
            <a:avLst/>
          </a:prstGeom>
          <a:ln w="25400">
            <a:solidFill>
              <a:srgbClr val="009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270">
            <a:extLst>
              <a:ext uri="{FF2B5EF4-FFF2-40B4-BE49-F238E27FC236}">
                <a16:creationId xmlns:a16="http://schemas.microsoft.com/office/drawing/2014/main" id="{6A3392B0-86B8-4BCD-BFFE-02145D5CCF4C}"/>
              </a:ext>
            </a:extLst>
          </p:cNvPr>
          <p:cNvCxnSpPr/>
          <p:nvPr/>
        </p:nvCxnSpPr>
        <p:spPr>
          <a:xfrm>
            <a:off x="5999659" y="2240142"/>
            <a:ext cx="0" cy="225337"/>
          </a:xfrm>
          <a:prstGeom prst="line">
            <a:avLst/>
          </a:prstGeom>
          <a:ln w="25400">
            <a:solidFill>
              <a:srgbClr val="009F98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271">
            <a:extLst>
              <a:ext uri="{FF2B5EF4-FFF2-40B4-BE49-F238E27FC236}">
                <a16:creationId xmlns:a16="http://schemas.microsoft.com/office/drawing/2014/main" id="{5E64C2B6-8559-4EEF-B659-8E9372C0A3D5}"/>
              </a:ext>
            </a:extLst>
          </p:cNvPr>
          <p:cNvSpPr txBox="1"/>
          <p:nvPr/>
        </p:nvSpPr>
        <p:spPr>
          <a:xfrm>
            <a:off x="13649843" y="1993900"/>
            <a:ext cx="1949163" cy="222079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600" b="1">
                <a:solidFill>
                  <a:srgbClr val="009F98"/>
                </a:solidFill>
                <a:latin typeface="Cambria"/>
              </a:defRPr>
            </a:pPr>
            <a:r>
              <a:rPr sz="1443"/>
              <a:t>Next epoch</a:t>
            </a:r>
          </a:p>
        </p:txBody>
      </p:sp>
      <p:sp>
        <p:nvSpPr>
          <p:cNvPr id="557" name="TextBox 272">
            <a:extLst>
              <a:ext uri="{FF2B5EF4-FFF2-40B4-BE49-F238E27FC236}">
                <a16:creationId xmlns:a16="http://schemas.microsoft.com/office/drawing/2014/main" id="{B095CC3E-3B2E-4B48-80C0-9694B51288E0}"/>
              </a:ext>
            </a:extLst>
          </p:cNvPr>
          <p:cNvSpPr txBox="1"/>
          <p:nvPr/>
        </p:nvSpPr>
        <p:spPr>
          <a:xfrm>
            <a:off x="9638848" y="11091473"/>
            <a:ext cx="6140427" cy="166542"/>
          </a:xfrm>
          <a:prstGeom prst="rect">
            <a:avLst/>
          </a:prstGeom>
          <a:noFill/>
          <a:effectLst/>
        </p:spPr>
        <p:txBody>
          <a:bodyPr wrap="square" lIns="25400" tIns="0" rIns="25400" bIns="0" anchor="ctr">
            <a:spAutoFit/>
          </a:bodyPr>
          <a:lstStyle/>
          <a:p>
            <a:pPr algn="ctr">
              <a:defRPr sz="1200" b="0">
                <a:solidFill>
                  <a:srgbClr val="173253"/>
                </a:solidFill>
                <a:latin typeface="Cambria"/>
              </a:defRPr>
            </a:pPr>
            <a:r>
              <a:rPr sz="1082" dirty="0"/>
              <a:t>Failure history guides generation; each retry is evaluated again.</a:t>
            </a:r>
          </a:p>
        </p:txBody>
      </p:sp>
      <p:grpSp>
        <p:nvGrpSpPr>
          <p:cNvPr id="559" name="组合 558">
            <a:extLst>
              <a:ext uri="{FF2B5EF4-FFF2-40B4-BE49-F238E27FC236}">
                <a16:creationId xmlns:a16="http://schemas.microsoft.com/office/drawing/2014/main" id="{790146E4-B205-4FFE-8908-DB63D377112F}"/>
              </a:ext>
            </a:extLst>
          </p:cNvPr>
          <p:cNvGrpSpPr>
            <a:grpSpLocks noChangeAspect="1"/>
          </p:cNvGrpSpPr>
          <p:nvPr/>
        </p:nvGrpSpPr>
        <p:grpSpPr>
          <a:xfrm>
            <a:off x="4629678" y="7770256"/>
            <a:ext cx="397778" cy="479063"/>
            <a:chOff x="6272970" y="5953743"/>
            <a:chExt cx="983437" cy="1185062"/>
          </a:xfrm>
        </p:grpSpPr>
        <p:cxnSp>
          <p:nvCxnSpPr>
            <p:cNvPr id="560" name="Connector 152">
              <a:extLst>
                <a:ext uri="{FF2B5EF4-FFF2-40B4-BE49-F238E27FC236}">
                  <a16:creationId xmlns:a16="http://schemas.microsoft.com/office/drawing/2014/main" id="{CD72547F-1154-41F7-A6F8-827355B830F0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1" name="Oval 153">
              <a:extLst>
                <a:ext uri="{FF2B5EF4-FFF2-40B4-BE49-F238E27FC236}">
                  <a16:creationId xmlns:a16="http://schemas.microsoft.com/office/drawing/2014/main" id="{BA7C653B-9748-4B7A-9744-85641F90663E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2" name="Rounded Rectangle 154">
              <a:extLst>
                <a:ext uri="{FF2B5EF4-FFF2-40B4-BE49-F238E27FC236}">
                  <a16:creationId xmlns:a16="http://schemas.microsoft.com/office/drawing/2014/main" id="{15966D73-F20E-4F24-8DFF-2004CBAD5FC3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3" name="Rounded Rectangle 155">
              <a:extLst>
                <a:ext uri="{FF2B5EF4-FFF2-40B4-BE49-F238E27FC236}">
                  <a16:creationId xmlns:a16="http://schemas.microsoft.com/office/drawing/2014/main" id="{5D068535-1F41-4C16-90A4-7812BD3DFDD4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4" name="Rounded Rectangle 156">
              <a:extLst>
                <a:ext uri="{FF2B5EF4-FFF2-40B4-BE49-F238E27FC236}">
                  <a16:creationId xmlns:a16="http://schemas.microsoft.com/office/drawing/2014/main" id="{A8BA836E-76B3-4639-9D7E-5699BF6D3F5B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5" name="Rounded Rectangle 157">
              <a:extLst>
                <a:ext uri="{FF2B5EF4-FFF2-40B4-BE49-F238E27FC236}">
                  <a16:creationId xmlns:a16="http://schemas.microsoft.com/office/drawing/2014/main" id="{0506D58F-11AB-47B2-A1A8-002615E6370D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6" name="Oval 158">
              <a:extLst>
                <a:ext uri="{FF2B5EF4-FFF2-40B4-BE49-F238E27FC236}">
                  <a16:creationId xmlns:a16="http://schemas.microsoft.com/office/drawing/2014/main" id="{43A123B2-BB70-4C61-8C9B-96FF1E0673A1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7" name="Oval 159">
              <a:extLst>
                <a:ext uri="{FF2B5EF4-FFF2-40B4-BE49-F238E27FC236}">
                  <a16:creationId xmlns:a16="http://schemas.microsoft.com/office/drawing/2014/main" id="{D487D4B6-2696-4ED0-BB03-B6B91A19E457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8" name="Freeform 160">
              <a:extLst>
                <a:ext uri="{FF2B5EF4-FFF2-40B4-BE49-F238E27FC236}">
                  <a16:creationId xmlns:a16="http://schemas.microsoft.com/office/drawing/2014/main" id="{314AF6F4-8E13-4597-9F88-BDD8E830FD4C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69" name="组合 568">
            <a:extLst>
              <a:ext uri="{FF2B5EF4-FFF2-40B4-BE49-F238E27FC236}">
                <a16:creationId xmlns:a16="http://schemas.microsoft.com/office/drawing/2014/main" id="{513BDDCB-D657-4DF4-9AEF-4FDACE0485D1}"/>
              </a:ext>
            </a:extLst>
          </p:cNvPr>
          <p:cNvGrpSpPr>
            <a:grpSpLocks noChangeAspect="1"/>
          </p:cNvGrpSpPr>
          <p:nvPr/>
        </p:nvGrpSpPr>
        <p:grpSpPr>
          <a:xfrm>
            <a:off x="4644384" y="7130492"/>
            <a:ext cx="397778" cy="479063"/>
            <a:chOff x="6272970" y="5953743"/>
            <a:chExt cx="983437" cy="1185062"/>
          </a:xfrm>
        </p:grpSpPr>
        <p:cxnSp>
          <p:nvCxnSpPr>
            <p:cNvPr id="570" name="Connector 152">
              <a:extLst>
                <a:ext uri="{FF2B5EF4-FFF2-40B4-BE49-F238E27FC236}">
                  <a16:creationId xmlns:a16="http://schemas.microsoft.com/office/drawing/2014/main" id="{9A6832B8-0E9F-4E2B-9355-6C81F6874D00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1" name="Oval 153">
              <a:extLst>
                <a:ext uri="{FF2B5EF4-FFF2-40B4-BE49-F238E27FC236}">
                  <a16:creationId xmlns:a16="http://schemas.microsoft.com/office/drawing/2014/main" id="{FC0EDC10-6D1A-4F16-BA56-DE4AE21B6705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2" name="Rounded Rectangle 154">
              <a:extLst>
                <a:ext uri="{FF2B5EF4-FFF2-40B4-BE49-F238E27FC236}">
                  <a16:creationId xmlns:a16="http://schemas.microsoft.com/office/drawing/2014/main" id="{D352485C-1686-43FD-9452-57D3BE8A2244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3" name="Rounded Rectangle 155">
              <a:extLst>
                <a:ext uri="{FF2B5EF4-FFF2-40B4-BE49-F238E27FC236}">
                  <a16:creationId xmlns:a16="http://schemas.microsoft.com/office/drawing/2014/main" id="{1282DE64-1467-427E-8111-1B387E781C22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4" name="Rounded Rectangle 156">
              <a:extLst>
                <a:ext uri="{FF2B5EF4-FFF2-40B4-BE49-F238E27FC236}">
                  <a16:creationId xmlns:a16="http://schemas.microsoft.com/office/drawing/2014/main" id="{3485CBE0-D2E9-4B5A-A8AD-6AAD2C2225DE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5" name="Rounded Rectangle 157">
              <a:extLst>
                <a:ext uri="{FF2B5EF4-FFF2-40B4-BE49-F238E27FC236}">
                  <a16:creationId xmlns:a16="http://schemas.microsoft.com/office/drawing/2014/main" id="{9585B47A-5DB3-4E78-B0C9-5235557B0724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6" name="Oval 158">
              <a:extLst>
                <a:ext uri="{FF2B5EF4-FFF2-40B4-BE49-F238E27FC236}">
                  <a16:creationId xmlns:a16="http://schemas.microsoft.com/office/drawing/2014/main" id="{4A93E7F2-2376-469E-9C7C-ABC408F1B455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7" name="Oval 159">
              <a:extLst>
                <a:ext uri="{FF2B5EF4-FFF2-40B4-BE49-F238E27FC236}">
                  <a16:creationId xmlns:a16="http://schemas.microsoft.com/office/drawing/2014/main" id="{9AED1384-DF0E-48D5-9CC3-3ADEE15C737C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8" name="Freeform 160">
              <a:extLst>
                <a:ext uri="{FF2B5EF4-FFF2-40B4-BE49-F238E27FC236}">
                  <a16:creationId xmlns:a16="http://schemas.microsoft.com/office/drawing/2014/main" id="{A309E644-38F5-4B07-9499-CC8D58A3531B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79" name="组合 578">
            <a:extLst>
              <a:ext uri="{FF2B5EF4-FFF2-40B4-BE49-F238E27FC236}">
                <a16:creationId xmlns:a16="http://schemas.microsoft.com/office/drawing/2014/main" id="{A10414C4-467B-439C-AE64-857F55BECA13}"/>
              </a:ext>
            </a:extLst>
          </p:cNvPr>
          <p:cNvGrpSpPr>
            <a:grpSpLocks noChangeAspect="1"/>
          </p:cNvGrpSpPr>
          <p:nvPr/>
        </p:nvGrpSpPr>
        <p:grpSpPr>
          <a:xfrm>
            <a:off x="4633117" y="6511077"/>
            <a:ext cx="397778" cy="479063"/>
            <a:chOff x="6272970" y="5953743"/>
            <a:chExt cx="983437" cy="1185062"/>
          </a:xfrm>
        </p:grpSpPr>
        <p:cxnSp>
          <p:nvCxnSpPr>
            <p:cNvPr id="580" name="Connector 152">
              <a:extLst>
                <a:ext uri="{FF2B5EF4-FFF2-40B4-BE49-F238E27FC236}">
                  <a16:creationId xmlns:a16="http://schemas.microsoft.com/office/drawing/2014/main" id="{A89E4963-221A-4605-868F-1BC50DE8A108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1" name="Oval 153">
              <a:extLst>
                <a:ext uri="{FF2B5EF4-FFF2-40B4-BE49-F238E27FC236}">
                  <a16:creationId xmlns:a16="http://schemas.microsoft.com/office/drawing/2014/main" id="{7949FFC5-8615-496F-880D-191C75E856BC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2" name="Rounded Rectangle 154">
              <a:extLst>
                <a:ext uri="{FF2B5EF4-FFF2-40B4-BE49-F238E27FC236}">
                  <a16:creationId xmlns:a16="http://schemas.microsoft.com/office/drawing/2014/main" id="{F638CC17-3AFC-4142-8341-64182ABA2924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3" name="Rounded Rectangle 155">
              <a:extLst>
                <a:ext uri="{FF2B5EF4-FFF2-40B4-BE49-F238E27FC236}">
                  <a16:creationId xmlns:a16="http://schemas.microsoft.com/office/drawing/2014/main" id="{80C78E2A-E3AF-49FD-9C89-7E302129D809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4" name="Rounded Rectangle 156">
              <a:extLst>
                <a:ext uri="{FF2B5EF4-FFF2-40B4-BE49-F238E27FC236}">
                  <a16:creationId xmlns:a16="http://schemas.microsoft.com/office/drawing/2014/main" id="{D5203A04-5FE3-416C-A9EA-87792DCCD36D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5" name="Rounded Rectangle 157">
              <a:extLst>
                <a:ext uri="{FF2B5EF4-FFF2-40B4-BE49-F238E27FC236}">
                  <a16:creationId xmlns:a16="http://schemas.microsoft.com/office/drawing/2014/main" id="{A5EC2E64-01BF-4350-BD84-EB7EDB3B8736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6" name="Oval 158">
              <a:extLst>
                <a:ext uri="{FF2B5EF4-FFF2-40B4-BE49-F238E27FC236}">
                  <a16:creationId xmlns:a16="http://schemas.microsoft.com/office/drawing/2014/main" id="{0879B7D4-76DE-44E2-B632-820854EC7659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7" name="Oval 159">
              <a:extLst>
                <a:ext uri="{FF2B5EF4-FFF2-40B4-BE49-F238E27FC236}">
                  <a16:creationId xmlns:a16="http://schemas.microsoft.com/office/drawing/2014/main" id="{B3FA7C59-883F-4F14-9B4A-FD3867685AB0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8" name="Freeform 160">
              <a:extLst>
                <a:ext uri="{FF2B5EF4-FFF2-40B4-BE49-F238E27FC236}">
                  <a16:creationId xmlns:a16="http://schemas.microsoft.com/office/drawing/2014/main" id="{70D21219-EFB3-4FD7-8160-592B44199CF9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89" name="组合 588">
            <a:extLst>
              <a:ext uri="{FF2B5EF4-FFF2-40B4-BE49-F238E27FC236}">
                <a16:creationId xmlns:a16="http://schemas.microsoft.com/office/drawing/2014/main" id="{AE326542-9007-427A-A116-1EECE61D2BB0}"/>
              </a:ext>
            </a:extLst>
          </p:cNvPr>
          <p:cNvGrpSpPr>
            <a:grpSpLocks noChangeAspect="1"/>
          </p:cNvGrpSpPr>
          <p:nvPr/>
        </p:nvGrpSpPr>
        <p:grpSpPr>
          <a:xfrm>
            <a:off x="4639429" y="5886647"/>
            <a:ext cx="397778" cy="479063"/>
            <a:chOff x="6272970" y="5953743"/>
            <a:chExt cx="983437" cy="1185062"/>
          </a:xfrm>
        </p:grpSpPr>
        <p:cxnSp>
          <p:nvCxnSpPr>
            <p:cNvPr id="590" name="Connector 152">
              <a:extLst>
                <a:ext uri="{FF2B5EF4-FFF2-40B4-BE49-F238E27FC236}">
                  <a16:creationId xmlns:a16="http://schemas.microsoft.com/office/drawing/2014/main" id="{8A4FC528-6625-408F-85C0-0C5D50E9AB33}"/>
                </a:ext>
              </a:extLst>
            </p:cNvPr>
            <p:cNvCxnSpPr>
              <a:cxnSpLocks/>
            </p:cNvCxnSpPr>
            <p:nvPr/>
          </p:nvCxnSpPr>
          <p:spPr>
            <a:xfrm>
              <a:off x="6754402" y="6064842"/>
              <a:ext cx="0" cy="160477"/>
            </a:xfrm>
            <a:prstGeom prst="line">
              <a:avLst/>
            </a:prstGeom>
            <a:ln w="25146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1" name="Oval 153">
              <a:extLst>
                <a:ext uri="{FF2B5EF4-FFF2-40B4-BE49-F238E27FC236}">
                  <a16:creationId xmlns:a16="http://schemas.microsoft.com/office/drawing/2014/main" id="{46272A6F-A932-4350-8C14-48D70C5AC174}"/>
                </a:ext>
              </a:extLst>
            </p:cNvPr>
            <p:cNvSpPr/>
            <p:nvPr/>
          </p:nvSpPr>
          <p:spPr>
            <a:xfrm>
              <a:off x="6690210" y="5953743"/>
              <a:ext cx="128381" cy="128381"/>
            </a:xfrm>
            <a:prstGeom prst="ellipse">
              <a:avLst/>
            </a:prstGeom>
            <a:solidFill>
              <a:srgbClr val="77C7ED"/>
            </a:solidFill>
            <a:ln w="25146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2" name="Rounded Rectangle 154">
              <a:extLst>
                <a:ext uri="{FF2B5EF4-FFF2-40B4-BE49-F238E27FC236}">
                  <a16:creationId xmlns:a16="http://schemas.microsoft.com/office/drawing/2014/main" id="{D096B829-CE5D-4CF5-9EB2-4AF453A599A1}"/>
                </a:ext>
              </a:extLst>
            </p:cNvPr>
            <p:cNvSpPr/>
            <p:nvPr/>
          </p:nvSpPr>
          <p:spPr>
            <a:xfrm>
              <a:off x="6272970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3" name="Rounded Rectangle 155">
              <a:extLst>
                <a:ext uri="{FF2B5EF4-FFF2-40B4-BE49-F238E27FC236}">
                  <a16:creationId xmlns:a16="http://schemas.microsoft.com/office/drawing/2014/main" id="{6732F25A-EE34-4606-8455-A9C6E3AF9F65}"/>
                </a:ext>
              </a:extLst>
            </p:cNvPr>
            <p:cNvSpPr/>
            <p:nvPr/>
          </p:nvSpPr>
          <p:spPr>
            <a:xfrm>
              <a:off x="7137078" y="6389912"/>
              <a:ext cx="119329" cy="263347"/>
            </a:xfrm>
            <a:prstGeom prst="roundRect">
              <a:avLst>
                <a:gd name="adj" fmla="val 450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4" name="Rounded Rectangle 156">
              <a:extLst>
                <a:ext uri="{FF2B5EF4-FFF2-40B4-BE49-F238E27FC236}">
                  <a16:creationId xmlns:a16="http://schemas.microsoft.com/office/drawing/2014/main" id="{9120241B-FAF5-41F5-A1D8-2CF246206FD4}"/>
                </a:ext>
              </a:extLst>
            </p:cNvPr>
            <p:cNvSpPr/>
            <p:nvPr/>
          </p:nvSpPr>
          <p:spPr>
            <a:xfrm>
              <a:off x="6659762" y="6760244"/>
              <a:ext cx="189281" cy="148133"/>
            </a:xfrm>
            <a:prstGeom prst="roundRect">
              <a:avLst>
                <a:gd name="adj" fmla="val 5500"/>
              </a:avLst>
            </a:prstGeom>
            <a:solidFill>
              <a:srgbClr val="86CDEC"/>
            </a:solidFill>
            <a:ln w="2286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5" name="Rounded Rectangle 157">
              <a:extLst>
                <a:ext uri="{FF2B5EF4-FFF2-40B4-BE49-F238E27FC236}">
                  <a16:creationId xmlns:a16="http://schemas.microsoft.com/office/drawing/2014/main" id="{80786D56-372F-4288-97DB-9DA411BE2984}"/>
                </a:ext>
              </a:extLst>
            </p:cNvPr>
            <p:cNvSpPr/>
            <p:nvPr/>
          </p:nvSpPr>
          <p:spPr>
            <a:xfrm>
              <a:off x="6367611" y="6217090"/>
              <a:ext cx="773582" cy="608990"/>
            </a:xfrm>
            <a:prstGeom prst="roundRect">
              <a:avLst>
                <a:gd name="adj" fmla="val 26000"/>
              </a:avLst>
            </a:pr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6" name="Oval 158">
              <a:extLst>
                <a:ext uri="{FF2B5EF4-FFF2-40B4-BE49-F238E27FC236}">
                  <a16:creationId xmlns:a16="http://schemas.microsoft.com/office/drawing/2014/main" id="{57A1D990-A5D8-46B4-B612-E806E08D5BA2}"/>
                </a:ext>
              </a:extLst>
            </p:cNvPr>
            <p:cNvSpPr/>
            <p:nvPr/>
          </p:nvSpPr>
          <p:spPr>
            <a:xfrm>
              <a:off x="6536318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7" name="Oval 159">
              <a:extLst>
                <a:ext uri="{FF2B5EF4-FFF2-40B4-BE49-F238E27FC236}">
                  <a16:creationId xmlns:a16="http://schemas.microsoft.com/office/drawing/2014/main" id="{2149D483-B7F7-4E75-9DD7-3ACE53EEA40D}"/>
                </a:ext>
              </a:extLst>
            </p:cNvPr>
            <p:cNvSpPr/>
            <p:nvPr/>
          </p:nvSpPr>
          <p:spPr>
            <a:xfrm>
              <a:off x="6861387" y="6431059"/>
              <a:ext cx="111100" cy="111100"/>
            </a:xfrm>
            <a:prstGeom prst="ellipse">
              <a:avLst/>
            </a:prstGeom>
            <a:solidFill>
              <a:srgbClr val="11274B"/>
            </a:solidFill>
            <a:ln w="1143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8" name="Freeform 160">
              <a:extLst>
                <a:ext uri="{FF2B5EF4-FFF2-40B4-BE49-F238E27FC236}">
                  <a16:creationId xmlns:a16="http://schemas.microsoft.com/office/drawing/2014/main" id="{02E70BBC-A730-4C9E-8A6C-5ACB03249E41}"/>
                </a:ext>
              </a:extLst>
            </p:cNvPr>
            <p:cNvSpPr/>
            <p:nvPr/>
          </p:nvSpPr>
          <p:spPr>
            <a:xfrm>
              <a:off x="6355266" y="6916606"/>
              <a:ext cx="798271" cy="222199"/>
            </a:xfrm>
            <a:custGeom>
              <a:avLst/>
              <a:gdLst/>
              <a:ahLst/>
              <a:cxnLst/>
              <a:rect l="l" t="t" r="r" b="b"/>
              <a:pathLst>
                <a:path w="886968" h="246888">
                  <a:moveTo>
                    <a:pt x="0" y="246888"/>
                  </a:moveTo>
                  <a:lnTo>
                    <a:pt x="1804" y="195929"/>
                  </a:lnTo>
                  <a:lnTo>
                    <a:pt x="7196" y="152400"/>
                  </a:lnTo>
                  <a:lnTo>
                    <a:pt x="16144" y="115728"/>
                  </a:lnTo>
                  <a:lnTo>
                    <a:pt x="28617" y="85344"/>
                  </a:lnTo>
                  <a:lnTo>
                    <a:pt x="44582" y="60674"/>
                  </a:lnTo>
                  <a:lnTo>
                    <a:pt x="64008" y="41148"/>
                  </a:lnTo>
                  <a:lnTo>
                    <a:pt x="86862" y="26193"/>
                  </a:lnTo>
                  <a:lnTo>
                    <a:pt x="113114" y="15240"/>
                  </a:lnTo>
                  <a:lnTo>
                    <a:pt x="142732" y="7715"/>
                  </a:lnTo>
                  <a:lnTo>
                    <a:pt x="175683" y="3048"/>
                  </a:lnTo>
                  <a:lnTo>
                    <a:pt x="211936" y="666"/>
                  </a:lnTo>
                  <a:lnTo>
                    <a:pt x="251460" y="0"/>
                  </a:lnTo>
                  <a:lnTo>
                    <a:pt x="635508" y="0"/>
                  </a:lnTo>
                  <a:lnTo>
                    <a:pt x="675031" y="666"/>
                  </a:lnTo>
                  <a:lnTo>
                    <a:pt x="711284" y="3048"/>
                  </a:lnTo>
                  <a:lnTo>
                    <a:pt x="744235" y="7715"/>
                  </a:lnTo>
                  <a:lnTo>
                    <a:pt x="773853" y="15240"/>
                  </a:lnTo>
                  <a:lnTo>
                    <a:pt x="800105" y="26193"/>
                  </a:lnTo>
                  <a:lnTo>
                    <a:pt x="822960" y="41148"/>
                  </a:lnTo>
                  <a:lnTo>
                    <a:pt x="842385" y="60674"/>
                  </a:lnTo>
                  <a:lnTo>
                    <a:pt x="858350" y="85344"/>
                  </a:lnTo>
                  <a:lnTo>
                    <a:pt x="870823" y="115728"/>
                  </a:lnTo>
                  <a:lnTo>
                    <a:pt x="879771" y="152400"/>
                  </a:lnTo>
                  <a:lnTo>
                    <a:pt x="885163" y="195929"/>
                  </a:lnTo>
                  <a:lnTo>
                    <a:pt x="886968" y="246888"/>
                  </a:lnTo>
                </a:path>
              </a:pathLst>
            </a:custGeom>
            <a:solidFill>
              <a:srgbClr val="FFFFFF"/>
            </a:solidFill>
            <a:ln w="26288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99" name="组合 598">
            <a:extLst>
              <a:ext uri="{FF2B5EF4-FFF2-40B4-BE49-F238E27FC236}">
                <a16:creationId xmlns:a16="http://schemas.microsoft.com/office/drawing/2014/main" id="{70E3F763-7C63-4A99-9A79-FB86A227D9B3}"/>
              </a:ext>
            </a:extLst>
          </p:cNvPr>
          <p:cNvGrpSpPr>
            <a:grpSpLocks noChangeAspect="1"/>
          </p:cNvGrpSpPr>
          <p:nvPr/>
        </p:nvGrpSpPr>
        <p:grpSpPr>
          <a:xfrm>
            <a:off x="9889699" y="4808582"/>
            <a:ext cx="616696" cy="574875"/>
            <a:chOff x="448056" y="1794303"/>
            <a:chExt cx="562264" cy="524134"/>
          </a:xfrm>
        </p:grpSpPr>
        <p:sp>
          <p:nvSpPr>
            <p:cNvPr id="600" name="Rounded Rectangle 6">
              <a:extLst>
                <a:ext uri="{FF2B5EF4-FFF2-40B4-BE49-F238E27FC236}">
                  <a16:creationId xmlns:a16="http://schemas.microsoft.com/office/drawing/2014/main" id="{79ECC6B1-9B32-4F63-B7E6-99BA048F1ACC}"/>
                </a:ext>
              </a:extLst>
            </p:cNvPr>
            <p:cNvSpPr/>
            <p:nvPr/>
          </p:nvSpPr>
          <p:spPr>
            <a:xfrm>
              <a:off x="44805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01" name="Connector 7">
              <a:extLst>
                <a:ext uri="{FF2B5EF4-FFF2-40B4-BE49-F238E27FC236}">
                  <a16:creationId xmlns:a16="http://schemas.microsoft.com/office/drawing/2014/main" id="{0F4917A4-65FB-435E-B1DF-3A747CBDFF1E}"/>
                </a:ext>
              </a:extLst>
            </p:cNvPr>
            <p:cNvCxnSpPr/>
            <p:nvPr/>
          </p:nvCxnSpPr>
          <p:spPr>
            <a:xfrm>
              <a:off x="477133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Connector 8">
              <a:extLst>
                <a:ext uri="{FF2B5EF4-FFF2-40B4-BE49-F238E27FC236}">
                  <a16:creationId xmlns:a16="http://schemas.microsoft.com/office/drawing/2014/main" id="{4AF7B2FD-8814-436C-90DB-F4A33ACA4754}"/>
                </a:ext>
              </a:extLst>
            </p:cNvPr>
            <p:cNvCxnSpPr/>
            <p:nvPr/>
          </p:nvCxnSpPr>
          <p:spPr>
            <a:xfrm>
              <a:off x="477133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Connector 9">
              <a:extLst>
                <a:ext uri="{FF2B5EF4-FFF2-40B4-BE49-F238E27FC236}">
                  <a16:creationId xmlns:a16="http://schemas.microsoft.com/office/drawing/2014/main" id="{C8A2EAF1-C8C0-4E35-97A1-E9C14ADE2E9A}"/>
                </a:ext>
              </a:extLst>
            </p:cNvPr>
            <p:cNvCxnSpPr/>
            <p:nvPr/>
          </p:nvCxnSpPr>
          <p:spPr>
            <a:xfrm>
              <a:off x="477133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Connector 10">
              <a:extLst>
                <a:ext uri="{FF2B5EF4-FFF2-40B4-BE49-F238E27FC236}">
                  <a16:creationId xmlns:a16="http://schemas.microsoft.com/office/drawing/2014/main" id="{B0017FC7-4F8D-4ED0-8E5F-3C2E1A7C3BCA}"/>
                </a:ext>
              </a:extLst>
            </p:cNvPr>
            <p:cNvCxnSpPr/>
            <p:nvPr/>
          </p:nvCxnSpPr>
          <p:spPr>
            <a:xfrm>
              <a:off x="477133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Rounded Rectangle 16">
              <a:extLst>
                <a:ext uri="{FF2B5EF4-FFF2-40B4-BE49-F238E27FC236}">
                  <a16:creationId xmlns:a16="http://schemas.microsoft.com/office/drawing/2014/main" id="{A78A1F8B-F74C-46D8-8FA0-F2C50550CE3D}"/>
                </a:ext>
              </a:extLst>
            </p:cNvPr>
            <p:cNvSpPr/>
            <p:nvPr/>
          </p:nvSpPr>
          <p:spPr>
            <a:xfrm>
              <a:off x="64922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06" name="Connector 17">
              <a:extLst>
                <a:ext uri="{FF2B5EF4-FFF2-40B4-BE49-F238E27FC236}">
                  <a16:creationId xmlns:a16="http://schemas.microsoft.com/office/drawing/2014/main" id="{B48B8700-41BC-4745-BB2A-F370E4F2EBF4}"/>
                </a:ext>
              </a:extLst>
            </p:cNvPr>
            <p:cNvCxnSpPr/>
            <p:nvPr/>
          </p:nvCxnSpPr>
          <p:spPr>
            <a:xfrm>
              <a:off x="678301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Connector 18">
              <a:extLst>
                <a:ext uri="{FF2B5EF4-FFF2-40B4-BE49-F238E27FC236}">
                  <a16:creationId xmlns:a16="http://schemas.microsoft.com/office/drawing/2014/main" id="{AF8C966B-53E0-4EFC-9ACF-24F47D298E4B}"/>
                </a:ext>
              </a:extLst>
            </p:cNvPr>
            <p:cNvCxnSpPr/>
            <p:nvPr/>
          </p:nvCxnSpPr>
          <p:spPr>
            <a:xfrm>
              <a:off x="678301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Connector 19">
              <a:extLst>
                <a:ext uri="{FF2B5EF4-FFF2-40B4-BE49-F238E27FC236}">
                  <a16:creationId xmlns:a16="http://schemas.microsoft.com/office/drawing/2014/main" id="{6A11826E-4E54-437C-98BA-3A64110B41AE}"/>
                </a:ext>
              </a:extLst>
            </p:cNvPr>
            <p:cNvCxnSpPr/>
            <p:nvPr/>
          </p:nvCxnSpPr>
          <p:spPr>
            <a:xfrm>
              <a:off x="678301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Connector 20">
              <a:extLst>
                <a:ext uri="{FF2B5EF4-FFF2-40B4-BE49-F238E27FC236}">
                  <a16:creationId xmlns:a16="http://schemas.microsoft.com/office/drawing/2014/main" id="{81E96ECE-CC83-486B-9A70-51FADEFF5D43}"/>
                </a:ext>
              </a:extLst>
            </p:cNvPr>
            <p:cNvCxnSpPr/>
            <p:nvPr/>
          </p:nvCxnSpPr>
          <p:spPr>
            <a:xfrm>
              <a:off x="678301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0" name="Rounded Rectangle 26">
              <a:extLst>
                <a:ext uri="{FF2B5EF4-FFF2-40B4-BE49-F238E27FC236}">
                  <a16:creationId xmlns:a16="http://schemas.microsoft.com/office/drawing/2014/main" id="{C38A02AB-5D49-40FF-8364-D96CC7BCF0BF}"/>
                </a:ext>
              </a:extLst>
            </p:cNvPr>
            <p:cNvSpPr/>
            <p:nvPr/>
          </p:nvSpPr>
          <p:spPr>
            <a:xfrm>
              <a:off x="85039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1" name="Connector 27">
              <a:extLst>
                <a:ext uri="{FF2B5EF4-FFF2-40B4-BE49-F238E27FC236}">
                  <a16:creationId xmlns:a16="http://schemas.microsoft.com/office/drawing/2014/main" id="{64871C40-D02E-4FD0-9C7E-6FB6419B30CB}"/>
                </a:ext>
              </a:extLst>
            </p:cNvPr>
            <p:cNvCxnSpPr/>
            <p:nvPr/>
          </p:nvCxnSpPr>
          <p:spPr>
            <a:xfrm>
              <a:off x="879469" y="1837919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Connector 28">
              <a:extLst>
                <a:ext uri="{FF2B5EF4-FFF2-40B4-BE49-F238E27FC236}">
                  <a16:creationId xmlns:a16="http://schemas.microsoft.com/office/drawing/2014/main" id="{5D45DD4D-5469-4CE0-AF5E-28C315696D3D}"/>
                </a:ext>
              </a:extLst>
            </p:cNvPr>
            <p:cNvCxnSpPr/>
            <p:nvPr/>
          </p:nvCxnSpPr>
          <p:spPr>
            <a:xfrm>
              <a:off x="879469" y="1874267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Connector 29">
              <a:extLst>
                <a:ext uri="{FF2B5EF4-FFF2-40B4-BE49-F238E27FC236}">
                  <a16:creationId xmlns:a16="http://schemas.microsoft.com/office/drawing/2014/main" id="{D164C788-60B8-4690-82A0-FE866CACE471}"/>
                </a:ext>
              </a:extLst>
            </p:cNvPr>
            <p:cNvCxnSpPr/>
            <p:nvPr/>
          </p:nvCxnSpPr>
          <p:spPr>
            <a:xfrm>
              <a:off x="879469" y="1910614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Connector 30">
              <a:extLst>
                <a:ext uri="{FF2B5EF4-FFF2-40B4-BE49-F238E27FC236}">
                  <a16:creationId xmlns:a16="http://schemas.microsoft.com/office/drawing/2014/main" id="{A1580654-FFCE-4A7B-804B-2C7E651E2DBC}"/>
                </a:ext>
              </a:extLst>
            </p:cNvPr>
            <p:cNvCxnSpPr/>
            <p:nvPr/>
          </p:nvCxnSpPr>
          <p:spPr>
            <a:xfrm>
              <a:off x="879469" y="1946962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5" name="Rounded Rectangle 36">
              <a:extLst>
                <a:ext uri="{FF2B5EF4-FFF2-40B4-BE49-F238E27FC236}">
                  <a16:creationId xmlns:a16="http://schemas.microsoft.com/office/drawing/2014/main" id="{9377CEE7-B59F-4376-8891-03372A34275C}"/>
                </a:ext>
              </a:extLst>
            </p:cNvPr>
            <p:cNvSpPr/>
            <p:nvPr/>
          </p:nvSpPr>
          <p:spPr>
            <a:xfrm>
              <a:off x="44805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6" name="Connector 37">
              <a:extLst>
                <a:ext uri="{FF2B5EF4-FFF2-40B4-BE49-F238E27FC236}">
                  <a16:creationId xmlns:a16="http://schemas.microsoft.com/office/drawing/2014/main" id="{7B5CFD3B-4580-4A2B-9FEE-3829BBD381FA}"/>
                </a:ext>
              </a:extLst>
            </p:cNvPr>
            <p:cNvCxnSpPr/>
            <p:nvPr/>
          </p:nvCxnSpPr>
          <p:spPr>
            <a:xfrm>
              <a:off x="477133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Connector 38">
              <a:extLst>
                <a:ext uri="{FF2B5EF4-FFF2-40B4-BE49-F238E27FC236}">
                  <a16:creationId xmlns:a16="http://schemas.microsoft.com/office/drawing/2014/main" id="{A63AF29B-75D4-436D-94B8-6200909B6C2D}"/>
                </a:ext>
              </a:extLst>
            </p:cNvPr>
            <p:cNvCxnSpPr/>
            <p:nvPr/>
          </p:nvCxnSpPr>
          <p:spPr>
            <a:xfrm>
              <a:off x="477133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Connector 39">
              <a:extLst>
                <a:ext uri="{FF2B5EF4-FFF2-40B4-BE49-F238E27FC236}">
                  <a16:creationId xmlns:a16="http://schemas.microsoft.com/office/drawing/2014/main" id="{11768211-EE2F-4B80-A6B1-D5CF37C044D0}"/>
                </a:ext>
              </a:extLst>
            </p:cNvPr>
            <p:cNvCxnSpPr/>
            <p:nvPr/>
          </p:nvCxnSpPr>
          <p:spPr>
            <a:xfrm>
              <a:off x="477133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Connector 40">
              <a:extLst>
                <a:ext uri="{FF2B5EF4-FFF2-40B4-BE49-F238E27FC236}">
                  <a16:creationId xmlns:a16="http://schemas.microsoft.com/office/drawing/2014/main" id="{05543378-AA5B-4B56-A3A6-6ED9232A8C2A}"/>
                </a:ext>
              </a:extLst>
            </p:cNvPr>
            <p:cNvCxnSpPr/>
            <p:nvPr/>
          </p:nvCxnSpPr>
          <p:spPr>
            <a:xfrm>
              <a:off x="477133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0" name="Rounded Rectangle 46">
              <a:extLst>
                <a:ext uri="{FF2B5EF4-FFF2-40B4-BE49-F238E27FC236}">
                  <a16:creationId xmlns:a16="http://schemas.microsoft.com/office/drawing/2014/main" id="{3978AD62-D952-4748-B569-5FD909C63C49}"/>
                </a:ext>
              </a:extLst>
            </p:cNvPr>
            <p:cNvSpPr/>
            <p:nvPr/>
          </p:nvSpPr>
          <p:spPr>
            <a:xfrm>
              <a:off x="64922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1" name="Connector 47">
              <a:extLst>
                <a:ext uri="{FF2B5EF4-FFF2-40B4-BE49-F238E27FC236}">
                  <a16:creationId xmlns:a16="http://schemas.microsoft.com/office/drawing/2014/main" id="{44C0FF29-2136-4526-BB26-F134205D61E6}"/>
                </a:ext>
              </a:extLst>
            </p:cNvPr>
            <p:cNvCxnSpPr/>
            <p:nvPr/>
          </p:nvCxnSpPr>
          <p:spPr>
            <a:xfrm>
              <a:off x="678301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Connector 48">
              <a:extLst>
                <a:ext uri="{FF2B5EF4-FFF2-40B4-BE49-F238E27FC236}">
                  <a16:creationId xmlns:a16="http://schemas.microsoft.com/office/drawing/2014/main" id="{175488A9-82C7-4D47-99AC-84668A92099B}"/>
                </a:ext>
              </a:extLst>
            </p:cNvPr>
            <p:cNvCxnSpPr/>
            <p:nvPr/>
          </p:nvCxnSpPr>
          <p:spPr>
            <a:xfrm>
              <a:off x="678301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Connector 49">
              <a:extLst>
                <a:ext uri="{FF2B5EF4-FFF2-40B4-BE49-F238E27FC236}">
                  <a16:creationId xmlns:a16="http://schemas.microsoft.com/office/drawing/2014/main" id="{5F3EC5EB-9CBB-4874-9552-CD5F1A057293}"/>
                </a:ext>
              </a:extLst>
            </p:cNvPr>
            <p:cNvCxnSpPr/>
            <p:nvPr/>
          </p:nvCxnSpPr>
          <p:spPr>
            <a:xfrm>
              <a:off x="678301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Connector 50">
              <a:extLst>
                <a:ext uri="{FF2B5EF4-FFF2-40B4-BE49-F238E27FC236}">
                  <a16:creationId xmlns:a16="http://schemas.microsoft.com/office/drawing/2014/main" id="{0F5C8D36-1282-4D5C-9F48-46F5AAFB3110}"/>
                </a:ext>
              </a:extLst>
            </p:cNvPr>
            <p:cNvCxnSpPr/>
            <p:nvPr/>
          </p:nvCxnSpPr>
          <p:spPr>
            <a:xfrm>
              <a:off x="678301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5" name="Rounded Rectangle 56">
              <a:extLst>
                <a:ext uri="{FF2B5EF4-FFF2-40B4-BE49-F238E27FC236}">
                  <a16:creationId xmlns:a16="http://schemas.microsoft.com/office/drawing/2014/main" id="{FBAAED3A-526E-4080-9D75-17BD3C6A5DD5}"/>
                </a:ext>
              </a:extLst>
            </p:cNvPr>
            <p:cNvSpPr/>
            <p:nvPr/>
          </p:nvSpPr>
          <p:spPr>
            <a:xfrm>
              <a:off x="85039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1274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6" name="Connector 57">
              <a:extLst>
                <a:ext uri="{FF2B5EF4-FFF2-40B4-BE49-F238E27FC236}">
                  <a16:creationId xmlns:a16="http://schemas.microsoft.com/office/drawing/2014/main" id="{436423D9-641C-4542-82E2-531451B844B4}"/>
                </a:ext>
              </a:extLst>
            </p:cNvPr>
            <p:cNvCxnSpPr/>
            <p:nvPr/>
          </p:nvCxnSpPr>
          <p:spPr>
            <a:xfrm>
              <a:off x="879469" y="2148815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Connector 58">
              <a:extLst>
                <a:ext uri="{FF2B5EF4-FFF2-40B4-BE49-F238E27FC236}">
                  <a16:creationId xmlns:a16="http://schemas.microsoft.com/office/drawing/2014/main" id="{9A9EB5F9-C44A-43EF-8EF4-1A622F18514F}"/>
                </a:ext>
              </a:extLst>
            </p:cNvPr>
            <p:cNvCxnSpPr/>
            <p:nvPr/>
          </p:nvCxnSpPr>
          <p:spPr>
            <a:xfrm>
              <a:off x="879469" y="2185163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Connector 59">
              <a:extLst>
                <a:ext uri="{FF2B5EF4-FFF2-40B4-BE49-F238E27FC236}">
                  <a16:creationId xmlns:a16="http://schemas.microsoft.com/office/drawing/2014/main" id="{690124D0-D64B-4C85-ACA8-0EE2B2F1A37E}"/>
                </a:ext>
              </a:extLst>
            </p:cNvPr>
            <p:cNvCxnSpPr/>
            <p:nvPr/>
          </p:nvCxnSpPr>
          <p:spPr>
            <a:xfrm>
              <a:off x="879469" y="2221510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Connector 60">
              <a:extLst>
                <a:ext uri="{FF2B5EF4-FFF2-40B4-BE49-F238E27FC236}">
                  <a16:creationId xmlns:a16="http://schemas.microsoft.com/office/drawing/2014/main" id="{5D8ABEFB-9CF3-4136-A26D-381394C44EDC}"/>
                </a:ext>
              </a:extLst>
            </p:cNvPr>
            <p:cNvCxnSpPr/>
            <p:nvPr/>
          </p:nvCxnSpPr>
          <p:spPr>
            <a:xfrm>
              <a:off x="879469" y="2257858"/>
              <a:ext cx="101773" cy="0"/>
            </a:xfrm>
            <a:prstGeom prst="line">
              <a:avLst/>
            </a:prstGeom>
            <a:ln w="11430">
              <a:solidFill>
                <a:srgbClr val="1127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0" name="组合 629">
            <a:extLst>
              <a:ext uri="{FF2B5EF4-FFF2-40B4-BE49-F238E27FC236}">
                <a16:creationId xmlns:a16="http://schemas.microsoft.com/office/drawing/2014/main" id="{9C7A8779-03F0-4C94-A59F-289F4797366A}"/>
              </a:ext>
            </a:extLst>
          </p:cNvPr>
          <p:cNvGrpSpPr>
            <a:grpSpLocks noChangeAspect="1"/>
          </p:cNvGrpSpPr>
          <p:nvPr/>
        </p:nvGrpSpPr>
        <p:grpSpPr>
          <a:xfrm>
            <a:off x="11358531" y="4825616"/>
            <a:ext cx="616696" cy="574875"/>
            <a:chOff x="1545336" y="1794303"/>
            <a:chExt cx="562264" cy="524134"/>
          </a:xfrm>
        </p:grpSpPr>
        <p:sp>
          <p:nvSpPr>
            <p:cNvPr id="631" name="Rounded Rectangle 11">
              <a:extLst>
                <a:ext uri="{FF2B5EF4-FFF2-40B4-BE49-F238E27FC236}">
                  <a16:creationId xmlns:a16="http://schemas.microsoft.com/office/drawing/2014/main" id="{7480BCDB-C3E2-4018-A14A-2D85E300E3AC}"/>
                </a:ext>
              </a:extLst>
            </p:cNvPr>
            <p:cNvSpPr/>
            <p:nvPr/>
          </p:nvSpPr>
          <p:spPr>
            <a:xfrm>
              <a:off x="1545336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32" name="Connector 12">
              <a:extLst>
                <a:ext uri="{FF2B5EF4-FFF2-40B4-BE49-F238E27FC236}">
                  <a16:creationId xmlns:a16="http://schemas.microsoft.com/office/drawing/2014/main" id="{68E58B2E-EBC2-4E25-991D-D5601F09075F}"/>
                </a:ext>
              </a:extLst>
            </p:cNvPr>
            <p:cNvCxnSpPr/>
            <p:nvPr/>
          </p:nvCxnSpPr>
          <p:spPr>
            <a:xfrm>
              <a:off x="1574413" y="1837919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Connector 13">
              <a:extLst>
                <a:ext uri="{FF2B5EF4-FFF2-40B4-BE49-F238E27FC236}">
                  <a16:creationId xmlns:a16="http://schemas.microsoft.com/office/drawing/2014/main" id="{0EC5C4A5-2894-4157-8E5B-9E0104C73E6D}"/>
                </a:ext>
              </a:extLst>
            </p:cNvPr>
            <p:cNvCxnSpPr/>
            <p:nvPr/>
          </p:nvCxnSpPr>
          <p:spPr>
            <a:xfrm>
              <a:off x="1574413" y="1874267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Connector 14">
              <a:extLst>
                <a:ext uri="{FF2B5EF4-FFF2-40B4-BE49-F238E27FC236}">
                  <a16:creationId xmlns:a16="http://schemas.microsoft.com/office/drawing/2014/main" id="{DCC2F41E-153B-4F0D-8B46-586C5D227466}"/>
                </a:ext>
              </a:extLst>
            </p:cNvPr>
            <p:cNvCxnSpPr/>
            <p:nvPr/>
          </p:nvCxnSpPr>
          <p:spPr>
            <a:xfrm>
              <a:off x="1574413" y="1910614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Connector 15">
              <a:extLst>
                <a:ext uri="{FF2B5EF4-FFF2-40B4-BE49-F238E27FC236}">
                  <a16:creationId xmlns:a16="http://schemas.microsoft.com/office/drawing/2014/main" id="{3BF806D6-8ED6-47F2-8C61-A4773E372256}"/>
                </a:ext>
              </a:extLst>
            </p:cNvPr>
            <p:cNvCxnSpPr/>
            <p:nvPr/>
          </p:nvCxnSpPr>
          <p:spPr>
            <a:xfrm>
              <a:off x="1574413" y="1946962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6" name="Rounded Rectangle 21">
              <a:extLst>
                <a:ext uri="{FF2B5EF4-FFF2-40B4-BE49-F238E27FC236}">
                  <a16:creationId xmlns:a16="http://schemas.microsoft.com/office/drawing/2014/main" id="{1A709CE9-DB33-4FD1-866E-81119A7C96BE}"/>
                </a:ext>
              </a:extLst>
            </p:cNvPr>
            <p:cNvSpPr/>
            <p:nvPr/>
          </p:nvSpPr>
          <p:spPr>
            <a:xfrm>
              <a:off x="1746504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37" name="Connector 22">
              <a:extLst>
                <a:ext uri="{FF2B5EF4-FFF2-40B4-BE49-F238E27FC236}">
                  <a16:creationId xmlns:a16="http://schemas.microsoft.com/office/drawing/2014/main" id="{7C6CBAF1-7086-4FBA-A8BD-EA2DDB0B92FA}"/>
                </a:ext>
              </a:extLst>
            </p:cNvPr>
            <p:cNvCxnSpPr/>
            <p:nvPr/>
          </p:nvCxnSpPr>
          <p:spPr>
            <a:xfrm>
              <a:off x="1775581" y="1837919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Connector 23">
              <a:extLst>
                <a:ext uri="{FF2B5EF4-FFF2-40B4-BE49-F238E27FC236}">
                  <a16:creationId xmlns:a16="http://schemas.microsoft.com/office/drawing/2014/main" id="{5DD11F66-2EB4-463D-BEC0-C14EDE207605}"/>
                </a:ext>
              </a:extLst>
            </p:cNvPr>
            <p:cNvCxnSpPr/>
            <p:nvPr/>
          </p:nvCxnSpPr>
          <p:spPr>
            <a:xfrm>
              <a:off x="1775581" y="1874267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Connector 24">
              <a:extLst>
                <a:ext uri="{FF2B5EF4-FFF2-40B4-BE49-F238E27FC236}">
                  <a16:creationId xmlns:a16="http://schemas.microsoft.com/office/drawing/2014/main" id="{F2F2F393-0DD0-4262-B4E8-268168E678A3}"/>
                </a:ext>
              </a:extLst>
            </p:cNvPr>
            <p:cNvCxnSpPr/>
            <p:nvPr/>
          </p:nvCxnSpPr>
          <p:spPr>
            <a:xfrm>
              <a:off x="1775581" y="1910614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Connector 25">
              <a:extLst>
                <a:ext uri="{FF2B5EF4-FFF2-40B4-BE49-F238E27FC236}">
                  <a16:creationId xmlns:a16="http://schemas.microsoft.com/office/drawing/2014/main" id="{73A501D4-6FBF-4094-8031-EFB8C97CA0A0}"/>
                </a:ext>
              </a:extLst>
            </p:cNvPr>
            <p:cNvCxnSpPr/>
            <p:nvPr/>
          </p:nvCxnSpPr>
          <p:spPr>
            <a:xfrm>
              <a:off x="1775581" y="1946962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1" name="Rounded Rectangle 31">
              <a:extLst>
                <a:ext uri="{FF2B5EF4-FFF2-40B4-BE49-F238E27FC236}">
                  <a16:creationId xmlns:a16="http://schemas.microsoft.com/office/drawing/2014/main" id="{5DBF91F1-3536-43C8-B997-DEECAF1DF2F9}"/>
                </a:ext>
              </a:extLst>
            </p:cNvPr>
            <p:cNvSpPr/>
            <p:nvPr/>
          </p:nvSpPr>
          <p:spPr>
            <a:xfrm>
              <a:off x="1947672" y="1794303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42" name="Connector 32">
              <a:extLst>
                <a:ext uri="{FF2B5EF4-FFF2-40B4-BE49-F238E27FC236}">
                  <a16:creationId xmlns:a16="http://schemas.microsoft.com/office/drawing/2014/main" id="{BA1F7BC7-F466-4961-9815-14792D5AE429}"/>
                </a:ext>
              </a:extLst>
            </p:cNvPr>
            <p:cNvCxnSpPr/>
            <p:nvPr/>
          </p:nvCxnSpPr>
          <p:spPr>
            <a:xfrm>
              <a:off x="1976749" y="1837919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Connector 33">
              <a:extLst>
                <a:ext uri="{FF2B5EF4-FFF2-40B4-BE49-F238E27FC236}">
                  <a16:creationId xmlns:a16="http://schemas.microsoft.com/office/drawing/2014/main" id="{265361C6-1148-4A93-B60F-32CD44FB1305}"/>
                </a:ext>
              </a:extLst>
            </p:cNvPr>
            <p:cNvCxnSpPr/>
            <p:nvPr/>
          </p:nvCxnSpPr>
          <p:spPr>
            <a:xfrm>
              <a:off x="1976749" y="1874267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Connector 34">
              <a:extLst>
                <a:ext uri="{FF2B5EF4-FFF2-40B4-BE49-F238E27FC236}">
                  <a16:creationId xmlns:a16="http://schemas.microsoft.com/office/drawing/2014/main" id="{CB2B05CC-5F6E-4981-B825-5F2F575F1A2D}"/>
                </a:ext>
              </a:extLst>
            </p:cNvPr>
            <p:cNvCxnSpPr/>
            <p:nvPr/>
          </p:nvCxnSpPr>
          <p:spPr>
            <a:xfrm>
              <a:off x="1976749" y="1910614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Connector 35">
              <a:extLst>
                <a:ext uri="{FF2B5EF4-FFF2-40B4-BE49-F238E27FC236}">
                  <a16:creationId xmlns:a16="http://schemas.microsoft.com/office/drawing/2014/main" id="{6B49E8DE-4F08-427A-9ADA-346A9191608F}"/>
                </a:ext>
              </a:extLst>
            </p:cNvPr>
            <p:cNvCxnSpPr/>
            <p:nvPr/>
          </p:nvCxnSpPr>
          <p:spPr>
            <a:xfrm>
              <a:off x="1976749" y="1946962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6" name="Rounded Rectangle 41">
              <a:extLst>
                <a:ext uri="{FF2B5EF4-FFF2-40B4-BE49-F238E27FC236}">
                  <a16:creationId xmlns:a16="http://schemas.microsoft.com/office/drawing/2014/main" id="{D40B1A28-565B-4C26-AB19-B1028E7A98EB}"/>
                </a:ext>
              </a:extLst>
            </p:cNvPr>
            <p:cNvSpPr/>
            <p:nvPr/>
          </p:nvSpPr>
          <p:spPr>
            <a:xfrm>
              <a:off x="1545336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147D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47" name="Connector 42">
              <a:extLst>
                <a:ext uri="{FF2B5EF4-FFF2-40B4-BE49-F238E27FC236}">
                  <a16:creationId xmlns:a16="http://schemas.microsoft.com/office/drawing/2014/main" id="{87A89F47-A849-4644-B599-BB7A3E140E01}"/>
                </a:ext>
              </a:extLst>
            </p:cNvPr>
            <p:cNvCxnSpPr/>
            <p:nvPr/>
          </p:nvCxnSpPr>
          <p:spPr>
            <a:xfrm>
              <a:off x="1574413" y="2148815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Connector 43">
              <a:extLst>
                <a:ext uri="{FF2B5EF4-FFF2-40B4-BE49-F238E27FC236}">
                  <a16:creationId xmlns:a16="http://schemas.microsoft.com/office/drawing/2014/main" id="{E1151163-9B09-4676-BB3B-C0B633F5A2A0}"/>
                </a:ext>
              </a:extLst>
            </p:cNvPr>
            <p:cNvCxnSpPr/>
            <p:nvPr/>
          </p:nvCxnSpPr>
          <p:spPr>
            <a:xfrm>
              <a:off x="1574413" y="2185163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Connector 44">
              <a:extLst>
                <a:ext uri="{FF2B5EF4-FFF2-40B4-BE49-F238E27FC236}">
                  <a16:creationId xmlns:a16="http://schemas.microsoft.com/office/drawing/2014/main" id="{9DF10EBE-AAA1-4748-ADB8-182C5E3B54DF}"/>
                </a:ext>
              </a:extLst>
            </p:cNvPr>
            <p:cNvCxnSpPr/>
            <p:nvPr/>
          </p:nvCxnSpPr>
          <p:spPr>
            <a:xfrm>
              <a:off x="1574413" y="2221510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Connector 45">
              <a:extLst>
                <a:ext uri="{FF2B5EF4-FFF2-40B4-BE49-F238E27FC236}">
                  <a16:creationId xmlns:a16="http://schemas.microsoft.com/office/drawing/2014/main" id="{4115E84A-CA3A-418D-8CB2-7A1FD1AF0F10}"/>
                </a:ext>
              </a:extLst>
            </p:cNvPr>
            <p:cNvCxnSpPr/>
            <p:nvPr/>
          </p:nvCxnSpPr>
          <p:spPr>
            <a:xfrm>
              <a:off x="1574413" y="2257858"/>
              <a:ext cx="101773" cy="0"/>
            </a:xfrm>
            <a:prstGeom prst="line">
              <a:avLst/>
            </a:prstGeom>
            <a:ln w="11430">
              <a:solidFill>
                <a:srgbClr val="147D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1" name="Rounded Rectangle 51">
              <a:extLst>
                <a:ext uri="{FF2B5EF4-FFF2-40B4-BE49-F238E27FC236}">
                  <a16:creationId xmlns:a16="http://schemas.microsoft.com/office/drawing/2014/main" id="{5901A3EB-509C-458E-AA17-390642ED7504}"/>
                </a:ext>
              </a:extLst>
            </p:cNvPr>
            <p:cNvSpPr/>
            <p:nvPr/>
          </p:nvSpPr>
          <p:spPr>
            <a:xfrm>
              <a:off x="1746504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009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52" name="Connector 52">
              <a:extLst>
                <a:ext uri="{FF2B5EF4-FFF2-40B4-BE49-F238E27FC236}">
                  <a16:creationId xmlns:a16="http://schemas.microsoft.com/office/drawing/2014/main" id="{47EC96CF-EDFE-4C40-AD54-1D108A17350B}"/>
                </a:ext>
              </a:extLst>
            </p:cNvPr>
            <p:cNvCxnSpPr/>
            <p:nvPr/>
          </p:nvCxnSpPr>
          <p:spPr>
            <a:xfrm>
              <a:off x="1775581" y="2148815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Connector 53">
              <a:extLst>
                <a:ext uri="{FF2B5EF4-FFF2-40B4-BE49-F238E27FC236}">
                  <a16:creationId xmlns:a16="http://schemas.microsoft.com/office/drawing/2014/main" id="{CB1C20C8-D336-421F-8E80-2BAE604255BE}"/>
                </a:ext>
              </a:extLst>
            </p:cNvPr>
            <p:cNvCxnSpPr/>
            <p:nvPr/>
          </p:nvCxnSpPr>
          <p:spPr>
            <a:xfrm>
              <a:off x="1775581" y="2185163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Connector 54">
              <a:extLst>
                <a:ext uri="{FF2B5EF4-FFF2-40B4-BE49-F238E27FC236}">
                  <a16:creationId xmlns:a16="http://schemas.microsoft.com/office/drawing/2014/main" id="{DDDDA64E-4E7B-410B-9F47-ECF7FF154938}"/>
                </a:ext>
              </a:extLst>
            </p:cNvPr>
            <p:cNvCxnSpPr/>
            <p:nvPr/>
          </p:nvCxnSpPr>
          <p:spPr>
            <a:xfrm>
              <a:off x="1775581" y="2221510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Connector 55">
              <a:extLst>
                <a:ext uri="{FF2B5EF4-FFF2-40B4-BE49-F238E27FC236}">
                  <a16:creationId xmlns:a16="http://schemas.microsoft.com/office/drawing/2014/main" id="{4F0966EF-03E2-4D55-AA20-A66A6D053BE2}"/>
                </a:ext>
              </a:extLst>
            </p:cNvPr>
            <p:cNvCxnSpPr/>
            <p:nvPr/>
          </p:nvCxnSpPr>
          <p:spPr>
            <a:xfrm>
              <a:off x="1775581" y="2257858"/>
              <a:ext cx="101773" cy="0"/>
            </a:xfrm>
            <a:prstGeom prst="line">
              <a:avLst/>
            </a:prstGeom>
            <a:ln w="11430">
              <a:solidFill>
                <a:srgbClr val="009E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6" name="Rounded Rectangle 61">
              <a:extLst>
                <a:ext uri="{FF2B5EF4-FFF2-40B4-BE49-F238E27FC236}">
                  <a16:creationId xmlns:a16="http://schemas.microsoft.com/office/drawing/2014/main" id="{B3C15652-D83E-424E-B06C-C7B32074F960}"/>
                </a:ext>
              </a:extLst>
            </p:cNvPr>
            <p:cNvSpPr/>
            <p:nvPr/>
          </p:nvSpPr>
          <p:spPr>
            <a:xfrm>
              <a:off x="1947672" y="2105199"/>
              <a:ext cx="159928" cy="213238"/>
            </a:xfrm>
            <a:prstGeom prst="roundRect">
              <a:avLst>
                <a:gd name="adj" fmla="val 5500"/>
              </a:avLst>
            </a:prstGeom>
            <a:solidFill>
              <a:srgbClr val="FFFFFF"/>
            </a:solidFill>
            <a:ln w="15240">
              <a:solidFill>
                <a:srgbClr val="E6963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57" name="Connector 62">
              <a:extLst>
                <a:ext uri="{FF2B5EF4-FFF2-40B4-BE49-F238E27FC236}">
                  <a16:creationId xmlns:a16="http://schemas.microsoft.com/office/drawing/2014/main" id="{DCAF2291-E58F-430F-8E2C-9321CA018ED6}"/>
                </a:ext>
              </a:extLst>
            </p:cNvPr>
            <p:cNvCxnSpPr/>
            <p:nvPr/>
          </p:nvCxnSpPr>
          <p:spPr>
            <a:xfrm>
              <a:off x="1976749" y="2148815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Connector 63">
              <a:extLst>
                <a:ext uri="{FF2B5EF4-FFF2-40B4-BE49-F238E27FC236}">
                  <a16:creationId xmlns:a16="http://schemas.microsoft.com/office/drawing/2014/main" id="{B793AD0D-82C0-400A-A216-793C6AF1B5F5}"/>
                </a:ext>
              </a:extLst>
            </p:cNvPr>
            <p:cNvCxnSpPr/>
            <p:nvPr/>
          </p:nvCxnSpPr>
          <p:spPr>
            <a:xfrm>
              <a:off x="1976749" y="2185163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Connector 64">
              <a:extLst>
                <a:ext uri="{FF2B5EF4-FFF2-40B4-BE49-F238E27FC236}">
                  <a16:creationId xmlns:a16="http://schemas.microsoft.com/office/drawing/2014/main" id="{2E00DFB4-6E80-4DDB-94B2-D0009DC0C38F}"/>
                </a:ext>
              </a:extLst>
            </p:cNvPr>
            <p:cNvCxnSpPr/>
            <p:nvPr/>
          </p:nvCxnSpPr>
          <p:spPr>
            <a:xfrm>
              <a:off x="1976749" y="2221510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Connector 65">
              <a:extLst>
                <a:ext uri="{FF2B5EF4-FFF2-40B4-BE49-F238E27FC236}">
                  <a16:creationId xmlns:a16="http://schemas.microsoft.com/office/drawing/2014/main" id="{4F7A8D23-3A4D-4C8C-946A-1BAAD043D54A}"/>
                </a:ext>
              </a:extLst>
            </p:cNvPr>
            <p:cNvCxnSpPr/>
            <p:nvPr/>
          </p:nvCxnSpPr>
          <p:spPr>
            <a:xfrm>
              <a:off x="1976749" y="2257858"/>
              <a:ext cx="101773" cy="0"/>
            </a:xfrm>
            <a:prstGeom prst="line">
              <a:avLst/>
            </a:prstGeom>
            <a:ln w="11430">
              <a:solidFill>
                <a:srgbClr val="E69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1" name="标题 1">
            <a:extLst>
              <a:ext uri="{FF2B5EF4-FFF2-40B4-BE49-F238E27FC236}">
                <a16:creationId xmlns:a16="http://schemas.microsoft.com/office/drawing/2014/main" id="{311DFD9E-9A0D-4109-87C6-13255FAF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235" y="231314"/>
            <a:ext cx="8893764" cy="582594"/>
          </a:xfrm>
        </p:spPr>
        <p:txBody>
          <a:bodyPr/>
          <a:lstStyle/>
          <a:p>
            <a:pPr algn="ctr"/>
            <a:r>
              <a:rPr lang="zh-CN" altLang="en-US" dirty="0"/>
              <a:t>节点独立判断与递归投票</a:t>
            </a:r>
          </a:p>
        </p:txBody>
      </p:sp>
      <p:sp>
        <p:nvSpPr>
          <p:cNvPr id="662" name="TextBox 4">
            <a:extLst>
              <a:ext uri="{FF2B5EF4-FFF2-40B4-BE49-F238E27FC236}">
                <a16:creationId xmlns:a16="http://schemas.microsoft.com/office/drawing/2014/main" id="{5CB367E7-E5F3-4577-8DDF-BC1CF861FAA3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Split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建立子树，通过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Refine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改写单个准则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3" name="Rectangle 32">
            <a:extLst>
              <a:ext uri="{FF2B5EF4-FFF2-40B4-BE49-F238E27FC236}">
                <a16:creationId xmlns:a16="http://schemas.microsoft.com/office/drawing/2014/main" id="{F6E2826D-FCFC-48E2-9E1A-9EB3F941B946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95326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42">
            <a:extLst>
              <a:ext uri="{FF2B5EF4-FFF2-40B4-BE49-F238E27FC236}">
                <a16:creationId xmlns:a16="http://schemas.microsoft.com/office/drawing/2014/main" id="{966C491B-300C-4ACC-927E-F9566E11E954}"/>
              </a:ext>
            </a:extLst>
          </p:cNvPr>
          <p:cNvSpPr/>
          <p:nvPr/>
        </p:nvSpPr>
        <p:spPr>
          <a:xfrm>
            <a:off x="636422" y="9057349"/>
            <a:ext cx="14887596" cy="1209423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8817314" y="2619757"/>
            <a:ext cx="7505395" cy="340156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7">
            <a:extLst>
              <a:ext uri="{FF2B5EF4-FFF2-40B4-BE49-F238E27FC236}">
                <a16:creationId xmlns:a16="http://schemas.microsoft.com/office/drawing/2014/main" id="{17A941ED-0184-4117-BF90-4D9DE3415B57}"/>
              </a:ext>
            </a:extLst>
          </p:cNvPr>
          <p:cNvSpPr/>
          <p:nvPr/>
        </p:nvSpPr>
        <p:spPr>
          <a:xfrm>
            <a:off x="8822024" y="2610102"/>
            <a:ext cx="7505395" cy="634704"/>
          </a:xfrm>
          <a:prstGeom prst="roundRect">
            <a:avLst>
              <a:gd name="adj" fmla="val 24000"/>
            </a:avLst>
          </a:prstGeom>
          <a:solidFill>
            <a:srgbClr val="1A3A5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1033941" y="2619757"/>
            <a:ext cx="7505395" cy="340156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solidFill>
              <a:srgbClr val="63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FC354C8B-D59E-49C7-874B-B31042204411}"/>
              </a:ext>
            </a:extLst>
          </p:cNvPr>
          <p:cNvSpPr/>
          <p:nvPr/>
        </p:nvSpPr>
        <p:spPr>
          <a:xfrm>
            <a:off x="1038651" y="2613162"/>
            <a:ext cx="7505395" cy="634704"/>
          </a:xfrm>
          <a:prstGeom prst="roundRect">
            <a:avLst>
              <a:gd name="adj" fmla="val 24000"/>
            </a:avLst>
          </a:prstGeom>
          <a:solidFill>
            <a:srgbClr val="636E7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41248" y="1508760"/>
            <a:ext cx="15544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dirty="0" err="1"/>
              <a:t>两种演化范式：当前方法与历史对照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265589" y="2756917"/>
            <a:ext cx="7042099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3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>
                <a:solidFill>
                  <a:srgbClr val="FFFFFF"/>
                </a:solidFill>
              </a:rPr>
              <a:t>历史对照：</a:t>
            </a:r>
            <a:r>
              <a:rPr lang="zh-CN" altLang="en-US" sz="2300" b="1" dirty="0">
                <a:solidFill>
                  <a:srgbClr val="FFFFFF"/>
                </a:solidFill>
                <a:latin typeface="Microsoft YaHei"/>
              </a:rPr>
              <a:t>节点独立判断与递归投票</a:t>
            </a:r>
            <a:endParaRPr sz="23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11918" y="3606798"/>
            <a:ext cx="69494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000" dirty="0"/>
              <a:t>推理单元    </a:t>
            </a:r>
            <a:r>
              <a:rPr lang="en-US" sz="2000" dirty="0" err="1"/>
              <a:t>root、children</a:t>
            </a:r>
            <a:r>
              <a:rPr lang="en-US" sz="2000" dirty="0"/>
              <a:t> </a:t>
            </a:r>
            <a:r>
              <a:rPr lang="zh-CN" altLang="en-US" sz="2000" dirty="0"/>
              <a:t>分别独立判断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311918" y="4178298"/>
            <a:ext cx="69494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000" dirty="0"/>
              <a:t>演化方式    签名聚类生成 </a:t>
            </a:r>
            <a:r>
              <a:rPr lang="en-US" sz="2000" dirty="0"/>
              <a:t>children；</a:t>
            </a:r>
            <a:r>
              <a:rPr lang="zh-CN" altLang="en-US" sz="2000" dirty="0"/>
              <a:t>单节点 </a:t>
            </a:r>
            <a:r>
              <a:rPr lang="en-US" sz="2000" dirty="0"/>
              <a:t>Refine</a:t>
            </a:r>
            <a:endParaRPr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311918" y="5321298"/>
            <a:ext cx="694944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dirty="0"/>
              <a:t>系统聚合    子节点与根节点显式递归投票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695668" y="2756917"/>
            <a:ext cx="8015021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300" b="1">
                <a:solidFill>
                  <a:srgbClr val="1D3E62"/>
                </a:solidFill>
                <a:latin typeface="Microsoft YaHei"/>
              </a:defRPr>
            </a:pPr>
            <a:r>
              <a:rPr dirty="0" err="1">
                <a:solidFill>
                  <a:srgbClr val="FFFFFF"/>
                </a:solidFill>
              </a:rPr>
              <a:t>当前方法</a:t>
            </a:r>
            <a:r>
              <a:rPr dirty="0">
                <a:solidFill>
                  <a:srgbClr val="FFFFFF"/>
                </a:solidFill>
              </a:rPr>
              <a:t>：</a:t>
            </a:r>
            <a:r>
              <a:rPr lang="zh-CN" altLang="en-US" sz="2300" b="1" dirty="0">
                <a:solidFill>
                  <a:srgbClr val="FFFFFF"/>
                </a:solidFill>
                <a:latin typeface="Microsoft YaHei"/>
              </a:rPr>
              <a:t>子树联合判断与全局仲裁</a:t>
            </a:r>
            <a:endParaRPr sz="23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95292" y="3606798"/>
            <a:ext cx="792236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000" dirty="0"/>
              <a:t>推理单元    </a:t>
            </a:r>
            <a:r>
              <a:rPr lang="en-US" sz="2000" dirty="0"/>
              <a:t>root＋</a:t>
            </a:r>
            <a:r>
              <a:rPr lang="zh-CN" altLang="en-US" sz="2000" dirty="0"/>
              <a:t>完整 </a:t>
            </a:r>
            <a:r>
              <a:rPr lang="en-US" sz="2000" dirty="0"/>
              <a:t>children </a:t>
            </a:r>
            <a:r>
              <a:rPr lang="zh-CN" altLang="en-US" sz="2000" dirty="0"/>
              <a:t>一次判断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9095292" y="4178299"/>
            <a:ext cx="792236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sz="2000" dirty="0" err="1"/>
              <a:t>演化方式</a:t>
            </a:r>
            <a:r>
              <a:rPr sz="2000" dirty="0"/>
              <a:t>    </a:t>
            </a:r>
            <a:r>
              <a:rPr sz="2000" dirty="0" err="1"/>
              <a:t>逐例反思</a:t>
            </a:r>
            <a:r>
              <a:rPr sz="2000" dirty="0"/>
              <a:t> → </a:t>
            </a:r>
            <a:r>
              <a:rPr sz="2000" dirty="0" err="1"/>
              <a:t>汇总建议</a:t>
            </a:r>
            <a:r>
              <a:rPr sz="2000" dirty="0"/>
              <a:t> → </a:t>
            </a:r>
            <a:r>
              <a:rPr sz="2000" dirty="0" err="1"/>
              <a:t>整组</a:t>
            </a:r>
            <a:r>
              <a:rPr sz="2000" dirty="0"/>
              <a:t>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5292" y="5321298"/>
            <a:ext cx="7922362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zh-CN" altLang="en-US"/>
              <a:t>系统聚合    </a:t>
            </a:r>
            <a:r>
              <a:rPr lang="en-US" altLang="zh-CN"/>
              <a:t>Arbiter </a:t>
            </a:r>
            <a:r>
              <a:rPr lang="zh-CN" altLang="en-US"/>
              <a:t>综合五份子树报告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7325062"/>
            <a:ext cx="185318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D3E62"/>
                </a:solidFill>
                <a:latin typeface="Microsoft YaHei"/>
              </a:defRPr>
            </a:pPr>
            <a:r>
              <a:t>本次运行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7091" y="6935528"/>
            <a:ext cx="3706368" cy="1338681"/>
          </a:xfrm>
          <a:prstGeom prst="roundRect">
            <a:avLst>
              <a:gd name="adj" fmla="val 8000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7120319"/>
            <a:ext cx="342839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rPr dirty="0"/>
              <a:t>Init Split Rubric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9750" y="7712851"/>
            <a:ext cx="352105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626D71"/>
                </a:solidFill>
                <a:latin typeface="Microsoft YaHei"/>
              </a:defRPr>
            </a:pPr>
            <a:r>
              <a:t>五根已生成初始 children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95744" y="7204972"/>
            <a:ext cx="4540301" cy="718521"/>
          </a:xfrm>
          <a:prstGeom prst="roundRect">
            <a:avLst>
              <a:gd name="adj" fmla="val 8000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34733" y="7421658"/>
            <a:ext cx="426232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rPr dirty="0" err="1">
                <a:solidFill>
                  <a:srgbClr val="EF7055"/>
                </a:solidFill>
              </a:rPr>
              <a:t>五轮逐例反思与局部竞争</a:t>
            </a:r>
            <a:endParaRPr dirty="0">
              <a:solidFill>
                <a:srgbClr val="EF7055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2238329" y="6935528"/>
            <a:ext cx="4354982" cy="1338681"/>
          </a:xfrm>
          <a:prstGeom prst="roundRect">
            <a:avLst>
              <a:gd name="adj" fmla="val 8000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77318" y="7120319"/>
            <a:ext cx="407700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t>Final Rubric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30988" y="7712851"/>
            <a:ext cx="416966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0">
                <a:solidFill>
                  <a:srgbClr val="626D71"/>
                </a:solidFill>
                <a:latin typeface="Microsoft YaHei"/>
              </a:defRPr>
            </a:pPr>
            <a:r>
              <a:t>五根不变，更新孩子准则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6118" y="7264711"/>
            <a:ext cx="4632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1D3E6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0906" y="7264711"/>
            <a:ext cx="4632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1D3E6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4967" y="9242812"/>
            <a:ext cx="15752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D3E62"/>
                </a:solidFill>
                <a:latin typeface="Microsoft YaHei"/>
              </a:defRPr>
            </a:pPr>
            <a:r>
              <a:rPr dirty="0"/>
              <a:t>Discovery100：生成与接受     Dev150：验证诊断     </a:t>
            </a:r>
            <a:r>
              <a:rPr dirty="0" err="1"/>
              <a:t>VLRB：外部测试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033941" y="9762355"/>
            <a:ext cx="1463555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0">
                <a:solidFill>
                  <a:srgbClr val="626D71"/>
                </a:solidFill>
                <a:latin typeface="Microsoft YaHei"/>
              </a:defRPr>
            </a:pPr>
            <a:r>
              <a:rPr dirty="0" err="1"/>
              <a:t>当前</a:t>
            </a:r>
            <a:r>
              <a:rPr dirty="0"/>
              <a:t> Manager：Qwen3.5-27B   Worker：Qwen3-VL-8B   </a:t>
            </a:r>
            <a:r>
              <a:rPr dirty="0" err="1"/>
              <a:t>每根提供</a:t>
            </a:r>
            <a:r>
              <a:rPr dirty="0"/>
              <a:t> 5 </a:t>
            </a:r>
            <a:r>
              <a:rPr dirty="0" err="1"/>
              <a:t>条随机正确案例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5486400" y="237744"/>
            <a:ext cx="1152144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实验设计</a:t>
            </a:r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066CF4C7-012D-4869-B522-DD514665DDB9}"/>
              </a:ext>
            </a:extLst>
          </p:cNvPr>
          <p:cNvSpPr txBox="1"/>
          <p:nvPr/>
        </p:nvSpPr>
        <p:spPr>
          <a:xfrm>
            <a:off x="1311868" y="4749798"/>
            <a:ext cx="69494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en-US" altLang="zh-CN" sz="2000" dirty="0"/>
              <a:t>Split </a:t>
            </a:r>
            <a:r>
              <a:rPr lang="zh-CN" altLang="en-US" sz="2000" dirty="0"/>
              <a:t>接受    聚合后子树 </a:t>
            </a:r>
            <a:r>
              <a:rPr lang="en-US" altLang="zh-CN" sz="2000" dirty="0"/>
              <a:t>ACC </a:t>
            </a:r>
            <a:r>
              <a:rPr lang="zh-CN" altLang="en-US" sz="2000" dirty="0"/>
              <a:t>高于原节点／子树</a:t>
            </a:r>
            <a:endParaRPr sz="2000" dirty="0"/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617781F0-20FF-4AAA-9333-9FE5C3866556}"/>
              </a:ext>
            </a:extLst>
          </p:cNvPr>
          <p:cNvSpPr txBox="1"/>
          <p:nvPr/>
        </p:nvSpPr>
        <p:spPr>
          <a:xfrm>
            <a:off x="9095317" y="4749798"/>
            <a:ext cx="792236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0">
                <a:solidFill>
                  <a:srgbClr val="1D3E62"/>
                </a:solidFill>
                <a:latin typeface="Microsoft YaHei"/>
              </a:defRPr>
            </a:pPr>
            <a:r>
              <a:rPr lang="en-US" altLang="zh-CN" sz="2000" dirty="0"/>
              <a:t>Split </a:t>
            </a:r>
            <a:r>
              <a:rPr lang="zh-CN" altLang="en-US" sz="2000" dirty="0"/>
              <a:t>接受    候选子树 </a:t>
            </a:r>
            <a:r>
              <a:rPr lang="en-US" altLang="zh-CN" sz="2000" dirty="0"/>
              <a:t>Strict ACC </a:t>
            </a:r>
            <a:r>
              <a:rPr lang="zh-CN" altLang="en-US" sz="2000" dirty="0"/>
              <a:t>高于当前子树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59321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55955" y="2548683"/>
            <a:ext cx="6764122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146" y="2724249"/>
            <a:ext cx="654174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/>
              <a:t>准则来源 </a:t>
            </a:r>
            <a:r>
              <a:rPr lang="en-US" altLang="zh-CN"/>
              <a:t>/ </a:t>
            </a:r>
            <a:r>
              <a:rPr lang="zh-CN" altLang="en-US"/>
              <a:t>阶段 </a:t>
            </a:r>
            <a:r>
              <a:rPr lang="en-US" altLang="zh-CN"/>
              <a:t>· </a:t>
            </a:r>
            <a:r>
              <a:rPr lang="zh-CN" altLang="en-US"/>
              <a:t>推理方式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320077" y="2548683"/>
            <a:ext cx="3104083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31268" y="2724249"/>
            <a:ext cx="288170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0" y="2548683"/>
            <a:ext cx="2177491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35351" y="2724249"/>
            <a:ext cx="195510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Discovery100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601651" y="2548683"/>
            <a:ext cx="2084832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12841" y="2724249"/>
            <a:ext cx="186244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Dev150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86483" y="2548683"/>
            <a:ext cx="2131162" cy="680314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797673" y="2724249"/>
            <a:ext cx="190877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VLRB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955" y="3239970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146" y="3341570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原始模型：</a:t>
            </a:r>
            <a:r>
              <a:rPr lang="en-US" sz="1600" dirty="0"/>
              <a:t>Native VL-RB prompt</a:t>
            </a:r>
          </a:p>
          <a:p>
            <a:pPr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按原始评测提示词直接判断</a:t>
            </a:r>
            <a:endParaRPr sz="1300" dirty="0"/>
          </a:p>
        </p:txBody>
      </p:sp>
      <p:sp>
        <p:nvSpPr>
          <p:cNvPr id="18" name="TextBox 17"/>
          <p:cNvSpPr txBox="1"/>
          <p:nvPr/>
        </p:nvSpPr>
        <p:spPr>
          <a:xfrm>
            <a:off x="7431268" y="3430470"/>
            <a:ext cx="2881701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/>
              <a:t>未演化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35351" y="3430470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2841" y="3430470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97673" y="3430470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rPr dirty="0"/>
              <a:t>54.13%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955" y="3987239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146" y="4088839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/>
              <a:t>仅五个初始 </a:t>
            </a:r>
            <a:r>
              <a:rPr lang="en-US" altLang="zh-CN" sz="1600"/>
              <a:t>root</a:t>
            </a:r>
            <a:r>
              <a:rPr lang="zh-CN" altLang="en-US" sz="1600"/>
              <a:t>（未演化）</a:t>
            </a:r>
          </a:p>
          <a:p>
            <a:pPr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/>
              <a:t>五根分别判断 → 等权投票</a:t>
            </a:r>
            <a:endParaRPr sz="1300" dirty="0"/>
          </a:p>
        </p:txBody>
      </p:sp>
      <p:sp>
        <p:nvSpPr>
          <p:cNvPr id="24" name="TextBox 23"/>
          <p:cNvSpPr txBox="1"/>
          <p:nvPr/>
        </p:nvSpPr>
        <p:spPr>
          <a:xfrm>
            <a:off x="7431268" y="4177739"/>
            <a:ext cx="2881701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/>
              <a:t>未演化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0535351" y="4177739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64.00%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2841" y="4177739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72.67%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97673" y="4177739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57.10%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5955" y="4734506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146" y="4836106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仅五个初始 </a:t>
            </a:r>
            <a:r>
              <a:rPr lang="en-US" sz="1600" dirty="0"/>
              <a:t>root（</a:t>
            </a:r>
            <a:r>
              <a:rPr lang="zh-CN" altLang="en-US" sz="1600" dirty="0"/>
              <a:t>未演化）</a:t>
            </a:r>
            <a:r>
              <a:rPr lang="en-US" altLang="zh-CN" sz="1600" dirty="0"/>
              <a:t>¹</a:t>
            </a:r>
          </a:p>
          <a:p>
            <a:pPr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五根分别判断 → </a:t>
            </a:r>
            <a:r>
              <a:rPr lang="en-US" sz="1300" dirty="0"/>
              <a:t>Global Arbiter </a:t>
            </a:r>
            <a:r>
              <a:rPr lang="zh-CN" altLang="en-US" sz="1300" dirty="0"/>
              <a:t>汇总</a:t>
            </a:r>
            <a:endParaRPr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7431268" y="4925006"/>
            <a:ext cx="2881701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173B61"/>
                </a:solidFill>
                <a:latin typeface="Microsoft YaHei"/>
              </a:defRPr>
            </a:pPr>
            <a:r>
              <a:rPr lang="zh-CN" altLang="en-US"/>
              <a:t>未演化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10535351" y="4925006"/>
            <a:ext cx="195510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rPr dirty="0"/>
              <a:t>6</a:t>
            </a:r>
            <a:r>
              <a:rPr lang="en-US" dirty="0"/>
              <a:t>6</a:t>
            </a:r>
            <a:r>
              <a:rPr dirty="0"/>
              <a:t>.00%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712841" y="4925006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t>70.67%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97673" y="4925006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173B61"/>
                </a:solidFill>
                <a:latin typeface="Microsoft YaHei"/>
              </a:defRPr>
            </a:pPr>
            <a:r>
              <a:rPr dirty="0"/>
              <a:t>68.08%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5955" y="5481774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146" y="5583374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历史对照：</a:t>
            </a:r>
            <a:r>
              <a:rPr lang="en-US" altLang="zh-CN" sz="1600" dirty="0"/>
              <a:t>Split</a:t>
            </a:r>
            <a:r>
              <a:rPr lang="zh-CN" altLang="en-US" sz="1600" dirty="0"/>
              <a:t>＋</a:t>
            </a:r>
            <a:r>
              <a:rPr lang="en-US" altLang="zh-CN" sz="1600" dirty="0"/>
              <a:t>Refine </a:t>
            </a:r>
            <a:r>
              <a:rPr lang="zh-CN" altLang="en-US" sz="1600" dirty="0"/>
              <a:t>演化（</a:t>
            </a:r>
            <a:r>
              <a:rPr lang="en-US" altLang="zh-CN" sz="1600" dirty="0"/>
              <a:t>27 </a:t>
            </a:r>
            <a:r>
              <a:rPr lang="zh-CN" altLang="en-US" sz="1600" dirty="0"/>
              <a:t>节点）</a:t>
            </a:r>
          </a:p>
          <a:p>
            <a:pPr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节点独立判断 → 显式递归投票</a:t>
            </a:r>
            <a:endParaRPr sz="1300" dirty="0"/>
          </a:p>
        </p:txBody>
      </p:sp>
      <p:sp>
        <p:nvSpPr>
          <p:cNvPr id="36" name="TextBox 35"/>
          <p:cNvSpPr txBox="1"/>
          <p:nvPr/>
        </p:nvSpPr>
        <p:spPr>
          <a:xfrm>
            <a:off x="7431268" y="5672274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t>Qwen3.5-397B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5351" y="5672274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t>65.00%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12841" y="5672274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70.67%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97673" y="5672274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t>69.69%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5955" y="6229042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146" y="6330642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600" dirty="0"/>
              <a:t>历史完整候选：含被拒绝的 </a:t>
            </a:r>
            <a:r>
              <a:rPr lang="en-US" altLang="zh-CN" sz="1600" dirty="0"/>
              <a:t>children</a:t>
            </a:r>
            <a:r>
              <a:rPr lang="zh-CN" altLang="en-US" sz="1600" dirty="0"/>
              <a:t>（</a:t>
            </a:r>
            <a:r>
              <a:rPr lang="en-US" altLang="zh-CN" sz="1600" dirty="0"/>
              <a:t>28 </a:t>
            </a:r>
            <a:r>
              <a:rPr lang="zh-CN" altLang="en-US" sz="1600" dirty="0"/>
              <a:t>节点）</a:t>
            </a:r>
            <a:r>
              <a:rPr lang="en-US" altLang="zh-CN" sz="1600" dirty="0"/>
              <a:t>²</a:t>
            </a:r>
          </a:p>
          <a:p>
            <a:pPr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lang="zh-CN" altLang="en-US" sz="1300" dirty="0"/>
              <a:t>节点独立判断 → 显式递归投票；</a:t>
            </a:r>
            <a:endParaRPr sz="1300" dirty="0"/>
          </a:p>
        </p:txBody>
      </p:sp>
      <p:sp>
        <p:nvSpPr>
          <p:cNvPr id="42" name="TextBox 41"/>
          <p:cNvSpPr txBox="1"/>
          <p:nvPr/>
        </p:nvSpPr>
        <p:spPr>
          <a:xfrm>
            <a:off x="7431268" y="6419542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Qwen3.5-27B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35351" y="6419542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712841" y="6419542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797673" y="6419542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173B61"/>
                </a:solidFill>
                <a:latin typeface="Microsoft YaHei"/>
              </a:defRPr>
            </a:pPr>
            <a:r>
              <a:rPr dirty="0"/>
              <a:t>71.05%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5955" y="6976311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146" y="7077911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600" dirty="0"/>
              <a:t>当前 </a:t>
            </a:r>
            <a:r>
              <a:rPr lang="en-US" sz="1600" dirty="0"/>
              <a:t>Init：</a:t>
            </a:r>
            <a:r>
              <a:rPr lang="zh-CN" altLang="en-US" sz="1600" dirty="0"/>
              <a:t>初始 </a:t>
            </a:r>
            <a:r>
              <a:rPr lang="en-US" sz="1600" dirty="0"/>
              <a:t>Split </a:t>
            </a:r>
            <a:r>
              <a:rPr lang="zh-CN" altLang="en-US" sz="1600" dirty="0"/>
              <a:t>已生成 </a:t>
            </a:r>
            <a:r>
              <a:rPr lang="en-US" sz="1600" dirty="0"/>
              <a:t>children</a:t>
            </a:r>
          </a:p>
          <a:p>
            <a:pPr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300" dirty="0"/>
              <a:t>子树联合判断 → </a:t>
            </a:r>
            <a:r>
              <a:rPr lang="en-US" sz="1300" dirty="0"/>
              <a:t>Global Arbiter；</a:t>
            </a:r>
            <a:r>
              <a:rPr lang="zh-CN" altLang="en-US" sz="1300" dirty="0"/>
              <a:t>尚未逐例反思</a:t>
            </a:r>
            <a:endParaRPr sz="1300" dirty="0"/>
          </a:p>
        </p:txBody>
      </p:sp>
      <p:sp>
        <p:nvSpPr>
          <p:cNvPr id="48" name="TextBox 47"/>
          <p:cNvSpPr txBox="1"/>
          <p:nvPr/>
        </p:nvSpPr>
        <p:spPr>
          <a:xfrm>
            <a:off x="7431268" y="7166811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Qwen3.5-27B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35351" y="7166811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62.00%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712841" y="7166811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t>70.00%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797673" y="7166811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70.17%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5955" y="7723578"/>
            <a:ext cx="16261690" cy="725322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146" y="7825178"/>
            <a:ext cx="6541740" cy="584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600"/>
              <a:t>当前 </a:t>
            </a:r>
            <a:r>
              <a:rPr lang="en-US" sz="1600"/>
              <a:t>Final：</a:t>
            </a:r>
            <a:r>
              <a:rPr lang="zh-CN" altLang="en-US" sz="1600"/>
              <a:t>完成五轮逐例子树反思与更新</a:t>
            </a:r>
          </a:p>
          <a:p>
            <a:pPr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300"/>
              <a:t>子树联合判断 → </a:t>
            </a:r>
            <a:r>
              <a:rPr lang="en-US" sz="1300"/>
              <a:t>Global Arbiter</a:t>
            </a:r>
            <a:endParaRPr sz="1300"/>
          </a:p>
        </p:txBody>
      </p:sp>
      <p:sp>
        <p:nvSpPr>
          <p:cNvPr id="54" name="TextBox 53"/>
          <p:cNvSpPr txBox="1"/>
          <p:nvPr/>
        </p:nvSpPr>
        <p:spPr>
          <a:xfrm>
            <a:off x="7431268" y="7914078"/>
            <a:ext cx="2881701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Qwen3.5-27B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35351" y="7914078"/>
            <a:ext cx="195510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68.00%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712841" y="7914078"/>
            <a:ext cx="186244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t>68.67%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797673" y="7914078"/>
            <a:ext cx="1908779" cy="395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dirty="0"/>
              <a:t>68.64%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2285" y="9492675"/>
            <a:ext cx="162153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5C7189"/>
                </a:solidFill>
                <a:latin typeface="Microsoft YaHei"/>
              </a:defRPr>
            </a:pPr>
            <a:r>
              <a:rPr lang="en-US" altLang="zh-CN" dirty="0"/>
              <a:t>¹ </a:t>
            </a:r>
            <a:r>
              <a:rPr lang="zh-CN" altLang="en-US" dirty="0"/>
              <a:t>历史五根推理基线。</a:t>
            </a:r>
            <a:r>
              <a:rPr lang="en-US" altLang="zh-CN" dirty="0"/>
              <a:t>² </a:t>
            </a:r>
            <a:r>
              <a:rPr lang="zh-CN" altLang="en-US" dirty="0"/>
              <a:t>最后一轮演化的候选，并非正常接受的 </a:t>
            </a:r>
            <a:r>
              <a:rPr lang="en-US" altLang="zh-CN" dirty="0"/>
              <a:t>Final</a:t>
            </a:r>
            <a:endParaRPr dirty="0"/>
          </a:p>
        </p:txBody>
      </p:sp>
      <p:sp>
        <p:nvSpPr>
          <p:cNvPr id="65" name="TextBox 64"/>
          <p:cNvSpPr txBox="1"/>
          <p:nvPr/>
        </p:nvSpPr>
        <p:spPr>
          <a:xfrm>
            <a:off x="602285" y="9873675"/>
            <a:ext cx="162153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5C7189"/>
                </a:solidFill>
                <a:latin typeface="Microsoft YaHei"/>
              </a:defRPr>
            </a:pPr>
            <a:r>
              <a:rPr dirty="0"/>
              <a:t>397B 为 Qwen3.5-397B-A17B。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55955" y="10448639"/>
            <a:ext cx="16261690" cy="691286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87603" y="10588339"/>
            <a:ext cx="15752064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7518A"/>
                </a:solidFill>
                <a:latin typeface="Microsoft YaHei"/>
              </a:defRPr>
            </a:pPr>
            <a:r>
              <a:rPr lang="zh-CN" altLang="en-US" sz="1900" dirty="0"/>
              <a:t>当前演化：</a:t>
            </a:r>
            <a:r>
              <a:rPr lang="en-US" sz="1900" dirty="0"/>
              <a:t>Discovery100 </a:t>
            </a:r>
            <a:r>
              <a:rPr lang="zh-CN" altLang="en-US" sz="1900" dirty="0"/>
              <a:t>提升 </a:t>
            </a:r>
            <a:r>
              <a:rPr lang="en-US" altLang="zh-CN" sz="1900" dirty="0"/>
              <a:t>6.00 </a:t>
            </a:r>
            <a:r>
              <a:rPr lang="en-US" sz="1900" dirty="0"/>
              <a:t>pp，</a:t>
            </a:r>
            <a:r>
              <a:rPr lang="zh-CN" altLang="en-US" sz="1900" dirty="0"/>
              <a:t>但 </a:t>
            </a:r>
            <a:r>
              <a:rPr lang="en-US" sz="1900" dirty="0"/>
              <a:t>Dev150 / VLRB </a:t>
            </a:r>
            <a:r>
              <a:rPr lang="zh-CN" altLang="en-US" sz="1900" dirty="0"/>
              <a:t>分别下降 </a:t>
            </a:r>
            <a:r>
              <a:rPr lang="en-US" altLang="zh-CN" sz="1900" dirty="0"/>
              <a:t>1.33 / 1.53 </a:t>
            </a:r>
            <a:r>
              <a:rPr lang="en-US" sz="1900" dirty="0"/>
              <a:t>pp，</a:t>
            </a:r>
            <a:r>
              <a:rPr lang="zh-CN" altLang="en-US" sz="1900" dirty="0"/>
              <a:t>未获得泛化收益。</a:t>
            </a:r>
            <a:endParaRPr sz="1900" dirty="0"/>
          </a:p>
        </p:txBody>
      </p:sp>
      <p:sp>
        <p:nvSpPr>
          <p:cNvPr id="69" name="TextBox 31">
            <a:extLst>
              <a:ext uri="{FF2B5EF4-FFF2-40B4-BE49-F238E27FC236}">
                <a16:creationId xmlns:a16="http://schemas.microsoft.com/office/drawing/2014/main" id="{E185CD93-161D-45AD-B0F8-45A91A0EB0BD}"/>
              </a:ext>
            </a:extLst>
          </p:cNvPr>
          <p:cNvSpPr txBox="1"/>
          <p:nvPr/>
        </p:nvSpPr>
        <p:spPr>
          <a:xfrm>
            <a:off x="10175029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70" name="Rectangle 32">
            <a:extLst>
              <a:ext uri="{FF2B5EF4-FFF2-40B4-BE49-F238E27FC236}">
                <a16:creationId xmlns:a16="http://schemas.microsoft.com/office/drawing/2014/main" id="{64ECCDFD-085E-43FA-9BDB-87BF596535D6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4">
            <a:extLst>
              <a:ext uri="{FF2B5EF4-FFF2-40B4-BE49-F238E27FC236}">
                <a16:creationId xmlns:a16="http://schemas.microsoft.com/office/drawing/2014/main" id="{F2E376B3-C09F-489A-AD67-E19D5AAA4331}"/>
              </a:ext>
            </a:extLst>
          </p:cNvPr>
          <p:cNvSpPr txBox="1"/>
          <p:nvPr/>
        </p:nvSpPr>
        <p:spPr>
          <a:xfrm>
            <a:off x="602285" y="8912213"/>
            <a:ext cx="1621536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0">
                <a:solidFill>
                  <a:srgbClr val="5C7189"/>
                </a:solidFill>
                <a:latin typeface="Microsoft YaHei"/>
              </a:defRPr>
            </a:pPr>
            <a:r>
              <a:rPr lang="en-US" dirty="0"/>
              <a:t>Strict ACC（</a:t>
            </a:r>
            <a:r>
              <a:rPr lang="zh-CN" altLang="en-US" dirty="0"/>
              <a:t>弃权计错）｜</a:t>
            </a:r>
            <a:r>
              <a:rPr lang="en-US" dirty="0"/>
              <a:t>Worker </a:t>
            </a:r>
            <a:r>
              <a:rPr lang="zh-CN" altLang="en-US" dirty="0"/>
              <a:t>均为 </a:t>
            </a:r>
            <a:r>
              <a:rPr lang="en-US" dirty="0"/>
              <a:t>Qwen3-VL-8B；Manager </a:t>
            </a:r>
            <a:r>
              <a:rPr lang="zh-CN" altLang="en-US" dirty="0"/>
              <a:t>用于生成与改写准则。</a:t>
            </a:r>
            <a:endParaRPr dirty="0"/>
          </a:p>
        </p:txBody>
      </p:sp>
      <p:sp>
        <p:nvSpPr>
          <p:cNvPr id="72" name="TextBox 4">
            <a:extLst>
              <a:ext uri="{FF2B5EF4-FFF2-40B4-BE49-F238E27FC236}">
                <a16:creationId xmlns:a16="http://schemas.microsoft.com/office/drawing/2014/main" id="{8E765846-27A3-4C28-9074-1C63102C4491}"/>
              </a:ext>
            </a:extLst>
          </p:cNvPr>
          <p:cNvSpPr txBox="1"/>
          <p:nvPr/>
        </p:nvSpPr>
        <p:spPr>
          <a:xfrm>
            <a:off x="841248" y="1508760"/>
            <a:ext cx="155448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逐例子树反思：演化收益与基线对比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167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10175032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00F674E-D4B9-4F57-B869-B83089D5BB63}"/>
              </a:ext>
            </a:extLst>
          </p:cNvPr>
          <p:cNvSpPr txBox="1"/>
          <p:nvPr/>
        </p:nvSpPr>
        <p:spPr>
          <a:xfrm>
            <a:off x="889000" y="2404915"/>
            <a:ext cx="9779000" cy="44627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Discovery100</a:t>
            </a:r>
            <a:r>
              <a:rPr lang="zh-CN" altLang="en-US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：两种演化方法的系统判断轨迹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6811E23-9744-4676-860C-CDD32D8EBB7E}"/>
              </a:ext>
            </a:extLst>
          </p:cNvPr>
          <p:cNvSpPr txBox="1"/>
          <p:nvPr/>
        </p:nvSpPr>
        <p:spPr>
          <a:xfrm>
            <a:off x="11506200" y="2404915"/>
            <a:ext cx="5334000" cy="44627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当前方法：</a:t>
            </a:r>
            <a:r>
              <a:rPr lang="en-US" altLang="zh-CN" sz="23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Final − Init</a:t>
            </a:r>
            <a:endParaRPr lang="zh-CN" altLang="en-US" sz="2300" b="1" dirty="0">
              <a:solidFill>
                <a:srgbClr val="193B5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A6E5220-49F6-47B0-998C-2E3FCEFA6B20}"/>
              </a:ext>
            </a:extLst>
          </p:cNvPr>
          <p:cNvSpPr txBox="1"/>
          <p:nvPr/>
        </p:nvSpPr>
        <p:spPr>
          <a:xfrm>
            <a:off x="1587500" y="7876304"/>
            <a:ext cx="8890000" cy="38100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900" dirty="0">
                <a:solidFill>
                  <a:srgbClr val="075B97"/>
                </a:solidFill>
                <a:latin typeface="Microsoft YaHei" panose="020B0503020204020204" pitchFamily="34" charset="-122"/>
              </a:rPr>
              <a:t>●  当前：逐例子树反思＋</a:t>
            </a:r>
            <a:r>
              <a:rPr lang="en-US" altLang="zh-CN" sz="1900" dirty="0">
                <a:solidFill>
                  <a:srgbClr val="075B97"/>
                </a:solidFill>
                <a:latin typeface="Microsoft YaHei" panose="020B0503020204020204" pitchFamily="34" charset="-122"/>
              </a:rPr>
              <a:t>Global Arbiter</a:t>
            </a:r>
            <a:endParaRPr lang="zh-CN" altLang="en-US" sz="1900" dirty="0">
              <a:solidFill>
                <a:srgbClr val="075B9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09E40B3-0C9B-402A-889C-5B63A2797275}"/>
              </a:ext>
            </a:extLst>
          </p:cNvPr>
          <p:cNvSpPr txBox="1"/>
          <p:nvPr/>
        </p:nvSpPr>
        <p:spPr>
          <a:xfrm>
            <a:off x="1587500" y="8308104"/>
            <a:ext cx="9525000" cy="38100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■  历史：</a:t>
            </a:r>
            <a:r>
              <a:rPr lang="en-US" altLang="zh-CN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Split</a:t>
            </a:r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＋</a:t>
            </a:r>
            <a:r>
              <a:rPr lang="en-US" altLang="zh-CN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Refine</a:t>
            </a:r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＋显式递归投票（</a:t>
            </a:r>
            <a:r>
              <a:rPr lang="en-US" altLang="zh-CN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27 </a:t>
            </a:r>
            <a:r>
              <a:rPr lang="zh-CN" altLang="en-US" sz="1900" dirty="0">
                <a:solidFill>
                  <a:srgbClr val="CE7350"/>
                </a:solidFill>
                <a:latin typeface="Microsoft YaHei" panose="020B0503020204020204" pitchFamily="34" charset="-122"/>
              </a:rPr>
              <a:t>节点）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80D73A6-76E8-4DE8-AEDA-AB049188A0BE}"/>
              </a:ext>
            </a:extLst>
          </p:cNvPr>
          <p:cNvSpPr txBox="1"/>
          <p:nvPr/>
        </p:nvSpPr>
        <p:spPr>
          <a:xfrm>
            <a:off x="889000" y="9250215"/>
            <a:ext cx="15494000" cy="353943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起点：当前为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Init Split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（已有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children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）；历史为五个初始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root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52A6D9B-43DF-40E2-92D2-1DEA432AA7CD}"/>
              </a:ext>
            </a:extLst>
          </p:cNvPr>
          <p:cNvSpPr txBox="1"/>
          <p:nvPr/>
        </p:nvSpPr>
        <p:spPr>
          <a:xfrm>
            <a:off x="889000" y="9669315"/>
            <a:ext cx="7112000" cy="353943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Manager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：当前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27B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；历史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397B-A17B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Worker </a:t>
            </a:r>
            <a:r>
              <a:rPr lang="zh-CN" altLang="en-US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均为 </a:t>
            </a:r>
            <a:r>
              <a:rPr lang="en-US" altLang="zh-CN" sz="1700" dirty="0">
                <a:solidFill>
                  <a:srgbClr val="526A80"/>
                </a:solidFill>
                <a:latin typeface="Microsoft YaHei" panose="020B0503020204020204" pitchFamily="34" charset="-122"/>
              </a:rPr>
              <a:t>Qwen3-VL-8B</a:t>
            </a:r>
            <a:endParaRPr lang="zh-CN" altLang="en-US" sz="1700" dirty="0">
              <a:solidFill>
                <a:srgbClr val="526A8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EA16E6D-ABBA-4A33-A67C-FE31AE56D54C}"/>
              </a:ext>
            </a:extLst>
          </p:cNvPr>
          <p:cNvSpPr txBox="1"/>
          <p:nvPr/>
        </p:nvSpPr>
        <p:spPr>
          <a:xfrm>
            <a:off x="889000" y="10655300"/>
            <a:ext cx="1562100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本次 </a:t>
            </a:r>
            <a:r>
              <a:rPr lang="en-US" altLang="zh-CN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Final</a:t>
            </a:r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：局部演化收益未体现为跨数据集收益。在</a:t>
            </a:r>
            <a:r>
              <a:rPr lang="en-US" altLang="zh-CN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discovery100</a:t>
            </a:r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收益最大，但是在</a:t>
            </a:r>
            <a:r>
              <a:rPr lang="en-US" altLang="zh-CN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VLRB</a:t>
            </a:r>
            <a:r>
              <a:rPr lang="zh-CN" altLang="en-US" sz="2100" b="1" dirty="0">
                <a:solidFill>
                  <a:srgbClr val="193B5E"/>
                </a:solidFill>
                <a:latin typeface="Microsoft YaHei" panose="020B0503020204020204" pitchFamily="34" charset="-122"/>
              </a:rPr>
              <a:t>中收益并不是最大的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E0E37602-6B73-49C7-83CD-3B2B12787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3128814"/>
            <a:ext cx="10033000" cy="4464004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DF1940F7-90C0-4C15-82AC-C04F1E4E6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300" y="3128814"/>
            <a:ext cx="5397500" cy="3843674"/>
          </a:xfrm>
          <a:prstGeom prst="rect">
            <a:avLst/>
          </a:prstGeom>
        </p:spPr>
      </p:pic>
      <p:graphicFrame>
        <p:nvGraphicFramePr>
          <p:cNvPr id="67" name="Discovery and VLRB comparison">
            <a:extLst>
              <a:ext uri="{FF2B5EF4-FFF2-40B4-BE49-F238E27FC236}">
                <a16:creationId xmlns:a16="http://schemas.microsoft.com/office/drawing/2014/main" id="{3395F082-0635-4BD2-A0B2-FE107454A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869860"/>
              </p:ext>
            </p:extLst>
          </p:nvPr>
        </p:nvGraphicFramePr>
        <p:xfrm>
          <a:off x="11366500" y="7870537"/>
          <a:ext cx="53975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>
                  <a:extLst>
                    <a:ext uri="{9D8B030D-6E8A-4147-A177-3AD203B41FA5}">
                      <a16:colId xmlns:a16="http://schemas.microsoft.com/office/drawing/2014/main" val="215882838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76126879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84785412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方法 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阶段</a:t>
                      </a:r>
                    </a:p>
                  </a:txBody>
                  <a:tcPr marL="88900" marR="63500" marT="38100" marB="38100" anchor="ctr">
                    <a:solidFill>
                      <a:srgbClr val="193B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Discovery100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193B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VLRB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19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6151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当前 </a:t>
                      </a:r>
                      <a:r>
                        <a:rPr lang="en-US" altLang="zh-CN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Final</a:t>
                      </a:r>
                      <a:r>
                        <a:rPr lang="zh-CN" altLang="en-US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：逐例子树反思</a:t>
                      </a:r>
                    </a:p>
                    <a:p>
                      <a:r>
                        <a:rPr lang="zh-CN" altLang="en-US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＋</a:t>
                      </a:r>
                      <a:r>
                        <a:rPr lang="en-US" altLang="zh-CN" sz="1300" b="0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Global Arbiter</a:t>
                      </a:r>
                      <a:endParaRPr lang="zh-CN" altLang="en-US" sz="1300" b="0" dirty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68.00%</a:t>
                      </a:r>
                      <a:endParaRPr lang="zh-CN" altLang="en-US" sz="1500" b="1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68.64%</a:t>
                      </a:r>
                      <a:endParaRPr lang="zh-CN" altLang="en-US" sz="1500" b="1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6238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当前 </a:t>
                      </a:r>
                      <a:r>
                        <a:rPr lang="en-US" altLang="zh-CN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Init</a:t>
                      </a:r>
                      <a:r>
                        <a:rPr lang="zh-CN" altLang="en-US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：初始 </a:t>
                      </a:r>
                      <a:r>
                        <a:rPr lang="en-US" altLang="zh-CN" sz="1300" b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Split</a:t>
                      </a:r>
                      <a:endParaRPr lang="zh-CN" altLang="en-US" sz="1300" b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62.00%</a:t>
                      </a:r>
                      <a:endParaRPr lang="zh-CN" altLang="en-US" sz="1500" b="1" dirty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075B97"/>
                          </a:solidFill>
                          <a:latin typeface="Microsoft YaHei" panose="020B0503020204020204" pitchFamily="34" charset="-122"/>
                        </a:rPr>
                        <a:t>70.17%</a:t>
                      </a:r>
                      <a:endParaRPr lang="zh-CN" altLang="en-US" sz="1500" b="1" dirty="0">
                        <a:solidFill>
                          <a:srgbClr val="075B9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1663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历史：</a:t>
                      </a:r>
                      <a:r>
                        <a:rPr lang="en-US" altLang="zh-CN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Split</a:t>
                      </a:r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＋</a:t>
                      </a:r>
                      <a:r>
                        <a:rPr lang="en-US" altLang="zh-CN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Refine</a:t>
                      </a:r>
                    </a:p>
                    <a:p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显式递归投票（</a:t>
                      </a:r>
                      <a:r>
                        <a:rPr lang="en-US" altLang="zh-CN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27 </a:t>
                      </a:r>
                      <a:r>
                        <a:rPr lang="zh-CN" altLang="en-US" sz="1300" b="0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节点）</a:t>
                      </a:r>
                    </a:p>
                  </a:txBody>
                  <a:tcPr marL="88900" marR="63500" marT="38100" marB="38100" anchor="ctr">
                    <a:solidFill>
                      <a:srgbClr val="FB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65.00%</a:t>
                      </a:r>
                      <a:endParaRPr lang="zh-CN" altLang="en-US" sz="1500" b="1">
                        <a:solidFill>
                          <a:srgbClr val="CE735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B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CE7350"/>
                          </a:solidFill>
                          <a:latin typeface="Microsoft YaHei" panose="020B0503020204020204" pitchFamily="34" charset="-122"/>
                        </a:rPr>
                        <a:t>69.69%</a:t>
                      </a:r>
                      <a:endParaRPr lang="zh-CN" altLang="en-US" sz="1500" b="1" dirty="0">
                        <a:solidFill>
                          <a:srgbClr val="CE735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88900" marR="63500" marT="38100" marB="38100" anchor="ctr">
                    <a:solidFill>
                      <a:srgbClr val="FB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64778"/>
                  </a:ext>
                </a:extLst>
              </a:tr>
            </a:tbl>
          </a:graphicData>
        </a:graphic>
      </p:graphicFrame>
      <p:sp>
        <p:nvSpPr>
          <p:cNvPr id="68" name="Rectangle 32">
            <a:extLst>
              <a:ext uri="{FF2B5EF4-FFF2-40B4-BE49-F238E27FC236}">
                <a16:creationId xmlns:a16="http://schemas.microsoft.com/office/drawing/2014/main" id="{B73FAF76-187C-47A5-A0A5-1DB1673038A4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4">
            <a:extLst>
              <a:ext uri="{FF2B5EF4-FFF2-40B4-BE49-F238E27FC236}">
                <a16:creationId xmlns:a16="http://schemas.microsoft.com/office/drawing/2014/main" id="{DD62953E-3058-42A6-9B04-6868C9150E91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逐例子树反思：演化集提升，但验证与测试未获益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341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8780423" y="237744"/>
            <a:ext cx="4933402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设计</a:t>
            </a:r>
            <a:r>
              <a:rPr lang="en-US" altLang="zh-CN" dirty="0"/>
              <a:t>-</a:t>
            </a:r>
            <a:r>
              <a:rPr lang="zh-CN" altLang="en-US" dirty="0"/>
              <a:t>更换演化集</a:t>
            </a:r>
            <a:endParaRPr dirty="0"/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04125A3B-2FD9-4666-B0A4-06B82F5E549E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76917612-A6D4-4E28-B06E-88E15100E836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演化集偏好差异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69">
            <a:extLst>
              <a:ext uri="{FF2B5EF4-FFF2-40B4-BE49-F238E27FC236}">
                <a16:creationId xmlns:a16="http://schemas.microsoft.com/office/drawing/2014/main" id="{CEDEFAFF-F383-4A6C-B9C9-FF831D06182F}"/>
              </a:ext>
            </a:extLst>
          </p:cNvPr>
          <p:cNvSpPr txBox="1"/>
          <p:nvPr/>
        </p:nvSpPr>
        <p:spPr>
          <a:xfrm>
            <a:off x="877824" y="2313432"/>
            <a:ext cx="91440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193B5E"/>
                </a:solidFill>
                <a:latin typeface="Microsoft YaHei"/>
              </a:rPr>
              <a:t>局部收益未迁移</a:t>
            </a:r>
            <a:endParaRPr sz="22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18" name="Rounded Rectangle 70">
            <a:extLst>
              <a:ext uri="{FF2B5EF4-FFF2-40B4-BE49-F238E27FC236}">
                <a16:creationId xmlns:a16="http://schemas.microsoft.com/office/drawing/2014/main" id="{0D427D5B-8025-47F5-A9AE-9C86CE4620BD}"/>
              </a:ext>
            </a:extLst>
          </p:cNvPr>
          <p:cNvSpPr/>
          <p:nvPr/>
        </p:nvSpPr>
        <p:spPr>
          <a:xfrm>
            <a:off x="877824" y="2779776"/>
            <a:ext cx="7598664" cy="1197864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71">
            <a:extLst>
              <a:ext uri="{FF2B5EF4-FFF2-40B4-BE49-F238E27FC236}">
                <a16:creationId xmlns:a16="http://schemas.microsoft.com/office/drawing/2014/main" id="{E49844B9-A4BD-4329-A4D9-76913C1F55E0}"/>
              </a:ext>
            </a:extLst>
          </p:cNvPr>
          <p:cNvSpPr txBox="1"/>
          <p:nvPr/>
        </p:nvSpPr>
        <p:spPr>
          <a:xfrm>
            <a:off x="1097280" y="2907792"/>
            <a:ext cx="498348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526A80"/>
                </a:solidFill>
                <a:latin typeface="Microsoft YaHei"/>
              </a:rPr>
              <a:t>Discovery100 · </a:t>
            </a:r>
            <a:r>
              <a:rPr sz="1800" b="0" dirty="0" err="1">
                <a:solidFill>
                  <a:srgbClr val="526A80"/>
                </a:solidFill>
                <a:latin typeface="Microsoft YaHei"/>
              </a:rPr>
              <a:t>本方法</a:t>
            </a:r>
            <a:r>
              <a:rPr sz="1800" b="0" dirty="0">
                <a:solidFill>
                  <a:srgbClr val="526A80"/>
                </a:solidFill>
                <a:latin typeface="Microsoft YaHei"/>
              </a:rPr>
              <a:t> Final − Init</a:t>
            </a:r>
          </a:p>
        </p:txBody>
      </p:sp>
      <p:sp>
        <p:nvSpPr>
          <p:cNvPr id="20" name="TextBox 72">
            <a:extLst>
              <a:ext uri="{FF2B5EF4-FFF2-40B4-BE49-F238E27FC236}">
                <a16:creationId xmlns:a16="http://schemas.microsoft.com/office/drawing/2014/main" id="{6B2EAEDD-3EA5-4E6A-B776-25D76FC2C6C1}"/>
              </a:ext>
            </a:extLst>
          </p:cNvPr>
          <p:cNvSpPr txBox="1"/>
          <p:nvPr/>
        </p:nvSpPr>
        <p:spPr>
          <a:xfrm>
            <a:off x="6117336" y="2852928"/>
            <a:ext cx="2093976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75B97"/>
                </a:solidFill>
                <a:latin typeface="Microsoft YaHei"/>
              </a:rPr>
              <a:t>+6.00 pp</a:t>
            </a:r>
          </a:p>
        </p:txBody>
      </p:sp>
      <p:sp>
        <p:nvSpPr>
          <p:cNvPr id="21" name="TextBox 73">
            <a:extLst>
              <a:ext uri="{FF2B5EF4-FFF2-40B4-BE49-F238E27FC236}">
                <a16:creationId xmlns:a16="http://schemas.microsoft.com/office/drawing/2014/main" id="{FE5EB41F-FAE4-47E4-A781-13C80613F3EA}"/>
              </a:ext>
            </a:extLst>
          </p:cNvPr>
          <p:cNvSpPr txBox="1"/>
          <p:nvPr/>
        </p:nvSpPr>
        <p:spPr>
          <a:xfrm>
            <a:off x="1097280" y="3337560"/>
            <a:ext cx="7086600" cy="4297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62.00% → 68.00%</a:t>
            </a:r>
          </a:p>
        </p:txBody>
      </p:sp>
      <p:sp>
        <p:nvSpPr>
          <p:cNvPr id="22" name="Rounded Rectangle 74">
            <a:extLst>
              <a:ext uri="{FF2B5EF4-FFF2-40B4-BE49-F238E27FC236}">
                <a16:creationId xmlns:a16="http://schemas.microsoft.com/office/drawing/2014/main" id="{5F15D70A-668F-4F05-A85A-C81D2258AA0E}"/>
              </a:ext>
            </a:extLst>
          </p:cNvPr>
          <p:cNvSpPr/>
          <p:nvPr/>
        </p:nvSpPr>
        <p:spPr>
          <a:xfrm>
            <a:off x="8778240" y="2779776"/>
            <a:ext cx="7680960" cy="1197864"/>
          </a:xfrm>
          <a:prstGeom prst="roundRect">
            <a:avLst>
              <a:gd name="adj" fmla="val 8000"/>
            </a:avLst>
          </a:prstGeom>
          <a:solidFill>
            <a:srgbClr val="FF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75">
            <a:extLst>
              <a:ext uri="{FF2B5EF4-FFF2-40B4-BE49-F238E27FC236}">
                <a16:creationId xmlns:a16="http://schemas.microsoft.com/office/drawing/2014/main" id="{79FEE00B-5BBA-4546-9EF4-D9F4FC5163BC}"/>
              </a:ext>
            </a:extLst>
          </p:cNvPr>
          <p:cNvSpPr txBox="1"/>
          <p:nvPr/>
        </p:nvSpPr>
        <p:spPr>
          <a:xfrm>
            <a:off x="9006840" y="2907792"/>
            <a:ext cx="480060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526A80"/>
                </a:solidFill>
                <a:latin typeface="Microsoft YaHei"/>
              </a:rPr>
              <a:t>VLRB · </a:t>
            </a:r>
            <a:r>
              <a:rPr sz="1800" b="0" dirty="0" err="1">
                <a:solidFill>
                  <a:srgbClr val="526A80"/>
                </a:solidFill>
                <a:latin typeface="Microsoft YaHei"/>
              </a:rPr>
              <a:t>同一方法</a:t>
            </a:r>
            <a:r>
              <a:rPr sz="1800" b="0" dirty="0">
                <a:solidFill>
                  <a:srgbClr val="526A80"/>
                </a:solidFill>
                <a:latin typeface="Microsoft YaHei"/>
              </a:rPr>
              <a:t> Final − Init</a:t>
            </a:r>
          </a:p>
        </p:txBody>
      </p:sp>
      <p:sp>
        <p:nvSpPr>
          <p:cNvPr id="24" name="TextBox 76">
            <a:extLst>
              <a:ext uri="{FF2B5EF4-FFF2-40B4-BE49-F238E27FC236}">
                <a16:creationId xmlns:a16="http://schemas.microsoft.com/office/drawing/2014/main" id="{147E35D2-CD7C-4AD7-804E-50865CCDF3C5}"/>
              </a:ext>
            </a:extLst>
          </p:cNvPr>
          <p:cNvSpPr txBox="1"/>
          <p:nvPr/>
        </p:nvSpPr>
        <p:spPr>
          <a:xfrm>
            <a:off x="13898880" y="2852928"/>
            <a:ext cx="2267712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C66843"/>
                </a:solidFill>
                <a:latin typeface="Microsoft YaHei"/>
              </a:rPr>
              <a:t>−1.53 pp</a:t>
            </a:r>
          </a:p>
        </p:txBody>
      </p:sp>
      <p:sp>
        <p:nvSpPr>
          <p:cNvPr id="25" name="TextBox 77">
            <a:extLst>
              <a:ext uri="{FF2B5EF4-FFF2-40B4-BE49-F238E27FC236}">
                <a16:creationId xmlns:a16="http://schemas.microsoft.com/office/drawing/2014/main" id="{1D951C76-F816-474F-AD47-DDFA85D485F1}"/>
              </a:ext>
            </a:extLst>
          </p:cNvPr>
          <p:cNvSpPr txBox="1"/>
          <p:nvPr/>
        </p:nvSpPr>
        <p:spPr>
          <a:xfrm>
            <a:off x="9006840" y="3337560"/>
            <a:ext cx="7132320" cy="4297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93B5E"/>
                </a:solidFill>
                <a:latin typeface="Microsoft YaHei"/>
              </a:rPr>
              <a:t>70.17% → 68.64%</a:t>
            </a:r>
          </a:p>
        </p:txBody>
      </p:sp>
      <p:sp>
        <p:nvSpPr>
          <p:cNvPr id="26" name="TextBox 78">
            <a:extLst>
              <a:ext uri="{FF2B5EF4-FFF2-40B4-BE49-F238E27FC236}">
                <a16:creationId xmlns:a16="http://schemas.microsoft.com/office/drawing/2014/main" id="{C313931D-E2A6-4DEF-B337-5D5F16B7C020}"/>
              </a:ext>
            </a:extLst>
          </p:cNvPr>
          <p:cNvSpPr txBox="1"/>
          <p:nvPr/>
        </p:nvSpPr>
        <p:spPr>
          <a:xfrm>
            <a:off x="841248" y="4287605"/>
            <a:ext cx="15544800" cy="10525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193B5E"/>
                </a:solidFill>
                <a:latin typeface="Microsoft YaHei"/>
              </a:rPr>
              <a:t>新演化集：VLRB</a:t>
            </a:r>
            <a:r>
              <a:rPr sz="2200" b="1" dirty="0">
                <a:solidFill>
                  <a:srgbClr val="193B5E"/>
                </a:solidFill>
                <a:latin typeface="Microsoft YaHei"/>
              </a:rPr>
              <a:t> </a:t>
            </a:r>
            <a:r>
              <a:rPr sz="2200" b="1" dirty="0" err="1">
                <a:solidFill>
                  <a:srgbClr val="193B5E"/>
                </a:solidFill>
                <a:latin typeface="Microsoft YaHei"/>
              </a:rPr>
              <a:t>幻觉类抽样</a:t>
            </a:r>
            <a:r>
              <a:rPr sz="2200" b="1" dirty="0">
                <a:solidFill>
                  <a:srgbClr val="193B5E"/>
                </a:solidFill>
                <a:latin typeface="Microsoft YaHei"/>
              </a:rPr>
              <a:t> 100 条（Hallucination100）</a:t>
            </a:r>
            <a:r>
              <a:rPr lang="zh-CN" altLang="en-US" sz="2200" b="1" dirty="0">
                <a:solidFill>
                  <a:srgbClr val="193B5E"/>
                </a:solidFill>
                <a:latin typeface="Microsoft YaHei"/>
              </a:rPr>
              <a:t> </a:t>
            </a:r>
            <a:endParaRPr lang="en-US" altLang="zh-CN" sz="2200" b="1" dirty="0">
              <a:solidFill>
                <a:srgbClr val="193B5E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193B5E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193B5E"/>
                </a:solidFill>
                <a:latin typeface="Microsoft YaHei"/>
              </a:rPr>
              <a:t>下面是同一 </a:t>
            </a:r>
            <a:r>
              <a:rPr lang="en-US" altLang="zh-CN" sz="2200" b="1" dirty="0">
                <a:solidFill>
                  <a:srgbClr val="193B5E"/>
                </a:solidFill>
                <a:latin typeface="Microsoft YaHei"/>
              </a:rPr>
              <a:t>root </a:t>
            </a:r>
            <a:r>
              <a:rPr lang="zh-CN" altLang="en-US" sz="2200" b="1" dirty="0">
                <a:solidFill>
                  <a:srgbClr val="193B5E"/>
                </a:solidFill>
                <a:latin typeface="Microsoft YaHei"/>
              </a:rPr>
              <a:t>的两种“完整性”偏好</a:t>
            </a:r>
            <a:endParaRPr sz="22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27" name="Rounded Rectangle 79">
            <a:extLst>
              <a:ext uri="{FF2B5EF4-FFF2-40B4-BE49-F238E27FC236}">
                <a16:creationId xmlns:a16="http://schemas.microsoft.com/office/drawing/2014/main" id="{121C597D-4D91-4B9C-96BE-B490464F6B94}"/>
              </a:ext>
            </a:extLst>
          </p:cNvPr>
          <p:cNvSpPr/>
          <p:nvPr/>
        </p:nvSpPr>
        <p:spPr>
          <a:xfrm>
            <a:off x="877824" y="5564546"/>
            <a:ext cx="7598664" cy="2596896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80">
            <a:extLst>
              <a:ext uri="{FF2B5EF4-FFF2-40B4-BE49-F238E27FC236}">
                <a16:creationId xmlns:a16="http://schemas.microsoft.com/office/drawing/2014/main" id="{CB355870-866E-44B6-B53C-2C0EA69D9DF5}"/>
              </a:ext>
            </a:extLst>
          </p:cNvPr>
          <p:cNvSpPr/>
          <p:nvPr/>
        </p:nvSpPr>
        <p:spPr>
          <a:xfrm>
            <a:off x="877824" y="5564546"/>
            <a:ext cx="91440" cy="2596896"/>
          </a:xfrm>
          <a:prstGeom prst="rect">
            <a:avLst/>
          </a:prstGeom>
          <a:solidFill>
            <a:srgbClr val="C66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81">
            <a:extLst>
              <a:ext uri="{FF2B5EF4-FFF2-40B4-BE49-F238E27FC236}">
                <a16:creationId xmlns:a16="http://schemas.microsoft.com/office/drawing/2014/main" id="{EA1F345A-F5D2-4149-B561-CB2022F1CD17}"/>
              </a:ext>
            </a:extLst>
          </p:cNvPr>
          <p:cNvSpPr txBox="1"/>
          <p:nvPr/>
        </p:nvSpPr>
        <p:spPr>
          <a:xfrm>
            <a:off x="1152144" y="5765714"/>
            <a:ext cx="7031736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C66843"/>
                </a:solidFill>
                <a:latin typeface="Microsoft YaHei"/>
              </a:rPr>
              <a:t>Discovery100 </a:t>
            </a:r>
            <a:r>
              <a:rPr sz="2000" b="1" dirty="0" err="1">
                <a:solidFill>
                  <a:srgbClr val="C66843"/>
                </a:solidFill>
                <a:latin typeface="Microsoft YaHei"/>
              </a:rPr>
              <a:t>演化出的</a:t>
            </a:r>
            <a:r>
              <a:rPr sz="2000" b="1" dirty="0">
                <a:solidFill>
                  <a:srgbClr val="C66843"/>
                </a:solidFill>
                <a:latin typeface="Microsoft YaHei"/>
              </a:rPr>
              <a:t> Rubric</a:t>
            </a:r>
          </a:p>
        </p:txBody>
      </p:sp>
      <p:sp>
        <p:nvSpPr>
          <p:cNvPr id="30" name="TextBox 82">
            <a:extLst>
              <a:ext uri="{FF2B5EF4-FFF2-40B4-BE49-F238E27FC236}">
                <a16:creationId xmlns:a16="http://schemas.microsoft.com/office/drawing/2014/main" id="{8697B2F0-75B6-4559-A489-0127FDC2A8C5}"/>
              </a:ext>
            </a:extLst>
          </p:cNvPr>
          <p:cNvSpPr txBox="1"/>
          <p:nvPr/>
        </p:nvSpPr>
        <p:spPr>
          <a:xfrm>
            <a:off x="1152144" y="6305210"/>
            <a:ext cx="6894576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覆盖要求的要素即可视为完整；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即使数值、身份有误或存在幻觉。</a:t>
            </a:r>
          </a:p>
        </p:txBody>
      </p:sp>
      <p:sp>
        <p:nvSpPr>
          <p:cNvPr id="31" name="TextBox 83">
            <a:extLst>
              <a:ext uri="{FF2B5EF4-FFF2-40B4-BE49-F238E27FC236}">
                <a16:creationId xmlns:a16="http://schemas.microsoft.com/office/drawing/2014/main" id="{C677541E-1847-4267-931F-9ACE4799D84A}"/>
              </a:ext>
            </a:extLst>
          </p:cNvPr>
          <p:cNvSpPr txBox="1"/>
          <p:nvPr/>
        </p:nvSpPr>
        <p:spPr>
          <a:xfrm>
            <a:off x="1152144" y="7530506"/>
            <a:ext cx="6949440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526A80"/>
                </a:solidFill>
                <a:latin typeface="Microsoft YaHei"/>
              </a:rPr>
              <a:t>幻觉主要交由“事实性”根准则处理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。</a:t>
            </a:r>
          </a:p>
        </p:txBody>
      </p:sp>
      <p:sp>
        <p:nvSpPr>
          <p:cNvPr id="32" name="Rounded Rectangle 84">
            <a:extLst>
              <a:ext uri="{FF2B5EF4-FFF2-40B4-BE49-F238E27FC236}">
                <a16:creationId xmlns:a16="http://schemas.microsoft.com/office/drawing/2014/main" id="{C06B36C0-E0AD-45D8-B810-141E97D81F4D}"/>
              </a:ext>
            </a:extLst>
          </p:cNvPr>
          <p:cNvSpPr/>
          <p:nvPr/>
        </p:nvSpPr>
        <p:spPr>
          <a:xfrm>
            <a:off x="8778240" y="5564546"/>
            <a:ext cx="7680960" cy="2596896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85">
            <a:extLst>
              <a:ext uri="{FF2B5EF4-FFF2-40B4-BE49-F238E27FC236}">
                <a16:creationId xmlns:a16="http://schemas.microsoft.com/office/drawing/2014/main" id="{FF92CC7B-8B3C-4CA6-9C58-B950DA0704ED}"/>
              </a:ext>
            </a:extLst>
          </p:cNvPr>
          <p:cNvSpPr/>
          <p:nvPr/>
        </p:nvSpPr>
        <p:spPr>
          <a:xfrm>
            <a:off x="8778240" y="5564546"/>
            <a:ext cx="91440" cy="2596896"/>
          </a:xfrm>
          <a:prstGeom prst="rect">
            <a:avLst/>
          </a:prstGeom>
          <a:solidFill>
            <a:srgbClr val="07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86">
            <a:extLst>
              <a:ext uri="{FF2B5EF4-FFF2-40B4-BE49-F238E27FC236}">
                <a16:creationId xmlns:a16="http://schemas.microsoft.com/office/drawing/2014/main" id="{3B1C2118-423A-44FC-9164-83618DF883B6}"/>
              </a:ext>
            </a:extLst>
          </p:cNvPr>
          <p:cNvSpPr txBox="1"/>
          <p:nvPr/>
        </p:nvSpPr>
        <p:spPr>
          <a:xfrm>
            <a:off x="9052560" y="5765714"/>
            <a:ext cx="7095744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75B97"/>
                </a:solidFill>
                <a:latin typeface="Microsoft YaHei"/>
              </a:rPr>
              <a:t>Hallucination100 </a:t>
            </a:r>
            <a:r>
              <a:rPr sz="2000" b="1" dirty="0" err="1">
                <a:solidFill>
                  <a:srgbClr val="075B97"/>
                </a:solidFill>
                <a:latin typeface="Microsoft YaHei"/>
              </a:rPr>
              <a:t>演化出的</a:t>
            </a:r>
            <a:r>
              <a:rPr sz="2000" b="1" dirty="0">
                <a:solidFill>
                  <a:srgbClr val="075B97"/>
                </a:solidFill>
                <a:latin typeface="Microsoft YaHei"/>
              </a:rPr>
              <a:t> Rubric</a:t>
            </a:r>
          </a:p>
        </p:txBody>
      </p:sp>
      <p:sp>
        <p:nvSpPr>
          <p:cNvPr id="35" name="TextBox 87">
            <a:extLst>
              <a:ext uri="{FF2B5EF4-FFF2-40B4-BE49-F238E27FC236}">
                <a16:creationId xmlns:a16="http://schemas.microsoft.com/office/drawing/2014/main" id="{ACC56F94-A76B-40F1-8AF4-21E2C02F4554}"/>
              </a:ext>
            </a:extLst>
          </p:cNvPr>
          <p:cNvSpPr txBox="1"/>
          <p:nvPr/>
        </p:nvSpPr>
        <p:spPr>
          <a:xfrm>
            <a:off x="9052560" y="6305210"/>
            <a:ext cx="694944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计入覆盖前先核实视觉对象；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3B5E"/>
                </a:solidFill>
                <a:latin typeface="Microsoft YaHei"/>
              </a:rPr>
              <a:t>幻觉是严重的覆盖错误。</a:t>
            </a:r>
          </a:p>
        </p:txBody>
      </p:sp>
      <p:sp>
        <p:nvSpPr>
          <p:cNvPr id="36" name="TextBox 88">
            <a:extLst>
              <a:ext uri="{FF2B5EF4-FFF2-40B4-BE49-F238E27FC236}">
                <a16:creationId xmlns:a16="http://schemas.microsoft.com/office/drawing/2014/main" id="{6E67B9F3-5F4A-4761-81C7-DC25AEFB818A}"/>
              </a:ext>
            </a:extLst>
          </p:cNvPr>
          <p:cNvSpPr txBox="1"/>
          <p:nvPr/>
        </p:nvSpPr>
        <p:spPr>
          <a:xfrm>
            <a:off x="9052560" y="7530506"/>
            <a:ext cx="6995160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526A80"/>
                </a:solidFill>
                <a:latin typeface="Microsoft YaHei"/>
              </a:rPr>
              <a:t>更短但准确的回答可优于更长的幻觉回答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。</a:t>
            </a:r>
          </a:p>
        </p:txBody>
      </p:sp>
      <p:sp>
        <p:nvSpPr>
          <p:cNvPr id="37" name="Rounded Rectangle 89">
            <a:extLst>
              <a:ext uri="{FF2B5EF4-FFF2-40B4-BE49-F238E27FC236}">
                <a16:creationId xmlns:a16="http://schemas.microsoft.com/office/drawing/2014/main" id="{0517A9A1-6FF9-4FC3-84FE-6C172AB358E1}"/>
              </a:ext>
            </a:extLst>
          </p:cNvPr>
          <p:cNvSpPr/>
          <p:nvPr/>
        </p:nvSpPr>
        <p:spPr>
          <a:xfrm>
            <a:off x="841248" y="8358251"/>
            <a:ext cx="15581376" cy="658368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90">
            <a:extLst>
              <a:ext uri="{FF2B5EF4-FFF2-40B4-BE49-F238E27FC236}">
                <a16:creationId xmlns:a16="http://schemas.microsoft.com/office/drawing/2014/main" id="{89C012F1-0E23-4C67-A9D8-94CDF7F3F0F4}"/>
              </a:ext>
            </a:extLst>
          </p:cNvPr>
          <p:cNvSpPr txBox="1"/>
          <p:nvPr/>
        </p:nvSpPr>
        <p:spPr>
          <a:xfrm>
            <a:off x="1078992" y="8489097"/>
            <a:ext cx="15087600" cy="3600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193B5E"/>
                </a:solidFill>
                <a:latin typeface="Microsoft YaHei"/>
              </a:rPr>
              <a:t>检验假设：演化</a:t>
            </a:r>
            <a:r>
              <a:rPr lang="zh-CN" altLang="en-US" sz="2100" b="1" dirty="0">
                <a:solidFill>
                  <a:srgbClr val="193B5E"/>
                </a:solidFill>
                <a:latin typeface="Microsoft YaHei"/>
              </a:rPr>
              <a:t>数据集</a:t>
            </a:r>
            <a:r>
              <a:rPr sz="2100" b="1" dirty="0" err="1">
                <a:solidFill>
                  <a:srgbClr val="193B5E"/>
                </a:solidFill>
                <a:latin typeface="Microsoft YaHei"/>
              </a:rPr>
              <a:t>样本的偏好侧重点不同，会改变学到的</a:t>
            </a:r>
            <a:r>
              <a:rPr sz="2100" b="1" dirty="0">
                <a:solidFill>
                  <a:srgbClr val="193B5E"/>
                </a:solidFill>
                <a:latin typeface="Microsoft YaHei"/>
              </a:rPr>
              <a:t> Rubric </a:t>
            </a:r>
            <a:r>
              <a:rPr sz="2100" b="1" dirty="0" err="1">
                <a:solidFill>
                  <a:srgbClr val="193B5E"/>
                </a:solidFill>
                <a:latin typeface="Microsoft YaHei"/>
              </a:rPr>
              <a:t>及其迁移表现</a:t>
            </a:r>
            <a:r>
              <a:rPr sz="2100" b="1" dirty="0">
                <a:solidFill>
                  <a:srgbClr val="193B5E"/>
                </a:solidFill>
                <a:latin typeface="Microsoft YaHei"/>
              </a:rPr>
              <a:t>。</a:t>
            </a:r>
          </a:p>
        </p:txBody>
      </p:sp>
      <p:sp>
        <p:nvSpPr>
          <p:cNvPr id="39" name="TextBox 91">
            <a:extLst>
              <a:ext uri="{FF2B5EF4-FFF2-40B4-BE49-F238E27FC236}">
                <a16:creationId xmlns:a16="http://schemas.microsoft.com/office/drawing/2014/main" id="{B353C2E2-71EB-463C-A6B6-098542E4A70B}"/>
              </a:ext>
            </a:extLst>
          </p:cNvPr>
          <p:cNvSpPr txBox="1"/>
          <p:nvPr/>
        </p:nvSpPr>
        <p:spPr>
          <a:xfrm>
            <a:off x="841248" y="9382379"/>
            <a:ext cx="45720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193B5E"/>
                </a:solidFill>
                <a:latin typeface="Microsoft YaHei"/>
              </a:rPr>
              <a:t>新实验设计</a:t>
            </a:r>
            <a:endParaRPr sz="22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40" name="Rounded Rectangle 92">
            <a:extLst>
              <a:ext uri="{FF2B5EF4-FFF2-40B4-BE49-F238E27FC236}">
                <a16:creationId xmlns:a16="http://schemas.microsoft.com/office/drawing/2014/main" id="{C99B961C-55B1-47AB-87EC-4FAF634E75B4}"/>
              </a:ext>
            </a:extLst>
          </p:cNvPr>
          <p:cNvSpPr/>
          <p:nvPr/>
        </p:nvSpPr>
        <p:spPr>
          <a:xfrm>
            <a:off x="841248" y="9867011"/>
            <a:ext cx="2615184" cy="758952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93">
            <a:extLst>
              <a:ext uri="{FF2B5EF4-FFF2-40B4-BE49-F238E27FC236}">
                <a16:creationId xmlns:a16="http://schemas.microsoft.com/office/drawing/2014/main" id="{262D1A29-8323-450F-9757-35F6EF45698A}"/>
              </a:ext>
            </a:extLst>
          </p:cNvPr>
          <p:cNvSpPr txBox="1"/>
          <p:nvPr/>
        </p:nvSpPr>
        <p:spPr>
          <a:xfrm>
            <a:off x="932688" y="9912731"/>
            <a:ext cx="2432303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五个固定 root</a:t>
            </a:r>
          </a:p>
        </p:txBody>
      </p:sp>
      <p:sp>
        <p:nvSpPr>
          <p:cNvPr id="42" name="Rounded Rectangle 94">
            <a:extLst>
              <a:ext uri="{FF2B5EF4-FFF2-40B4-BE49-F238E27FC236}">
                <a16:creationId xmlns:a16="http://schemas.microsoft.com/office/drawing/2014/main" id="{31AEB0B0-D7EB-4FD7-90E6-C9BE9A352A01}"/>
              </a:ext>
            </a:extLst>
          </p:cNvPr>
          <p:cNvSpPr/>
          <p:nvPr/>
        </p:nvSpPr>
        <p:spPr>
          <a:xfrm>
            <a:off x="3758184" y="9867011"/>
            <a:ext cx="3895344" cy="758952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95">
            <a:extLst>
              <a:ext uri="{FF2B5EF4-FFF2-40B4-BE49-F238E27FC236}">
                <a16:creationId xmlns:a16="http://schemas.microsoft.com/office/drawing/2014/main" id="{D6B41EBB-2564-45B1-8279-279A30BC180A}"/>
              </a:ext>
            </a:extLst>
          </p:cNvPr>
          <p:cNvSpPr txBox="1"/>
          <p:nvPr/>
        </p:nvSpPr>
        <p:spPr>
          <a:xfrm>
            <a:off x="3849624" y="9912731"/>
            <a:ext cx="3712463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Hallucination100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初始 Split</a:t>
            </a:r>
          </a:p>
        </p:txBody>
      </p:sp>
      <p:sp>
        <p:nvSpPr>
          <p:cNvPr id="44" name="Rounded Rectangle 96">
            <a:extLst>
              <a:ext uri="{FF2B5EF4-FFF2-40B4-BE49-F238E27FC236}">
                <a16:creationId xmlns:a16="http://schemas.microsoft.com/office/drawing/2014/main" id="{328E8710-6962-4AB1-AB83-C952828F8E30}"/>
              </a:ext>
            </a:extLst>
          </p:cNvPr>
          <p:cNvSpPr/>
          <p:nvPr/>
        </p:nvSpPr>
        <p:spPr>
          <a:xfrm>
            <a:off x="7946136" y="9867011"/>
            <a:ext cx="3328416" cy="758952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97">
            <a:extLst>
              <a:ext uri="{FF2B5EF4-FFF2-40B4-BE49-F238E27FC236}">
                <a16:creationId xmlns:a16="http://schemas.microsoft.com/office/drawing/2014/main" id="{32CDD264-583D-4C24-8613-4AEFCC267002}"/>
              </a:ext>
            </a:extLst>
          </p:cNvPr>
          <p:cNvSpPr txBox="1"/>
          <p:nvPr/>
        </p:nvSpPr>
        <p:spPr>
          <a:xfrm>
            <a:off x="8037576" y="9912731"/>
            <a:ext cx="3145536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五轮逐例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3B5E"/>
                </a:solidFill>
                <a:latin typeface="Microsoft YaHei"/>
              </a:rPr>
              <a:t>子树反思</a:t>
            </a:r>
          </a:p>
        </p:txBody>
      </p:sp>
      <p:sp>
        <p:nvSpPr>
          <p:cNvPr id="46" name="Rounded Rectangle 98">
            <a:extLst>
              <a:ext uri="{FF2B5EF4-FFF2-40B4-BE49-F238E27FC236}">
                <a16:creationId xmlns:a16="http://schemas.microsoft.com/office/drawing/2014/main" id="{43CCF918-5C44-47B0-A192-9C71B30475DB}"/>
              </a:ext>
            </a:extLst>
          </p:cNvPr>
          <p:cNvSpPr/>
          <p:nvPr/>
        </p:nvSpPr>
        <p:spPr>
          <a:xfrm>
            <a:off x="11567160" y="9867011"/>
            <a:ext cx="4855464" cy="758952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99">
            <a:extLst>
              <a:ext uri="{FF2B5EF4-FFF2-40B4-BE49-F238E27FC236}">
                <a16:creationId xmlns:a16="http://schemas.microsoft.com/office/drawing/2014/main" id="{D71383C1-3296-404D-818C-CD95746E6187}"/>
              </a:ext>
            </a:extLst>
          </p:cNvPr>
          <p:cNvSpPr txBox="1"/>
          <p:nvPr/>
        </p:nvSpPr>
        <p:spPr>
          <a:xfrm>
            <a:off x="11658600" y="9946449"/>
            <a:ext cx="4672583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93B5E"/>
                </a:solidFill>
                <a:latin typeface="Microsoft YaHei"/>
              </a:rPr>
              <a:t>VLRB 1247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err="1">
                <a:solidFill>
                  <a:srgbClr val="193B5E"/>
                </a:solidFill>
                <a:latin typeface="Microsoft YaHei"/>
              </a:rPr>
              <a:t>heldout</a:t>
            </a:r>
            <a:r>
              <a:rPr sz="1800" b="1" dirty="0" err="1">
                <a:solidFill>
                  <a:srgbClr val="193B5E"/>
                </a:solidFill>
                <a:latin typeface="Microsoft YaHei"/>
              </a:rPr>
              <a:t>幻觉</a:t>
            </a:r>
            <a:r>
              <a:rPr lang="zh-CN" altLang="en-US" sz="1800" b="1" dirty="0">
                <a:solidFill>
                  <a:srgbClr val="193B5E"/>
                </a:solidFill>
                <a:latin typeface="Microsoft YaHei"/>
              </a:rPr>
              <a:t>集</a:t>
            </a:r>
            <a:r>
              <a:rPr sz="1800" b="1" dirty="0">
                <a:solidFill>
                  <a:srgbClr val="193B5E"/>
                </a:solidFill>
                <a:latin typeface="Microsoft YaHei"/>
              </a:rPr>
              <a:t> 648</a:t>
            </a:r>
          </a:p>
        </p:txBody>
      </p:sp>
      <p:sp>
        <p:nvSpPr>
          <p:cNvPr id="48" name="TextBox 100">
            <a:extLst>
              <a:ext uri="{FF2B5EF4-FFF2-40B4-BE49-F238E27FC236}">
                <a16:creationId xmlns:a16="http://schemas.microsoft.com/office/drawing/2014/main" id="{879901A7-5B1E-4B8D-8861-0FB764E7525B}"/>
              </a:ext>
            </a:extLst>
          </p:cNvPr>
          <p:cNvSpPr txBox="1"/>
          <p:nvPr/>
        </p:nvSpPr>
        <p:spPr>
          <a:xfrm>
            <a:off x="3511296" y="9940163"/>
            <a:ext cx="256032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49" name="TextBox 101">
            <a:extLst>
              <a:ext uri="{FF2B5EF4-FFF2-40B4-BE49-F238E27FC236}">
                <a16:creationId xmlns:a16="http://schemas.microsoft.com/office/drawing/2014/main" id="{76BC1494-80D7-4279-A58E-B04D2A4CFC2E}"/>
              </a:ext>
            </a:extLst>
          </p:cNvPr>
          <p:cNvSpPr txBox="1"/>
          <p:nvPr/>
        </p:nvSpPr>
        <p:spPr>
          <a:xfrm>
            <a:off x="7735824" y="9940163"/>
            <a:ext cx="256032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51" name="TextBox 102">
            <a:extLst>
              <a:ext uri="{FF2B5EF4-FFF2-40B4-BE49-F238E27FC236}">
                <a16:creationId xmlns:a16="http://schemas.microsoft.com/office/drawing/2014/main" id="{D7093462-81B0-4619-852C-2D4D8A53FEE0}"/>
              </a:ext>
            </a:extLst>
          </p:cNvPr>
          <p:cNvSpPr txBox="1"/>
          <p:nvPr/>
        </p:nvSpPr>
        <p:spPr>
          <a:xfrm>
            <a:off x="11347704" y="9940163"/>
            <a:ext cx="256032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3371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10175032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52" name="Rectangle 32">
            <a:extLst>
              <a:ext uri="{FF2B5EF4-FFF2-40B4-BE49-F238E27FC236}">
                <a16:creationId xmlns:a16="http://schemas.microsoft.com/office/drawing/2014/main" id="{09B7FCB6-C18F-444F-8E3F-93EB3812FCE6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4">
            <a:extLst>
              <a:ext uri="{FF2B5EF4-FFF2-40B4-BE49-F238E27FC236}">
                <a16:creationId xmlns:a16="http://schemas.microsoft.com/office/drawing/2014/main" id="{8ED7A9EE-72A2-46D8-B126-61437F92D610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新演化集：VLRB 整体准确率提升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ounded Rectangle 69">
            <a:extLst>
              <a:ext uri="{FF2B5EF4-FFF2-40B4-BE49-F238E27FC236}">
                <a16:creationId xmlns:a16="http://schemas.microsoft.com/office/drawing/2014/main" id="{8B5B4F25-7B11-4396-8865-52C87482C00E}"/>
              </a:ext>
            </a:extLst>
          </p:cNvPr>
          <p:cNvSpPr/>
          <p:nvPr/>
        </p:nvSpPr>
        <p:spPr>
          <a:xfrm>
            <a:off x="859536" y="2340864"/>
            <a:ext cx="4956048" cy="1325880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70">
            <a:extLst>
              <a:ext uri="{FF2B5EF4-FFF2-40B4-BE49-F238E27FC236}">
                <a16:creationId xmlns:a16="http://schemas.microsoft.com/office/drawing/2014/main" id="{CE91FAA5-773D-4B0D-980E-98D31CDE727E}"/>
              </a:ext>
            </a:extLst>
          </p:cNvPr>
          <p:cNvSpPr txBox="1"/>
          <p:nvPr/>
        </p:nvSpPr>
        <p:spPr>
          <a:xfrm>
            <a:off x="1060704" y="2493344"/>
            <a:ext cx="4553712" cy="29854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1700" dirty="0" err="1">
                <a:solidFill>
                  <a:srgbClr val="526A80"/>
                </a:solidFill>
                <a:latin typeface="Microsoft YaHei"/>
              </a:rPr>
              <a:t>heldout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幻觉</a:t>
            </a:r>
            <a:r>
              <a:rPr lang="zh-CN" altLang="en-US" sz="1700" b="0" dirty="0">
                <a:solidFill>
                  <a:srgbClr val="526A80"/>
                </a:solidFill>
                <a:latin typeface="Microsoft YaHei"/>
              </a:rPr>
              <a:t>集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648 · 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历史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Final → 新 Final</a:t>
            </a:r>
          </a:p>
        </p:txBody>
      </p:sp>
      <p:sp>
        <p:nvSpPr>
          <p:cNvPr id="56" name="TextBox 71">
            <a:extLst>
              <a:ext uri="{FF2B5EF4-FFF2-40B4-BE49-F238E27FC236}">
                <a16:creationId xmlns:a16="http://schemas.microsoft.com/office/drawing/2014/main" id="{B9801AA4-51FC-408F-B97A-F42D65DD1DA7}"/>
              </a:ext>
            </a:extLst>
          </p:cNvPr>
          <p:cNvSpPr txBox="1"/>
          <p:nvPr/>
        </p:nvSpPr>
        <p:spPr>
          <a:xfrm>
            <a:off x="1060704" y="2880360"/>
            <a:ext cx="4553712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75B97"/>
                </a:solidFill>
                <a:latin typeface="Microsoft YaHei"/>
              </a:rPr>
              <a:t>76.70%  →  82.41%</a:t>
            </a:r>
          </a:p>
        </p:txBody>
      </p:sp>
      <p:sp>
        <p:nvSpPr>
          <p:cNvPr id="57" name="Rounded Rectangle 72">
            <a:extLst>
              <a:ext uri="{FF2B5EF4-FFF2-40B4-BE49-F238E27FC236}">
                <a16:creationId xmlns:a16="http://schemas.microsoft.com/office/drawing/2014/main" id="{38B84616-D20A-465A-A143-19B23A9BBC8D}"/>
              </a:ext>
            </a:extLst>
          </p:cNvPr>
          <p:cNvSpPr/>
          <p:nvPr/>
        </p:nvSpPr>
        <p:spPr>
          <a:xfrm>
            <a:off x="6035040" y="2340864"/>
            <a:ext cx="4956048" cy="1325880"/>
          </a:xfrm>
          <a:prstGeom prst="roundRect">
            <a:avLst>
              <a:gd name="adj" fmla="val 8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73">
            <a:extLst>
              <a:ext uri="{FF2B5EF4-FFF2-40B4-BE49-F238E27FC236}">
                <a16:creationId xmlns:a16="http://schemas.microsoft.com/office/drawing/2014/main" id="{3DBDACF5-FFED-46D5-9B0F-51280B6DE528}"/>
              </a:ext>
            </a:extLst>
          </p:cNvPr>
          <p:cNvSpPr txBox="1"/>
          <p:nvPr/>
        </p:nvSpPr>
        <p:spPr>
          <a:xfrm>
            <a:off x="6236208" y="2459736"/>
            <a:ext cx="455371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A80"/>
                </a:solidFill>
                <a:latin typeface="Microsoft YaHei"/>
              </a:rPr>
              <a:t>全量 1247 · 历史 Final → 新 Final</a:t>
            </a:r>
          </a:p>
        </p:txBody>
      </p:sp>
      <p:sp>
        <p:nvSpPr>
          <p:cNvPr id="59" name="TextBox 74">
            <a:extLst>
              <a:ext uri="{FF2B5EF4-FFF2-40B4-BE49-F238E27FC236}">
                <a16:creationId xmlns:a16="http://schemas.microsoft.com/office/drawing/2014/main" id="{F1D4A791-8244-4E1A-B75B-35DF0CADCD09}"/>
              </a:ext>
            </a:extLst>
          </p:cNvPr>
          <p:cNvSpPr txBox="1"/>
          <p:nvPr/>
        </p:nvSpPr>
        <p:spPr>
          <a:xfrm>
            <a:off x="6236208" y="2880360"/>
            <a:ext cx="4553712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75B97"/>
                </a:solidFill>
                <a:latin typeface="Microsoft YaHei"/>
              </a:rPr>
              <a:t>68.64%  →  73.78%</a:t>
            </a:r>
          </a:p>
        </p:txBody>
      </p:sp>
      <p:sp>
        <p:nvSpPr>
          <p:cNvPr id="60" name="Rounded Rectangle 75">
            <a:extLst>
              <a:ext uri="{FF2B5EF4-FFF2-40B4-BE49-F238E27FC236}">
                <a16:creationId xmlns:a16="http://schemas.microsoft.com/office/drawing/2014/main" id="{48E9529B-0CA8-4F44-A6A5-3F4B8A35306A}"/>
              </a:ext>
            </a:extLst>
          </p:cNvPr>
          <p:cNvSpPr/>
          <p:nvPr/>
        </p:nvSpPr>
        <p:spPr>
          <a:xfrm>
            <a:off x="11210544" y="2340864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76">
            <a:extLst>
              <a:ext uri="{FF2B5EF4-FFF2-40B4-BE49-F238E27FC236}">
                <a16:creationId xmlns:a16="http://schemas.microsoft.com/office/drawing/2014/main" id="{6E57249A-AF45-49E5-9EA9-87B0DCDC4CE2}"/>
              </a:ext>
            </a:extLst>
          </p:cNvPr>
          <p:cNvSpPr txBox="1"/>
          <p:nvPr/>
        </p:nvSpPr>
        <p:spPr>
          <a:xfrm>
            <a:off x="11411712" y="2459736"/>
            <a:ext cx="482803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A80"/>
                </a:solidFill>
                <a:latin typeface="Microsoft YaHei"/>
              </a:rPr>
              <a:t>本次五轮演化 · 新 Init → 新 Final</a:t>
            </a:r>
          </a:p>
        </p:txBody>
      </p:sp>
      <p:sp>
        <p:nvSpPr>
          <p:cNvPr id="62" name="TextBox 77">
            <a:extLst>
              <a:ext uri="{FF2B5EF4-FFF2-40B4-BE49-F238E27FC236}">
                <a16:creationId xmlns:a16="http://schemas.microsoft.com/office/drawing/2014/main" id="{D0494CD1-4F29-4DCF-AEAA-1D8B8109B21D}"/>
              </a:ext>
            </a:extLst>
          </p:cNvPr>
          <p:cNvSpPr txBox="1"/>
          <p:nvPr/>
        </p:nvSpPr>
        <p:spPr>
          <a:xfrm>
            <a:off x="11411712" y="2880360"/>
            <a:ext cx="4828032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93B5E"/>
                </a:solidFill>
                <a:latin typeface="Microsoft YaHei"/>
              </a:rPr>
              <a:t>heldout  +1.08 pp</a:t>
            </a:r>
          </a:p>
        </p:txBody>
      </p:sp>
      <p:sp>
        <p:nvSpPr>
          <p:cNvPr id="63" name="TextBox 78">
            <a:extLst>
              <a:ext uri="{FF2B5EF4-FFF2-40B4-BE49-F238E27FC236}">
                <a16:creationId xmlns:a16="http://schemas.microsoft.com/office/drawing/2014/main" id="{2E91A70F-F2F0-47D4-AE1D-68357D6154A4}"/>
              </a:ext>
            </a:extLst>
          </p:cNvPr>
          <p:cNvSpPr txBox="1"/>
          <p:nvPr/>
        </p:nvSpPr>
        <p:spPr>
          <a:xfrm>
            <a:off x="877824" y="3966754"/>
            <a:ext cx="9144000" cy="3600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193B5E"/>
                </a:solidFill>
                <a:latin typeface="Microsoft YaHei"/>
              </a:rPr>
              <a:t>VLRB Strict </a:t>
            </a:r>
            <a:r>
              <a:rPr sz="2100" b="1" dirty="0" err="1">
                <a:solidFill>
                  <a:srgbClr val="193B5E"/>
                </a:solidFill>
                <a:latin typeface="Microsoft YaHei"/>
              </a:rPr>
              <a:t>ACC（弃权计错</a:t>
            </a:r>
            <a:r>
              <a:rPr sz="2100" b="1" dirty="0">
                <a:solidFill>
                  <a:srgbClr val="193B5E"/>
                </a:solidFill>
                <a:latin typeface="Microsoft YaHei"/>
              </a:rPr>
              <a:t>）</a:t>
            </a:r>
            <a:r>
              <a:rPr lang="en-US" sz="2100" b="1" dirty="0">
                <a:solidFill>
                  <a:srgbClr val="193B5E"/>
                </a:solidFill>
                <a:latin typeface="Microsoft YaHei"/>
              </a:rPr>
              <a:t>  </a:t>
            </a:r>
            <a:r>
              <a:rPr lang="zh-CN" altLang="en-US" sz="2100" b="1" dirty="0">
                <a:solidFill>
                  <a:srgbClr val="193B5E"/>
                </a:solidFill>
                <a:latin typeface="Microsoft YaHei"/>
              </a:rPr>
              <a:t>演化的方法相同，只有演化集不同</a:t>
            </a:r>
            <a:endParaRPr sz="21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195" name="Rounded Rectangle 210">
            <a:extLst>
              <a:ext uri="{FF2B5EF4-FFF2-40B4-BE49-F238E27FC236}">
                <a16:creationId xmlns:a16="http://schemas.microsoft.com/office/drawing/2014/main" id="{465F69BE-129A-4B0C-9E63-4B067B555DDA}"/>
              </a:ext>
            </a:extLst>
          </p:cNvPr>
          <p:cNvSpPr/>
          <p:nvPr/>
        </p:nvSpPr>
        <p:spPr>
          <a:xfrm>
            <a:off x="859536" y="9829800"/>
            <a:ext cx="15608808" cy="466344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211">
            <a:extLst>
              <a:ext uri="{FF2B5EF4-FFF2-40B4-BE49-F238E27FC236}">
                <a16:creationId xmlns:a16="http://schemas.microsoft.com/office/drawing/2014/main" id="{C47307A3-893A-4EB6-B1D7-5AB99689B917}"/>
              </a:ext>
            </a:extLst>
          </p:cNvPr>
          <p:cNvSpPr txBox="1"/>
          <p:nvPr/>
        </p:nvSpPr>
        <p:spPr>
          <a:xfrm>
            <a:off x="1024128" y="9893808"/>
            <a:ext cx="1527048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3B5E"/>
                </a:solidFill>
                <a:latin typeface="Microsoft YaHei"/>
              </a:rPr>
              <a:t>未见幻觉 648：历史 Final → 新 Final  +37 个正确样本 / +5.71 pp；全量 1247：+64 / +5.13 pp。</a:t>
            </a:r>
          </a:p>
        </p:txBody>
      </p:sp>
      <p:sp>
        <p:nvSpPr>
          <p:cNvPr id="197" name="TextBox 212">
            <a:extLst>
              <a:ext uri="{FF2B5EF4-FFF2-40B4-BE49-F238E27FC236}">
                <a16:creationId xmlns:a16="http://schemas.microsoft.com/office/drawing/2014/main" id="{6E831454-1F80-4490-BEF3-8877CD487BF8}"/>
              </a:ext>
            </a:extLst>
          </p:cNvPr>
          <p:cNvSpPr txBox="1"/>
          <p:nvPr/>
        </p:nvSpPr>
        <p:spPr>
          <a:xfrm>
            <a:off x="859536" y="10534266"/>
            <a:ext cx="15654528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526A80"/>
                </a:solidFill>
                <a:latin typeface="Microsoft YaHei"/>
              </a:rPr>
              <a:t>历史</a:t>
            </a:r>
            <a:r>
              <a:rPr sz="1300" b="0" dirty="0">
                <a:solidFill>
                  <a:srgbClr val="526A80"/>
                </a:solidFill>
                <a:latin typeface="Microsoft YaHei"/>
              </a:rPr>
              <a:t> Init/Final：Discovery100</a:t>
            </a:r>
            <a:r>
              <a:rPr lang="zh-CN" altLang="en-US" sz="1300" b="0" dirty="0">
                <a:solidFill>
                  <a:srgbClr val="526A80"/>
                </a:solidFill>
                <a:latin typeface="Microsoft YaHei"/>
              </a:rPr>
              <a:t>（来源</a:t>
            </a:r>
            <a:r>
              <a:rPr lang="en-US" altLang="zh-CN" sz="1300" b="0" dirty="0">
                <a:solidFill>
                  <a:srgbClr val="526A80"/>
                </a:solidFill>
                <a:latin typeface="Microsoft YaHei"/>
              </a:rPr>
              <a:t>6</a:t>
            </a:r>
            <a:r>
              <a:rPr lang="zh-CN" altLang="en-US" sz="1300" b="0" dirty="0">
                <a:solidFill>
                  <a:srgbClr val="526A80"/>
                </a:solidFill>
                <a:latin typeface="Microsoft YaHei"/>
              </a:rPr>
              <a:t>个数据集抽样）</a:t>
            </a:r>
            <a:r>
              <a:rPr sz="1300" b="0" dirty="0">
                <a:solidFill>
                  <a:srgbClr val="526A80"/>
                </a:solidFill>
                <a:latin typeface="Microsoft YaHei"/>
              </a:rPr>
              <a:t> </a:t>
            </a:r>
            <a:r>
              <a:rPr sz="1300" b="0" dirty="0" err="1">
                <a:solidFill>
                  <a:srgbClr val="526A80"/>
                </a:solidFill>
                <a:latin typeface="Microsoft YaHei"/>
              </a:rPr>
              <a:t>上的同方法结果；此处“历史”不同于第</a:t>
            </a:r>
            <a:r>
              <a:rPr sz="1300" b="0" dirty="0">
                <a:solidFill>
                  <a:srgbClr val="526A80"/>
                </a:solidFill>
                <a:latin typeface="Microsoft YaHei"/>
              </a:rPr>
              <a:t> 5 </a:t>
            </a:r>
            <a:r>
              <a:rPr sz="1300" b="0" dirty="0" err="1">
                <a:solidFill>
                  <a:srgbClr val="526A80"/>
                </a:solidFill>
                <a:latin typeface="Microsoft YaHei"/>
              </a:rPr>
              <a:t>页橙色</a:t>
            </a:r>
            <a:r>
              <a:rPr sz="1300" b="0" dirty="0">
                <a:solidFill>
                  <a:srgbClr val="526A80"/>
                </a:solidFill>
                <a:latin typeface="Microsoft YaHei"/>
              </a:rPr>
              <a:t> </a:t>
            </a:r>
            <a:r>
              <a:rPr sz="1300" b="0" dirty="0" err="1">
                <a:solidFill>
                  <a:srgbClr val="526A80"/>
                </a:solidFill>
                <a:latin typeface="Microsoft YaHei"/>
              </a:rPr>
              <a:t>Split+Refine</a:t>
            </a:r>
            <a:r>
              <a:rPr sz="1300" b="0" dirty="0">
                <a:solidFill>
                  <a:srgbClr val="526A80"/>
                </a:solidFill>
                <a:latin typeface="Microsoft YaHei"/>
              </a:rPr>
              <a:t> 基线。1147＝全量去除本次训练 100。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40664" y="4498848"/>
            <a:ext cx="169164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786384" y="4535424"/>
            <a:ext cx="16002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版本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432304" y="4498848"/>
            <a:ext cx="1874519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2478024" y="4535424"/>
            <a:ext cx="1783079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演化集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306824" y="4498848"/>
            <a:ext cx="169164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4352544" y="4598470"/>
            <a:ext cx="1600200" cy="5139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550" b="1" dirty="0" err="1">
                <a:solidFill>
                  <a:srgbClr val="FFFFFF"/>
                </a:solidFill>
                <a:latin typeface="Microsoft YaHei"/>
              </a:rPr>
              <a:t>VLRB</a:t>
            </a:r>
            <a:r>
              <a:rPr sz="1550" b="1" dirty="0" err="1">
                <a:solidFill>
                  <a:srgbClr val="FFFFFF"/>
                </a:solidFill>
                <a:latin typeface="Microsoft YaHei"/>
              </a:rPr>
              <a:t>全量</a:t>
            </a:r>
            <a:endParaRPr sz="1550" b="1" dirty="0">
              <a:solidFill>
                <a:srgbClr val="FFFFFF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1247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998464" y="4498848"/>
            <a:ext cx="182880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6044184" y="4598470"/>
            <a:ext cx="1737360" cy="5139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去</a:t>
            </a:r>
            <a:r>
              <a:rPr lang="zh-CN" altLang="en-US" sz="1550" b="1" dirty="0">
                <a:solidFill>
                  <a:srgbClr val="FFFFFF"/>
                </a:solidFill>
                <a:latin typeface="Microsoft YaHei"/>
              </a:rPr>
              <a:t>演化</a:t>
            </a:r>
            <a:r>
              <a:rPr sz="1550" b="1" dirty="0">
                <a:solidFill>
                  <a:srgbClr val="FFFFFF"/>
                </a:solidFill>
                <a:latin typeface="Microsoft YaHei"/>
              </a:rPr>
              <a:t>100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1147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827264" y="4498848"/>
            <a:ext cx="123444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7872984" y="4598470"/>
            <a:ext cx="1143000" cy="5139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dirty="0">
                <a:solidFill>
                  <a:srgbClr val="FFFFFF"/>
                </a:solidFill>
                <a:latin typeface="Microsoft YaHei"/>
              </a:rPr>
              <a:t>演化集</a:t>
            </a:r>
            <a:endParaRPr sz="1550" b="1" dirty="0">
              <a:solidFill>
                <a:srgbClr val="FFFFFF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100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061704" y="4498848"/>
            <a:ext cx="182880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9107424" y="4598470"/>
            <a:ext cx="1737360" cy="5139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 err="1">
                <a:solidFill>
                  <a:srgbClr val="FFFFFF"/>
                </a:solidFill>
                <a:latin typeface="Microsoft YaHei"/>
              </a:rPr>
              <a:t>heldout幻觉</a:t>
            </a:r>
            <a:r>
              <a:rPr lang="zh-CN" altLang="en-US" sz="1550" b="1" dirty="0">
                <a:solidFill>
                  <a:srgbClr val="FFFFFF"/>
                </a:solidFill>
                <a:latin typeface="Microsoft YaHei"/>
              </a:rPr>
              <a:t>集</a:t>
            </a:r>
            <a:endParaRPr sz="1550" b="1" dirty="0">
              <a:solidFill>
                <a:srgbClr val="FFFFFF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648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10890504" y="4498848"/>
            <a:ext cx="164592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10936224" y="4535424"/>
            <a:ext cx="155448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General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181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2536424" y="4498848"/>
            <a:ext cx="210312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12582144" y="4535424"/>
            <a:ext cx="2011679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Hallucination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749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4639544" y="4498848"/>
            <a:ext cx="201168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14685264" y="4535424"/>
            <a:ext cx="192024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Reasoning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FFFFFF"/>
                </a:solidFill>
                <a:latin typeface="Microsoft YaHei"/>
              </a:rPr>
              <a:t>317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40664" y="5212080"/>
            <a:ext cx="1691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2432304" y="5212080"/>
            <a:ext cx="187451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4306824" y="5212080"/>
            <a:ext cx="1691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5998464" y="5212080"/>
            <a:ext cx="1828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7827264" y="5212080"/>
            <a:ext cx="12344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9061704" y="5212080"/>
            <a:ext cx="1828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10890504" y="5212080"/>
            <a:ext cx="16459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12536424" y="5212080"/>
            <a:ext cx="2103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14639544" y="5212080"/>
            <a:ext cx="20116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850392" y="5303520"/>
            <a:ext cx="150876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初始五个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root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468880" y="5303520"/>
            <a:ext cx="1801367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B5E"/>
                </a:solidFill>
                <a:latin typeface="Microsoft YaHei"/>
              </a:rPr>
              <a:t>未演化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334256" y="5276088"/>
            <a:ext cx="1636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849/1247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334256" y="5568696"/>
            <a:ext cx="16367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68.08%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025896" y="5276088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774/1147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025896" y="5568696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67.48%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854696" y="5276088"/>
            <a:ext cx="11795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75/100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854696" y="5568696"/>
            <a:ext cx="11795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75.00%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9089136" y="5276088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487/648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089136" y="5568696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75.15%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0917936" y="5276088"/>
            <a:ext cx="15910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81/181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0917936" y="5568696"/>
            <a:ext cx="159105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44.75%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2563856" y="5276088"/>
            <a:ext cx="2048255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563/749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2563856" y="5568696"/>
            <a:ext cx="2048255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75.17%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4666976" y="5276088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205/317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4666976" y="5568696"/>
            <a:ext cx="195681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64.67%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0664" y="6089904"/>
            <a:ext cx="16916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2432304" y="6089904"/>
            <a:ext cx="1874519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4306824" y="6089904"/>
            <a:ext cx="16916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5998464" y="6089904"/>
            <a:ext cx="18288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7827264" y="6089904"/>
            <a:ext cx="12344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9061704" y="6089904"/>
            <a:ext cx="18288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10890504" y="6089904"/>
            <a:ext cx="164592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12536424" y="6089904"/>
            <a:ext cx="210312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14639544" y="6089904"/>
            <a:ext cx="201168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850392" y="6181344"/>
            <a:ext cx="150876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193B5E"/>
                </a:solidFill>
                <a:latin typeface="Microsoft YaHei"/>
              </a:rPr>
              <a:t>历史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Init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468880" y="6181344"/>
            <a:ext cx="1801367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193B5E"/>
                </a:solidFill>
                <a:latin typeface="Microsoft YaHei"/>
              </a:rPr>
              <a:t>Discovery100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334256" y="6153912"/>
            <a:ext cx="1636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875/1247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4334256" y="6446520"/>
            <a:ext cx="16367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70.17%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6025896" y="6153912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805/1147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025896" y="6446520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70.18%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854696" y="6153912"/>
            <a:ext cx="11795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70/100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854696" y="6446520"/>
            <a:ext cx="11795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70.00%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089136" y="6153912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514/648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9089136" y="6446520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79.32%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17936" y="6153912"/>
            <a:ext cx="15910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86/181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917936" y="6446520"/>
            <a:ext cx="159105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47.51%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2563856" y="6153912"/>
            <a:ext cx="2048255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584/749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2563856" y="6446520"/>
            <a:ext cx="2048255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77.97%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4666976" y="6153912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205/317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4666976" y="6446520"/>
            <a:ext cx="195681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64.67%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740664" y="6967728"/>
            <a:ext cx="169164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2432304" y="6967728"/>
            <a:ext cx="1874519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4306824" y="6967728"/>
            <a:ext cx="169164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5998464" y="6967728"/>
            <a:ext cx="182880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7827264" y="6967728"/>
            <a:ext cx="123444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9061704" y="6967728"/>
            <a:ext cx="182880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10890504" y="6967728"/>
            <a:ext cx="164592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12536424" y="6967728"/>
            <a:ext cx="210312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14639544" y="6967728"/>
            <a:ext cx="2011680" cy="877824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850392" y="7059168"/>
            <a:ext cx="150876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历史 Final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2468880" y="7059168"/>
            <a:ext cx="1801367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B5E"/>
                </a:solidFill>
                <a:latin typeface="Microsoft YaHei"/>
              </a:rPr>
              <a:t>Discovery100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4334256" y="7031736"/>
            <a:ext cx="1636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856/1247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334256" y="7324344"/>
            <a:ext cx="16367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68.64%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6025896" y="7031736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782/1147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025896" y="7324344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68.18%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7854696" y="7031736"/>
            <a:ext cx="11795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74/100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7854696" y="7324344"/>
            <a:ext cx="11795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74.00%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089136" y="7031736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497/648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089136" y="7324344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76.70%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0917936" y="7031736"/>
            <a:ext cx="15910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84/181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0917936" y="7324344"/>
            <a:ext cx="159105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46.41%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2563856" y="7031736"/>
            <a:ext cx="2048255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572/749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2563856" y="7324344"/>
            <a:ext cx="2048255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76.37%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4666976" y="7031736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200/317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4666976" y="7324344"/>
            <a:ext cx="195681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63.09%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740664" y="7845552"/>
            <a:ext cx="16916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2432304" y="7845552"/>
            <a:ext cx="1874519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306824" y="7845552"/>
            <a:ext cx="16916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5998464" y="7845552"/>
            <a:ext cx="18288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7827264" y="7845552"/>
            <a:ext cx="123444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9061704" y="7845552"/>
            <a:ext cx="182880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10890504" y="7845552"/>
            <a:ext cx="164592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12536424" y="7845552"/>
            <a:ext cx="210312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14639544" y="7845552"/>
            <a:ext cx="2011680" cy="877824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/>
          <p:cNvSpPr txBox="1"/>
          <p:nvPr/>
        </p:nvSpPr>
        <p:spPr>
          <a:xfrm>
            <a:off x="850392" y="7936992"/>
            <a:ext cx="150876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新 Init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2468880" y="7936992"/>
            <a:ext cx="1801367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B5E"/>
                </a:solidFill>
                <a:latin typeface="Microsoft YaHei"/>
              </a:rPr>
              <a:t>Hallucination100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4334256" y="7909560"/>
            <a:ext cx="1636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906/1247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4334256" y="8202168"/>
            <a:ext cx="16367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72.65%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025896" y="7909560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828/1147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6025896" y="8202168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72.19%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7854696" y="7909560"/>
            <a:ext cx="11795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78/100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7854696" y="8202168"/>
            <a:ext cx="11795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3B5E"/>
                </a:solidFill>
                <a:latin typeface="Microsoft YaHei"/>
              </a:rPr>
              <a:t>78.00%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089136" y="7909560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527/648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9089136" y="8202168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81.33%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0917936" y="7909560"/>
            <a:ext cx="15910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92/181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0917936" y="8202168"/>
            <a:ext cx="159105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50.83%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2563856" y="7909560"/>
            <a:ext cx="2048255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606/749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2563856" y="8202168"/>
            <a:ext cx="2048255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80.91%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4666976" y="7909560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208/317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4666976" y="8202168"/>
            <a:ext cx="195681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65.62%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40664" y="8723376"/>
            <a:ext cx="169164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Rectangle 316"/>
          <p:cNvSpPr/>
          <p:nvPr/>
        </p:nvSpPr>
        <p:spPr>
          <a:xfrm>
            <a:off x="2432304" y="8723376"/>
            <a:ext cx="1874519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Rectangle 317"/>
          <p:cNvSpPr/>
          <p:nvPr/>
        </p:nvSpPr>
        <p:spPr>
          <a:xfrm>
            <a:off x="4306824" y="8723376"/>
            <a:ext cx="169164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Rectangle 318"/>
          <p:cNvSpPr/>
          <p:nvPr/>
        </p:nvSpPr>
        <p:spPr>
          <a:xfrm>
            <a:off x="5998464" y="8723376"/>
            <a:ext cx="182880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Rectangle 319"/>
          <p:cNvSpPr/>
          <p:nvPr/>
        </p:nvSpPr>
        <p:spPr>
          <a:xfrm>
            <a:off x="7827264" y="8723376"/>
            <a:ext cx="123444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Rectangle 320"/>
          <p:cNvSpPr/>
          <p:nvPr/>
        </p:nvSpPr>
        <p:spPr>
          <a:xfrm>
            <a:off x="9061704" y="8723376"/>
            <a:ext cx="182880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Rectangle 321"/>
          <p:cNvSpPr/>
          <p:nvPr/>
        </p:nvSpPr>
        <p:spPr>
          <a:xfrm>
            <a:off x="10890504" y="8723376"/>
            <a:ext cx="164592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Rectangle 322"/>
          <p:cNvSpPr/>
          <p:nvPr/>
        </p:nvSpPr>
        <p:spPr>
          <a:xfrm>
            <a:off x="12536424" y="8723376"/>
            <a:ext cx="210312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Rectangle 323"/>
          <p:cNvSpPr/>
          <p:nvPr/>
        </p:nvSpPr>
        <p:spPr>
          <a:xfrm>
            <a:off x="14639544" y="8723376"/>
            <a:ext cx="2011680" cy="877824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850392" y="8814815"/>
            <a:ext cx="150876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75B97"/>
                </a:solidFill>
                <a:latin typeface="Microsoft YaHei"/>
              </a:rPr>
              <a:t>新 Final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2468880" y="8814815"/>
            <a:ext cx="1801367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5B97"/>
                </a:solidFill>
                <a:latin typeface="Microsoft YaHei"/>
              </a:rPr>
              <a:t>Hallucination100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4334256" y="8787384"/>
            <a:ext cx="1636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26A80"/>
                </a:solidFill>
                <a:latin typeface="Microsoft YaHei"/>
              </a:rPr>
              <a:t>920/1247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4334256" y="9079992"/>
            <a:ext cx="16367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B97"/>
                </a:solidFill>
                <a:latin typeface="Microsoft YaHei"/>
              </a:rPr>
              <a:t>73.78%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6025896" y="8787384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26A80"/>
                </a:solidFill>
                <a:latin typeface="Microsoft YaHei"/>
              </a:rPr>
              <a:t>836/1147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6025896" y="9079992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75B97"/>
                </a:solidFill>
                <a:latin typeface="Microsoft YaHei"/>
              </a:rPr>
              <a:t>72.89%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7854696" y="8787384"/>
            <a:ext cx="11795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84/100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7854696" y="9079992"/>
            <a:ext cx="117957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B97"/>
                </a:solidFill>
                <a:latin typeface="Microsoft YaHei"/>
              </a:rPr>
              <a:t>84.00%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9089136" y="8787384"/>
            <a:ext cx="177393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534/648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9089136" y="9079992"/>
            <a:ext cx="17739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75B97"/>
                </a:solidFill>
                <a:latin typeface="Microsoft YaHei"/>
              </a:rPr>
              <a:t>82.41%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0917936" y="8787384"/>
            <a:ext cx="159105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89/181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0917936" y="9079992"/>
            <a:ext cx="159105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3B5E"/>
                </a:solidFill>
                <a:latin typeface="Microsoft YaHei"/>
              </a:rPr>
              <a:t>49.17%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2563856" y="8787384"/>
            <a:ext cx="2048255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619/749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2563856" y="9079992"/>
            <a:ext cx="2048255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75B97"/>
                </a:solidFill>
                <a:latin typeface="Microsoft YaHei"/>
              </a:rPr>
              <a:t>82.64%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4666976" y="8787384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A80"/>
                </a:solidFill>
                <a:latin typeface="Microsoft YaHei"/>
              </a:rPr>
              <a:t>212/317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4666976" y="9079992"/>
            <a:ext cx="195681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B97"/>
                </a:solidFill>
                <a:latin typeface="Microsoft YaHei"/>
              </a:rPr>
              <a:t>66.88%</a:t>
            </a:r>
          </a:p>
        </p:txBody>
      </p:sp>
    </p:spTree>
    <p:extLst>
      <p:ext uri="{BB962C8B-B14F-4D97-AF65-F5344CB8AC3E}">
        <p14:creationId xmlns:p14="http://schemas.microsoft.com/office/powerpoint/2010/main" val="3030126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31">
            <a:extLst>
              <a:ext uri="{FF2B5EF4-FFF2-40B4-BE49-F238E27FC236}">
                <a16:creationId xmlns:a16="http://schemas.microsoft.com/office/drawing/2014/main" id="{6401E5BF-12E6-4ACC-88E9-AB03598C5CF0}"/>
              </a:ext>
            </a:extLst>
          </p:cNvPr>
          <p:cNvSpPr txBox="1"/>
          <p:nvPr/>
        </p:nvSpPr>
        <p:spPr>
          <a:xfrm>
            <a:off x="10175032" y="237744"/>
            <a:ext cx="2144177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实验</a:t>
            </a:r>
            <a:r>
              <a:rPr lang="zh-CN" altLang="en-US" dirty="0"/>
              <a:t>结果</a:t>
            </a:r>
            <a:endParaRPr dirty="0"/>
          </a:p>
        </p:txBody>
      </p:sp>
      <p:sp>
        <p:nvSpPr>
          <p:cNvPr id="52" name="Rectangle 32">
            <a:extLst>
              <a:ext uri="{FF2B5EF4-FFF2-40B4-BE49-F238E27FC236}">
                <a16:creationId xmlns:a16="http://schemas.microsoft.com/office/drawing/2014/main" id="{2EBF1D34-90C3-49B5-A5E8-9AD560AA3035}"/>
              </a:ext>
            </a:extLst>
          </p:cNvPr>
          <p:cNvSpPr/>
          <p:nvPr/>
        </p:nvSpPr>
        <p:spPr>
          <a:xfrm>
            <a:off x="658368" y="1490472"/>
            <a:ext cx="41148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4">
            <a:extLst>
              <a:ext uri="{FF2B5EF4-FFF2-40B4-BE49-F238E27FC236}">
                <a16:creationId xmlns:a16="http://schemas.microsoft.com/office/drawing/2014/main" id="{32770FED-E3F5-4F4F-8037-F28F2B68C215}"/>
              </a:ext>
            </a:extLst>
          </p:cNvPr>
          <p:cNvSpPr txBox="1"/>
          <p:nvPr/>
        </p:nvSpPr>
        <p:spPr>
          <a:xfrm>
            <a:off x="841248" y="150876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3E62"/>
                </a:solidFill>
                <a:latin typeface="Microsoft YaHei"/>
              </a:defRPr>
            </a:pPr>
            <a:r>
              <a:rPr lang="zh-CN" altLang="en-US" sz="2800" b="1" dirty="0">
                <a:solidFill>
                  <a:srgbClr val="193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Root 级诊断：训练收益与未见集迁移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69">
            <a:extLst>
              <a:ext uri="{FF2B5EF4-FFF2-40B4-BE49-F238E27FC236}">
                <a16:creationId xmlns:a16="http://schemas.microsoft.com/office/drawing/2014/main" id="{2FC7F20F-D548-40FE-A81E-E9259491E12B}"/>
              </a:ext>
            </a:extLst>
          </p:cNvPr>
          <p:cNvSpPr txBox="1"/>
          <p:nvPr/>
        </p:nvSpPr>
        <p:spPr>
          <a:xfrm>
            <a:off x="1315493" y="2487585"/>
            <a:ext cx="6574536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193B5E"/>
                </a:solidFill>
                <a:latin typeface="Microsoft YaHei"/>
              </a:rPr>
              <a:t>训练</a:t>
            </a:r>
            <a:r>
              <a:rPr sz="2200" b="1" dirty="0">
                <a:solidFill>
                  <a:srgbClr val="193B5E"/>
                </a:solidFill>
                <a:latin typeface="Microsoft YaHei"/>
              </a:rPr>
              <a:t> 100：各 root </a:t>
            </a:r>
            <a:r>
              <a:rPr sz="2200" b="1" dirty="0" err="1">
                <a:solidFill>
                  <a:srgbClr val="193B5E"/>
                </a:solidFill>
                <a:latin typeface="Microsoft YaHei"/>
              </a:rPr>
              <a:t>的三阶段</a:t>
            </a:r>
            <a:r>
              <a:rPr sz="2200" b="1" dirty="0">
                <a:solidFill>
                  <a:srgbClr val="193B5E"/>
                </a:solidFill>
                <a:latin typeface="Microsoft YaHei"/>
              </a:rPr>
              <a:t> Covered ACC</a:t>
            </a:r>
          </a:p>
        </p:txBody>
      </p:sp>
      <p:sp>
        <p:nvSpPr>
          <p:cNvPr id="55" name="TextBox 70">
            <a:extLst>
              <a:ext uri="{FF2B5EF4-FFF2-40B4-BE49-F238E27FC236}">
                <a16:creationId xmlns:a16="http://schemas.microsoft.com/office/drawing/2014/main" id="{CF60B69E-3EB9-457E-922B-41898DF72365}"/>
              </a:ext>
            </a:extLst>
          </p:cNvPr>
          <p:cNvSpPr txBox="1"/>
          <p:nvPr/>
        </p:nvSpPr>
        <p:spPr>
          <a:xfrm>
            <a:off x="8835179" y="2487585"/>
            <a:ext cx="73152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200" b="1" dirty="0" err="1">
                <a:solidFill>
                  <a:srgbClr val="193B5E"/>
                </a:solidFill>
                <a:latin typeface="Microsoft YaHei"/>
              </a:rPr>
              <a:t>heldout</a:t>
            </a:r>
            <a:r>
              <a:rPr sz="2200" b="1" dirty="0" err="1">
                <a:solidFill>
                  <a:srgbClr val="193B5E"/>
                </a:solidFill>
                <a:latin typeface="Microsoft YaHei"/>
              </a:rPr>
              <a:t>幻觉</a:t>
            </a:r>
            <a:r>
              <a:rPr lang="zh-CN" altLang="en-US" sz="2200" b="1" dirty="0">
                <a:solidFill>
                  <a:srgbClr val="193B5E"/>
                </a:solidFill>
                <a:latin typeface="Microsoft YaHei"/>
              </a:rPr>
              <a:t>集</a:t>
            </a:r>
            <a:r>
              <a:rPr sz="2200" b="1" dirty="0">
                <a:solidFill>
                  <a:srgbClr val="193B5E"/>
                </a:solidFill>
                <a:latin typeface="Microsoft YaHei"/>
              </a:rPr>
              <a:t> 648：新 Init → 新 Final</a:t>
            </a:r>
          </a:p>
        </p:txBody>
      </p:sp>
      <p:sp>
        <p:nvSpPr>
          <p:cNvPr id="56" name="Rectangle 71">
            <a:extLst>
              <a:ext uri="{FF2B5EF4-FFF2-40B4-BE49-F238E27FC236}">
                <a16:creationId xmlns:a16="http://schemas.microsoft.com/office/drawing/2014/main" id="{871CCA6B-6003-470E-A348-F7C2F0B484D1}"/>
              </a:ext>
            </a:extLst>
          </p:cNvPr>
          <p:cNvSpPr/>
          <p:nvPr/>
        </p:nvSpPr>
        <p:spPr>
          <a:xfrm>
            <a:off x="1251485" y="3017937"/>
            <a:ext cx="221284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72">
            <a:extLst>
              <a:ext uri="{FF2B5EF4-FFF2-40B4-BE49-F238E27FC236}">
                <a16:creationId xmlns:a16="http://schemas.microsoft.com/office/drawing/2014/main" id="{04FE0965-BECE-4432-A86A-D1D953CBFD7C}"/>
              </a:ext>
            </a:extLst>
          </p:cNvPr>
          <p:cNvSpPr txBox="1"/>
          <p:nvPr/>
        </p:nvSpPr>
        <p:spPr>
          <a:xfrm>
            <a:off x="1315493" y="3054513"/>
            <a:ext cx="2084831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Root</a:t>
            </a:r>
          </a:p>
        </p:txBody>
      </p:sp>
      <p:sp>
        <p:nvSpPr>
          <p:cNvPr id="58" name="Rectangle 73">
            <a:extLst>
              <a:ext uri="{FF2B5EF4-FFF2-40B4-BE49-F238E27FC236}">
                <a16:creationId xmlns:a16="http://schemas.microsoft.com/office/drawing/2014/main" id="{6826E270-5F54-4F50-B935-AA04130DEDB3}"/>
              </a:ext>
            </a:extLst>
          </p:cNvPr>
          <p:cNvSpPr/>
          <p:nvPr/>
        </p:nvSpPr>
        <p:spPr>
          <a:xfrm>
            <a:off x="3464333" y="3017937"/>
            <a:ext cx="143560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74">
            <a:extLst>
              <a:ext uri="{FF2B5EF4-FFF2-40B4-BE49-F238E27FC236}">
                <a16:creationId xmlns:a16="http://schemas.microsoft.com/office/drawing/2014/main" id="{E6A47533-3404-4033-B5E7-2EA8658D0250}"/>
              </a:ext>
            </a:extLst>
          </p:cNvPr>
          <p:cNvSpPr txBox="1"/>
          <p:nvPr/>
        </p:nvSpPr>
        <p:spPr>
          <a:xfrm>
            <a:off x="3528340" y="3054513"/>
            <a:ext cx="1307592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FFFFFF"/>
                </a:solidFill>
                <a:latin typeface="Microsoft YaHei"/>
              </a:rPr>
              <a:t>初始五</a:t>
            </a:r>
            <a:r>
              <a:rPr sz="1600" b="1" dirty="0">
                <a:solidFill>
                  <a:srgbClr val="FFFFFF"/>
                </a:solidFill>
                <a:latin typeface="Microsoft YaHei"/>
              </a:rPr>
              <a:t> root</a:t>
            </a:r>
          </a:p>
        </p:txBody>
      </p:sp>
      <p:sp>
        <p:nvSpPr>
          <p:cNvPr id="60" name="Rectangle 75">
            <a:extLst>
              <a:ext uri="{FF2B5EF4-FFF2-40B4-BE49-F238E27FC236}">
                <a16:creationId xmlns:a16="http://schemas.microsoft.com/office/drawing/2014/main" id="{EB363945-DDF3-45E4-A8A0-32A00088B363}"/>
              </a:ext>
            </a:extLst>
          </p:cNvPr>
          <p:cNvSpPr/>
          <p:nvPr/>
        </p:nvSpPr>
        <p:spPr>
          <a:xfrm>
            <a:off x="4899941" y="3017937"/>
            <a:ext cx="148132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76">
            <a:extLst>
              <a:ext uri="{FF2B5EF4-FFF2-40B4-BE49-F238E27FC236}">
                <a16:creationId xmlns:a16="http://schemas.microsoft.com/office/drawing/2014/main" id="{7F6B6E04-A09B-4B31-86F1-4173677269ED}"/>
              </a:ext>
            </a:extLst>
          </p:cNvPr>
          <p:cNvSpPr txBox="1"/>
          <p:nvPr/>
        </p:nvSpPr>
        <p:spPr>
          <a:xfrm>
            <a:off x="4963949" y="3054513"/>
            <a:ext cx="1353312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Init Split</a:t>
            </a:r>
          </a:p>
        </p:txBody>
      </p:sp>
      <p:sp>
        <p:nvSpPr>
          <p:cNvPr id="62" name="Rectangle 77">
            <a:extLst>
              <a:ext uri="{FF2B5EF4-FFF2-40B4-BE49-F238E27FC236}">
                <a16:creationId xmlns:a16="http://schemas.microsoft.com/office/drawing/2014/main" id="{A34915D1-33BA-4C60-AB1B-B50B16636152}"/>
              </a:ext>
            </a:extLst>
          </p:cNvPr>
          <p:cNvSpPr/>
          <p:nvPr/>
        </p:nvSpPr>
        <p:spPr>
          <a:xfrm>
            <a:off x="6381269" y="3017937"/>
            <a:ext cx="1508760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78">
            <a:extLst>
              <a:ext uri="{FF2B5EF4-FFF2-40B4-BE49-F238E27FC236}">
                <a16:creationId xmlns:a16="http://schemas.microsoft.com/office/drawing/2014/main" id="{E0CC9CFE-CCBA-4D7B-95F9-BB3111AAA829}"/>
              </a:ext>
            </a:extLst>
          </p:cNvPr>
          <p:cNvSpPr txBox="1"/>
          <p:nvPr/>
        </p:nvSpPr>
        <p:spPr>
          <a:xfrm>
            <a:off x="6445277" y="3054513"/>
            <a:ext cx="1380743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最终 Rubric</a:t>
            </a:r>
          </a:p>
        </p:txBody>
      </p:sp>
      <p:sp>
        <p:nvSpPr>
          <p:cNvPr id="66" name="Rectangle 81">
            <a:extLst>
              <a:ext uri="{FF2B5EF4-FFF2-40B4-BE49-F238E27FC236}">
                <a16:creationId xmlns:a16="http://schemas.microsoft.com/office/drawing/2014/main" id="{3C58C3BE-937D-4523-828F-F6F7F0D62BCB}"/>
              </a:ext>
            </a:extLst>
          </p:cNvPr>
          <p:cNvSpPr/>
          <p:nvPr/>
        </p:nvSpPr>
        <p:spPr>
          <a:xfrm>
            <a:off x="8798603" y="3017937"/>
            <a:ext cx="2331720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82">
            <a:extLst>
              <a:ext uri="{FF2B5EF4-FFF2-40B4-BE49-F238E27FC236}">
                <a16:creationId xmlns:a16="http://schemas.microsoft.com/office/drawing/2014/main" id="{194F8D3B-1B65-4402-9F30-484482084A9C}"/>
              </a:ext>
            </a:extLst>
          </p:cNvPr>
          <p:cNvSpPr txBox="1"/>
          <p:nvPr/>
        </p:nvSpPr>
        <p:spPr>
          <a:xfrm>
            <a:off x="8862611" y="3054513"/>
            <a:ext cx="2203703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Root+subtree</a:t>
            </a:r>
          </a:p>
        </p:txBody>
      </p:sp>
      <p:sp>
        <p:nvSpPr>
          <p:cNvPr id="68" name="Rectangle 83">
            <a:extLst>
              <a:ext uri="{FF2B5EF4-FFF2-40B4-BE49-F238E27FC236}">
                <a16:creationId xmlns:a16="http://schemas.microsoft.com/office/drawing/2014/main" id="{3FF9A063-2C42-4B9F-9E21-052FB637B1C7}"/>
              </a:ext>
            </a:extLst>
          </p:cNvPr>
          <p:cNvSpPr/>
          <p:nvPr/>
        </p:nvSpPr>
        <p:spPr>
          <a:xfrm>
            <a:off x="11130323" y="3017937"/>
            <a:ext cx="161848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84">
            <a:extLst>
              <a:ext uri="{FF2B5EF4-FFF2-40B4-BE49-F238E27FC236}">
                <a16:creationId xmlns:a16="http://schemas.microsoft.com/office/drawing/2014/main" id="{B017CCA5-127B-42B0-82EE-1E1C6FAF4617}"/>
              </a:ext>
            </a:extLst>
          </p:cNvPr>
          <p:cNvSpPr txBox="1"/>
          <p:nvPr/>
        </p:nvSpPr>
        <p:spPr>
          <a:xfrm>
            <a:off x="11194331" y="3054513"/>
            <a:ext cx="1490472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新 Init</a:t>
            </a:r>
          </a:p>
        </p:txBody>
      </p:sp>
      <p:sp>
        <p:nvSpPr>
          <p:cNvPr id="70" name="Rectangle 85">
            <a:extLst>
              <a:ext uri="{FF2B5EF4-FFF2-40B4-BE49-F238E27FC236}">
                <a16:creationId xmlns:a16="http://schemas.microsoft.com/office/drawing/2014/main" id="{CF2D123D-4F51-4A79-B4E8-5E1C4C216040}"/>
              </a:ext>
            </a:extLst>
          </p:cNvPr>
          <p:cNvSpPr/>
          <p:nvPr/>
        </p:nvSpPr>
        <p:spPr>
          <a:xfrm>
            <a:off x="12748811" y="3017937"/>
            <a:ext cx="1618488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86">
            <a:extLst>
              <a:ext uri="{FF2B5EF4-FFF2-40B4-BE49-F238E27FC236}">
                <a16:creationId xmlns:a16="http://schemas.microsoft.com/office/drawing/2014/main" id="{3650EEFD-53F2-40CC-B864-5B5CB4802595}"/>
              </a:ext>
            </a:extLst>
          </p:cNvPr>
          <p:cNvSpPr txBox="1"/>
          <p:nvPr/>
        </p:nvSpPr>
        <p:spPr>
          <a:xfrm>
            <a:off x="12812819" y="3054513"/>
            <a:ext cx="1490472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新 Final</a:t>
            </a:r>
          </a:p>
        </p:txBody>
      </p:sp>
      <p:sp>
        <p:nvSpPr>
          <p:cNvPr id="72" name="Rectangle 87">
            <a:extLst>
              <a:ext uri="{FF2B5EF4-FFF2-40B4-BE49-F238E27FC236}">
                <a16:creationId xmlns:a16="http://schemas.microsoft.com/office/drawing/2014/main" id="{082D00DE-C04B-4C05-BD91-65B01668DA69}"/>
              </a:ext>
            </a:extLst>
          </p:cNvPr>
          <p:cNvSpPr/>
          <p:nvPr/>
        </p:nvSpPr>
        <p:spPr>
          <a:xfrm>
            <a:off x="14367299" y="3017937"/>
            <a:ext cx="1874519" cy="694944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88">
            <a:extLst>
              <a:ext uri="{FF2B5EF4-FFF2-40B4-BE49-F238E27FC236}">
                <a16:creationId xmlns:a16="http://schemas.microsoft.com/office/drawing/2014/main" id="{2F0DE0FD-8BAB-465F-93F0-760FC4316A7E}"/>
              </a:ext>
            </a:extLst>
          </p:cNvPr>
          <p:cNvSpPr txBox="1"/>
          <p:nvPr/>
        </p:nvSpPr>
        <p:spPr>
          <a:xfrm>
            <a:off x="14431307" y="3054513"/>
            <a:ext cx="1746503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正确数变化</a:t>
            </a:r>
          </a:p>
        </p:txBody>
      </p:sp>
      <p:sp>
        <p:nvSpPr>
          <p:cNvPr id="74" name="Rectangle 89">
            <a:extLst>
              <a:ext uri="{FF2B5EF4-FFF2-40B4-BE49-F238E27FC236}">
                <a16:creationId xmlns:a16="http://schemas.microsoft.com/office/drawing/2014/main" id="{B4842F18-849D-4574-86F9-9FD8C73E2937}"/>
              </a:ext>
            </a:extLst>
          </p:cNvPr>
          <p:cNvSpPr/>
          <p:nvPr/>
        </p:nvSpPr>
        <p:spPr>
          <a:xfrm>
            <a:off x="1251485" y="3712880"/>
            <a:ext cx="221284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90">
            <a:extLst>
              <a:ext uri="{FF2B5EF4-FFF2-40B4-BE49-F238E27FC236}">
                <a16:creationId xmlns:a16="http://schemas.microsoft.com/office/drawing/2014/main" id="{B926A7BC-1645-474B-99BD-E66B442FF9C4}"/>
              </a:ext>
            </a:extLst>
          </p:cNvPr>
          <p:cNvSpPr txBox="1"/>
          <p:nvPr/>
        </p:nvSpPr>
        <p:spPr>
          <a:xfrm>
            <a:off x="1315493" y="3758600"/>
            <a:ext cx="2084831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完整性与覆盖</a:t>
            </a:r>
          </a:p>
        </p:txBody>
      </p:sp>
      <p:sp>
        <p:nvSpPr>
          <p:cNvPr id="76" name="Rectangle 91">
            <a:extLst>
              <a:ext uri="{FF2B5EF4-FFF2-40B4-BE49-F238E27FC236}">
                <a16:creationId xmlns:a16="http://schemas.microsoft.com/office/drawing/2014/main" id="{0F075454-E4E7-4FB2-846F-5A90F3F8FC40}"/>
              </a:ext>
            </a:extLst>
          </p:cNvPr>
          <p:cNvSpPr/>
          <p:nvPr/>
        </p:nvSpPr>
        <p:spPr>
          <a:xfrm>
            <a:off x="3464333" y="3712880"/>
            <a:ext cx="143560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92">
            <a:extLst>
              <a:ext uri="{FF2B5EF4-FFF2-40B4-BE49-F238E27FC236}">
                <a16:creationId xmlns:a16="http://schemas.microsoft.com/office/drawing/2014/main" id="{CA43CF9A-32D9-4F5E-A4AE-251FDBB8D07C}"/>
              </a:ext>
            </a:extLst>
          </p:cNvPr>
          <p:cNvSpPr txBox="1"/>
          <p:nvPr/>
        </p:nvSpPr>
        <p:spPr>
          <a:xfrm>
            <a:off x="3528340" y="3758600"/>
            <a:ext cx="130759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44.90%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44/98</a:t>
            </a:r>
          </a:p>
        </p:txBody>
      </p:sp>
      <p:sp>
        <p:nvSpPr>
          <p:cNvPr id="78" name="Rectangle 93">
            <a:extLst>
              <a:ext uri="{FF2B5EF4-FFF2-40B4-BE49-F238E27FC236}">
                <a16:creationId xmlns:a16="http://schemas.microsoft.com/office/drawing/2014/main" id="{33FB4B01-70D5-4154-94B7-B2EEBDA6B7D2}"/>
              </a:ext>
            </a:extLst>
          </p:cNvPr>
          <p:cNvSpPr/>
          <p:nvPr/>
        </p:nvSpPr>
        <p:spPr>
          <a:xfrm>
            <a:off x="4899941" y="3712880"/>
            <a:ext cx="148132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94">
            <a:extLst>
              <a:ext uri="{FF2B5EF4-FFF2-40B4-BE49-F238E27FC236}">
                <a16:creationId xmlns:a16="http://schemas.microsoft.com/office/drawing/2014/main" id="{0204FBAB-DBBA-453B-AC52-96D1A8C9BBB2}"/>
              </a:ext>
            </a:extLst>
          </p:cNvPr>
          <p:cNvSpPr txBox="1"/>
          <p:nvPr/>
        </p:nvSpPr>
        <p:spPr>
          <a:xfrm>
            <a:off x="4963949" y="3758600"/>
            <a:ext cx="135331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72.45%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71/98</a:t>
            </a:r>
          </a:p>
        </p:txBody>
      </p:sp>
      <p:sp>
        <p:nvSpPr>
          <p:cNvPr id="80" name="Rectangle 95">
            <a:extLst>
              <a:ext uri="{FF2B5EF4-FFF2-40B4-BE49-F238E27FC236}">
                <a16:creationId xmlns:a16="http://schemas.microsoft.com/office/drawing/2014/main" id="{81666D97-DCAB-4B96-BB86-24ECFA27555C}"/>
              </a:ext>
            </a:extLst>
          </p:cNvPr>
          <p:cNvSpPr/>
          <p:nvPr/>
        </p:nvSpPr>
        <p:spPr>
          <a:xfrm>
            <a:off x="6381269" y="3712880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96">
            <a:extLst>
              <a:ext uri="{FF2B5EF4-FFF2-40B4-BE49-F238E27FC236}">
                <a16:creationId xmlns:a16="http://schemas.microsoft.com/office/drawing/2014/main" id="{181B9512-A252-4FE2-B1F2-DAEF323007E3}"/>
              </a:ext>
            </a:extLst>
          </p:cNvPr>
          <p:cNvSpPr txBox="1"/>
          <p:nvPr/>
        </p:nvSpPr>
        <p:spPr>
          <a:xfrm>
            <a:off x="6445277" y="3758600"/>
            <a:ext cx="138074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72.73%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72/99</a:t>
            </a:r>
          </a:p>
        </p:txBody>
      </p:sp>
      <p:sp>
        <p:nvSpPr>
          <p:cNvPr id="84" name="Rectangle 99">
            <a:extLst>
              <a:ext uri="{FF2B5EF4-FFF2-40B4-BE49-F238E27FC236}">
                <a16:creationId xmlns:a16="http://schemas.microsoft.com/office/drawing/2014/main" id="{392B24CD-F2F8-43BD-8A82-78B965ED8255}"/>
              </a:ext>
            </a:extLst>
          </p:cNvPr>
          <p:cNvSpPr/>
          <p:nvPr/>
        </p:nvSpPr>
        <p:spPr>
          <a:xfrm>
            <a:off x="8798603" y="3712880"/>
            <a:ext cx="233172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100">
            <a:extLst>
              <a:ext uri="{FF2B5EF4-FFF2-40B4-BE49-F238E27FC236}">
                <a16:creationId xmlns:a16="http://schemas.microsoft.com/office/drawing/2014/main" id="{29298AF8-DB76-4CD9-843F-DFB3E5A80F59}"/>
              </a:ext>
            </a:extLst>
          </p:cNvPr>
          <p:cNvSpPr txBox="1"/>
          <p:nvPr/>
        </p:nvSpPr>
        <p:spPr>
          <a:xfrm>
            <a:off x="8862611" y="3758600"/>
            <a:ext cx="22037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完整性与覆盖</a:t>
            </a:r>
          </a:p>
        </p:txBody>
      </p:sp>
      <p:sp>
        <p:nvSpPr>
          <p:cNvPr id="86" name="Rectangle 101">
            <a:extLst>
              <a:ext uri="{FF2B5EF4-FFF2-40B4-BE49-F238E27FC236}">
                <a16:creationId xmlns:a16="http://schemas.microsoft.com/office/drawing/2014/main" id="{106824AC-ED86-4AF1-A793-10D40EA89941}"/>
              </a:ext>
            </a:extLst>
          </p:cNvPr>
          <p:cNvSpPr/>
          <p:nvPr/>
        </p:nvSpPr>
        <p:spPr>
          <a:xfrm>
            <a:off x="11130323" y="3712880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102">
            <a:extLst>
              <a:ext uri="{FF2B5EF4-FFF2-40B4-BE49-F238E27FC236}">
                <a16:creationId xmlns:a16="http://schemas.microsoft.com/office/drawing/2014/main" id="{B867DC27-889D-43B2-8892-479F0AC4E0A4}"/>
              </a:ext>
            </a:extLst>
          </p:cNvPr>
          <p:cNvSpPr txBox="1"/>
          <p:nvPr/>
        </p:nvSpPr>
        <p:spPr>
          <a:xfrm>
            <a:off x="11194331" y="3758600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78.70%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495/629</a:t>
            </a:r>
          </a:p>
        </p:txBody>
      </p:sp>
      <p:sp>
        <p:nvSpPr>
          <p:cNvPr id="88" name="Rectangle 103">
            <a:extLst>
              <a:ext uri="{FF2B5EF4-FFF2-40B4-BE49-F238E27FC236}">
                <a16:creationId xmlns:a16="http://schemas.microsoft.com/office/drawing/2014/main" id="{6E92345E-E075-4E4F-96CB-AB1F48456ADC}"/>
              </a:ext>
            </a:extLst>
          </p:cNvPr>
          <p:cNvSpPr/>
          <p:nvPr/>
        </p:nvSpPr>
        <p:spPr>
          <a:xfrm>
            <a:off x="12748811" y="3712880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104">
            <a:extLst>
              <a:ext uri="{FF2B5EF4-FFF2-40B4-BE49-F238E27FC236}">
                <a16:creationId xmlns:a16="http://schemas.microsoft.com/office/drawing/2014/main" id="{C6B41040-0A5A-4A7E-B749-E9E0B68FDC2F}"/>
              </a:ext>
            </a:extLst>
          </p:cNvPr>
          <p:cNvSpPr txBox="1"/>
          <p:nvPr/>
        </p:nvSpPr>
        <p:spPr>
          <a:xfrm>
            <a:off x="12812819" y="3758600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78.10%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492/630</a:t>
            </a:r>
          </a:p>
        </p:txBody>
      </p:sp>
      <p:sp>
        <p:nvSpPr>
          <p:cNvPr id="90" name="Rectangle 105">
            <a:extLst>
              <a:ext uri="{FF2B5EF4-FFF2-40B4-BE49-F238E27FC236}">
                <a16:creationId xmlns:a16="http://schemas.microsoft.com/office/drawing/2014/main" id="{0D0F5165-2EBE-4950-A016-F0965FBD1E90}"/>
              </a:ext>
            </a:extLst>
          </p:cNvPr>
          <p:cNvSpPr/>
          <p:nvPr/>
        </p:nvSpPr>
        <p:spPr>
          <a:xfrm>
            <a:off x="14367299" y="3712880"/>
            <a:ext cx="1874519" cy="941832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106">
            <a:extLst>
              <a:ext uri="{FF2B5EF4-FFF2-40B4-BE49-F238E27FC236}">
                <a16:creationId xmlns:a16="http://schemas.microsoft.com/office/drawing/2014/main" id="{CF3B18EC-F6A6-4350-ACD5-E2B86C35B1B1}"/>
              </a:ext>
            </a:extLst>
          </p:cNvPr>
          <p:cNvSpPr txBox="1"/>
          <p:nvPr/>
        </p:nvSpPr>
        <p:spPr>
          <a:xfrm>
            <a:off x="14431307" y="3758600"/>
            <a:ext cx="17465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66843"/>
                </a:solidFill>
                <a:latin typeface="Microsoft YaHei"/>
              </a:rPr>
              <a:t>−3</a:t>
            </a:r>
          </a:p>
        </p:txBody>
      </p:sp>
      <p:sp>
        <p:nvSpPr>
          <p:cNvPr id="92" name="Rectangle 107">
            <a:extLst>
              <a:ext uri="{FF2B5EF4-FFF2-40B4-BE49-F238E27FC236}">
                <a16:creationId xmlns:a16="http://schemas.microsoft.com/office/drawing/2014/main" id="{6B1BA00A-C30E-4D37-8AB4-DB0A6E6D9345}"/>
              </a:ext>
            </a:extLst>
          </p:cNvPr>
          <p:cNvSpPr/>
          <p:nvPr/>
        </p:nvSpPr>
        <p:spPr>
          <a:xfrm>
            <a:off x="1251485" y="4654713"/>
            <a:ext cx="221284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108">
            <a:extLst>
              <a:ext uri="{FF2B5EF4-FFF2-40B4-BE49-F238E27FC236}">
                <a16:creationId xmlns:a16="http://schemas.microsoft.com/office/drawing/2014/main" id="{E240C884-FAE2-4644-99B3-89C98B6779B0}"/>
              </a:ext>
            </a:extLst>
          </p:cNvPr>
          <p:cNvSpPr txBox="1"/>
          <p:nvPr/>
        </p:nvSpPr>
        <p:spPr>
          <a:xfrm>
            <a:off x="1315493" y="4700433"/>
            <a:ext cx="2084831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视觉依据与细节</a:t>
            </a:r>
          </a:p>
        </p:txBody>
      </p:sp>
      <p:sp>
        <p:nvSpPr>
          <p:cNvPr id="94" name="Rectangle 109">
            <a:extLst>
              <a:ext uri="{FF2B5EF4-FFF2-40B4-BE49-F238E27FC236}">
                <a16:creationId xmlns:a16="http://schemas.microsoft.com/office/drawing/2014/main" id="{9CA167A3-58BC-4FFF-9C48-499553EDA037}"/>
              </a:ext>
            </a:extLst>
          </p:cNvPr>
          <p:cNvSpPr/>
          <p:nvPr/>
        </p:nvSpPr>
        <p:spPr>
          <a:xfrm>
            <a:off x="3464333" y="4654713"/>
            <a:ext cx="143560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110">
            <a:extLst>
              <a:ext uri="{FF2B5EF4-FFF2-40B4-BE49-F238E27FC236}">
                <a16:creationId xmlns:a16="http://schemas.microsoft.com/office/drawing/2014/main" id="{3EC40CB5-AF94-4028-A45C-78406D17EB2A}"/>
              </a:ext>
            </a:extLst>
          </p:cNvPr>
          <p:cNvSpPr txBox="1"/>
          <p:nvPr/>
        </p:nvSpPr>
        <p:spPr>
          <a:xfrm>
            <a:off x="3528340" y="4700433"/>
            <a:ext cx="130759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59.18%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58/98</a:t>
            </a:r>
          </a:p>
        </p:txBody>
      </p:sp>
      <p:sp>
        <p:nvSpPr>
          <p:cNvPr id="96" name="Rectangle 111">
            <a:extLst>
              <a:ext uri="{FF2B5EF4-FFF2-40B4-BE49-F238E27FC236}">
                <a16:creationId xmlns:a16="http://schemas.microsoft.com/office/drawing/2014/main" id="{6153C2EC-92BA-44C3-A059-1EB637825714}"/>
              </a:ext>
            </a:extLst>
          </p:cNvPr>
          <p:cNvSpPr/>
          <p:nvPr/>
        </p:nvSpPr>
        <p:spPr>
          <a:xfrm>
            <a:off x="4899941" y="4654713"/>
            <a:ext cx="148132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112">
            <a:extLst>
              <a:ext uri="{FF2B5EF4-FFF2-40B4-BE49-F238E27FC236}">
                <a16:creationId xmlns:a16="http://schemas.microsoft.com/office/drawing/2014/main" id="{D24C0719-DDA4-4C5B-A848-3CCF73E8FC00}"/>
              </a:ext>
            </a:extLst>
          </p:cNvPr>
          <p:cNvSpPr txBox="1"/>
          <p:nvPr/>
        </p:nvSpPr>
        <p:spPr>
          <a:xfrm>
            <a:off x="4963949" y="4700433"/>
            <a:ext cx="135331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68.04%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66/97</a:t>
            </a:r>
          </a:p>
        </p:txBody>
      </p:sp>
      <p:sp>
        <p:nvSpPr>
          <p:cNvPr id="98" name="Rectangle 113">
            <a:extLst>
              <a:ext uri="{FF2B5EF4-FFF2-40B4-BE49-F238E27FC236}">
                <a16:creationId xmlns:a16="http://schemas.microsoft.com/office/drawing/2014/main" id="{4B811D5B-EFCA-4F0B-95C0-746EEDDB5A8E}"/>
              </a:ext>
            </a:extLst>
          </p:cNvPr>
          <p:cNvSpPr/>
          <p:nvPr/>
        </p:nvSpPr>
        <p:spPr>
          <a:xfrm>
            <a:off x="6381269" y="4654713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114">
            <a:extLst>
              <a:ext uri="{FF2B5EF4-FFF2-40B4-BE49-F238E27FC236}">
                <a16:creationId xmlns:a16="http://schemas.microsoft.com/office/drawing/2014/main" id="{7048F765-D58E-4CC4-ABB0-27E4314D47A3}"/>
              </a:ext>
            </a:extLst>
          </p:cNvPr>
          <p:cNvSpPr txBox="1"/>
          <p:nvPr/>
        </p:nvSpPr>
        <p:spPr>
          <a:xfrm>
            <a:off x="6445277" y="4700433"/>
            <a:ext cx="138074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72.00%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72/100</a:t>
            </a:r>
          </a:p>
        </p:txBody>
      </p:sp>
      <p:sp>
        <p:nvSpPr>
          <p:cNvPr id="102" name="Rectangle 117">
            <a:extLst>
              <a:ext uri="{FF2B5EF4-FFF2-40B4-BE49-F238E27FC236}">
                <a16:creationId xmlns:a16="http://schemas.microsoft.com/office/drawing/2014/main" id="{9464A598-6874-46DD-BC51-FC92E315ACFE}"/>
              </a:ext>
            </a:extLst>
          </p:cNvPr>
          <p:cNvSpPr/>
          <p:nvPr/>
        </p:nvSpPr>
        <p:spPr>
          <a:xfrm>
            <a:off x="8798603" y="4654713"/>
            <a:ext cx="2331720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18">
            <a:extLst>
              <a:ext uri="{FF2B5EF4-FFF2-40B4-BE49-F238E27FC236}">
                <a16:creationId xmlns:a16="http://schemas.microsoft.com/office/drawing/2014/main" id="{5317741A-F8C2-45DB-BEBA-3F9B34930178}"/>
              </a:ext>
            </a:extLst>
          </p:cNvPr>
          <p:cNvSpPr txBox="1"/>
          <p:nvPr/>
        </p:nvSpPr>
        <p:spPr>
          <a:xfrm>
            <a:off x="8862611" y="4700433"/>
            <a:ext cx="22037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视觉依据与细节</a:t>
            </a:r>
          </a:p>
        </p:txBody>
      </p:sp>
      <p:sp>
        <p:nvSpPr>
          <p:cNvPr id="104" name="Rectangle 119">
            <a:extLst>
              <a:ext uri="{FF2B5EF4-FFF2-40B4-BE49-F238E27FC236}">
                <a16:creationId xmlns:a16="http://schemas.microsoft.com/office/drawing/2014/main" id="{02F623D4-332A-42D3-B56A-C276C4C107F2}"/>
              </a:ext>
            </a:extLst>
          </p:cNvPr>
          <p:cNvSpPr/>
          <p:nvPr/>
        </p:nvSpPr>
        <p:spPr>
          <a:xfrm>
            <a:off x="11130323" y="4654713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20">
            <a:extLst>
              <a:ext uri="{FF2B5EF4-FFF2-40B4-BE49-F238E27FC236}">
                <a16:creationId xmlns:a16="http://schemas.microsoft.com/office/drawing/2014/main" id="{ED9A1345-2AC6-42AB-9294-C95966C7298E}"/>
              </a:ext>
            </a:extLst>
          </p:cNvPr>
          <p:cNvSpPr txBox="1"/>
          <p:nvPr/>
        </p:nvSpPr>
        <p:spPr>
          <a:xfrm>
            <a:off x="11194331" y="4700433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77.16%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473/613</a:t>
            </a:r>
          </a:p>
        </p:txBody>
      </p:sp>
      <p:sp>
        <p:nvSpPr>
          <p:cNvPr id="106" name="Rectangle 121">
            <a:extLst>
              <a:ext uri="{FF2B5EF4-FFF2-40B4-BE49-F238E27FC236}">
                <a16:creationId xmlns:a16="http://schemas.microsoft.com/office/drawing/2014/main" id="{782E5A4F-2027-4AA6-A49C-61C1D84F38ED}"/>
              </a:ext>
            </a:extLst>
          </p:cNvPr>
          <p:cNvSpPr/>
          <p:nvPr/>
        </p:nvSpPr>
        <p:spPr>
          <a:xfrm>
            <a:off x="12748811" y="4654713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22">
            <a:extLst>
              <a:ext uri="{FF2B5EF4-FFF2-40B4-BE49-F238E27FC236}">
                <a16:creationId xmlns:a16="http://schemas.microsoft.com/office/drawing/2014/main" id="{3C45CD0C-13EE-419C-A71D-9F0ED8BC7AF3}"/>
              </a:ext>
            </a:extLst>
          </p:cNvPr>
          <p:cNvSpPr txBox="1"/>
          <p:nvPr/>
        </p:nvSpPr>
        <p:spPr>
          <a:xfrm>
            <a:off x="12812819" y="4700433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78.43%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491/626</a:t>
            </a:r>
          </a:p>
        </p:txBody>
      </p:sp>
      <p:sp>
        <p:nvSpPr>
          <p:cNvPr id="108" name="Rectangle 123">
            <a:extLst>
              <a:ext uri="{FF2B5EF4-FFF2-40B4-BE49-F238E27FC236}">
                <a16:creationId xmlns:a16="http://schemas.microsoft.com/office/drawing/2014/main" id="{A0B3A5A6-2C74-4EA5-83C5-97F6CEE8BABD}"/>
              </a:ext>
            </a:extLst>
          </p:cNvPr>
          <p:cNvSpPr/>
          <p:nvPr/>
        </p:nvSpPr>
        <p:spPr>
          <a:xfrm>
            <a:off x="14367299" y="4654713"/>
            <a:ext cx="1874519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24">
            <a:extLst>
              <a:ext uri="{FF2B5EF4-FFF2-40B4-BE49-F238E27FC236}">
                <a16:creationId xmlns:a16="http://schemas.microsoft.com/office/drawing/2014/main" id="{0D13A05E-B019-4E3A-9180-FEBEF22FFC23}"/>
              </a:ext>
            </a:extLst>
          </p:cNvPr>
          <p:cNvSpPr txBox="1"/>
          <p:nvPr/>
        </p:nvSpPr>
        <p:spPr>
          <a:xfrm>
            <a:off x="14431307" y="4700433"/>
            <a:ext cx="17465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+18</a:t>
            </a:r>
          </a:p>
        </p:txBody>
      </p:sp>
      <p:sp>
        <p:nvSpPr>
          <p:cNvPr id="110" name="Rectangle 125">
            <a:extLst>
              <a:ext uri="{FF2B5EF4-FFF2-40B4-BE49-F238E27FC236}">
                <a16:creationId xmlns:a16="http://schemas.microsoft.com/office/drawing/2014/main" id="{68B5DE8D-2294-4C0B-AA9D-A414494B8352}"/>
              </a:ext>
            </a:extLst>
          </p:cNvPr>
          <p:cNvSpPr/>
          <p:nvPr/>
        </p:nvSpPr>
        <p:spPr>
          <a:xfrm>
            <a:off x="1251485" y="5596544"/>
            <a:ext cx="221284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26">
            <a:extLst>
              <a:ext uri="{FF2B5EF4-FFF2-40B4-BE49-F238E27FC236}">
                <a16:creationId xmlns:a16="http://schemas.microsoft.com/office/drawing/2014/main" id="{FCE5FB93-8877-44C1-9344-DEAC2897C452}"/>
              </a:ext>
            </a:extLst>
          </p:cNvPr>
          <p:cNvSpPr txBox="1"/>
          <p:nvPr/>
        </p:nvSpPr>
        <p:spPr>
          <a:xfrm>
            <a:off x="1315493" y="5642264"/>
            <a:ext cx="2084831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事实性／无幻觉</a:t>
            </a:r>
          </a:p>
        </p:txBody>
      </p:sp>
      <p:sp>
        <p:nvSpPr>
          <p:cNvPr id="112" name="Rectangle 127">
            <a:extLst>
              <a:ext uri="{FF2B5EF4-FFF2-40B4-BE49-F238E27FC236}">
                <a16:creationId xmlns:a16="http://schemas.microsoft.com/office/drawing/2014/main" id="{E3DD6987-5A36-4584-923B-4C00DB5B1FAF}"/>
              </a:ext>
            </a:extLst>
          </p:cNvPr>
          <p:cNvSpPr/>
          <p:nvPr/>
        </p:nvSpPr>
        <p:spPr>
          <a:xfrm>
            <a:off x="3464333" y="5596544"/>
            <a:ext cx="143560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28">
            <a:extLst>
              <a:ext uri="{FF2B5EF4-FFF2-40B4-BE49-F238E27FC236}">
                <a16:creationId xmlns:a16="http://schemas.microsoft.com/office/drawing/2014/main" id="{D8990BC2-9CD0-459A-81CB-E1DCA1BC64EE}"/>
              </a:ext>
            </a:extLst>
          </p:cNvPr>
          <p:cNvSpPr txBox="1"/>
          <p:nvPr/>
        </p:nvSpPr>
        <p:spPr>
          <a:xfrm>
            <a:off x="3528340" y="5642264"/>
            <a:ext cx="130759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72.16%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70/97</a:t>
            </a:r>
          </a:p>
        </p:txBody>
      </p:sp>
      <p:sp>
        <p:nvSpPr>
          <p:cNvPr id="114" name="Rectangle 129">
            <a:extLst>
              <a:ext uri="{FF2B5EF4-FFF2-40B4-BE49-F238E27FC236}">
                <a16:creationId xmlns:a16="http://schemas.microsoft.com/office/drawing/2014/main" id="{DC70ECDA-8EE7-4B1C-A857-038CB7B9F8A0}"/>
              </a:ext>
            </a:extLst>
          </p:cNvPr>
          <p:cNvSpPr/>
          <p:nvPr/>
        </p:nvSpPr>
        <p:spPr>
          <a:xfrm>
            <a:off x="4899941" y="5596544"/>
            <a:ext cx="148132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30">
            <a:extLst>
              <a:ext uri="{FF2B5EF4-FFF2-40B4-BE49-F238E27FC236}">
                <a16:creationId xmlns:a16="http://schemas.microsoft.com/office/drawing/2014/main" id="{DBA6D317-6170-4858-89D8-E084D0FF1F4B}"/>
              </a:ext>
            </a:extLst>
          </p:cNvPr>
          <p:cNvSpPr txBox="1"/>
          <p:nvPr/>
        </p:nvSpPr>
        <p:spPr>
          <a:xfrm>
            <a:off x="4963949" y="5642264"/>
            <a:ext cx="135331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69.39%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68/98</a:t>
            </a:r>
          </a:p>
        </p:txBody>
      </p:sp>
      <p:sp>
        <p:nvSpPr>
          <p:cNvPr id="116" name="Rectangle 131">
            <a:extLst>
              <a:ext uri="{FF2B5EF4-FFF2-40B4-BE49-F238E27FC236}">
                <a16:creationId xmlns:a16="http://schemas.microsoft.com/office/drawing/2014/main" id="{5F37B322-30A9-4D42-B698-311E15A7BCCB}"/>
              </a:ext>
            </a:extLst>
          </p:cNvPr>
          <p:cNvSpPr/>
          <p:nvPr/>
        </p:nvSpPr>
        <p:spPr>
          <a:xfrm>
            <a:off x="6381269" y="5596544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32">
            <a:extLst>
              <a:ext uri="{FF2B5EF4-FFF2-40B4-BE49-F238E27FC236}">
                <a16:creationId xmlns:a16="http://schemas.microsoft.com/office/drawing/2014/main" id="{1DF6EE18-6A18-4306-BFC3-58F2F9F59BE6}"/>
              </a:ext>
            </a:extLst>
          </p:cNvPr>
          <p:cNvSpPr txBox="1"/>
          <p:nvPr/>
        </p:nvSpPr>
        <p:spPr>
          <a:xfrm>
            <a:off x="6445277" y="5642264"/>
            <a:ext cx="138074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78.13%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75/96</a:t>
            </a:r>
          </a:p>
        </p:txBody>
      </p:sp>
      <p:sp>
        <p:nvSpPr>
          <p:cNvPr id="120" name="Rectangle 135">
            <a:extLst>
              <a:ext uri="{FF2B5EF4-FFF2-40B4-BE49-F238E27FC236}">
                <a16:creationId xmlns:a16="http://schemas.microsoft.com/office/drawing/2014/main" id="{04C6E31A-FE9B-421C-B77D-0F49EE0174AC}"/>
              </a:ext>
            </a:extLst>
          </p:cNvPr>
          <p:cNvSpPr/>
          <p:nvPr/>
        </p:nvSpPr>
        <p:spPr>
          <a:xfrm>
            <a:off x="8798603" y="5596544"/>
            <a:ext cx="233172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36">
            <a:extLst>
              <a:ext uri="{FF2B5EF4-FFF2-40B4-BE49-F238E27FC236}">
                <a16:creationId xmlns:a16="http://schemas.microsoft.com/office/drawing/2014/main" id="{8242619A-8CB6-4EB2-868B-20FE5D8BE8CA}"/>
              </a:ext>
            </a:extLst>
          </p:cNvPr>
          <p:cNvSpPr txBox="1"/>
          <p:nvPr/>
        </p:nvSpPr>
        <p:spPr>
          <a:xfrm>
            <a:off x="8862611" y="5642264"/>
            <a:ext cx="22037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事实性／无幻觉</a:t>
            </a:r>
          </a:p>
        </p:txBody>
      </p:sp>
      <p:sp>
        <p:nvSpPr>
          <p:cNvPr id="122" name="Rectangle 137">
            <a:extLst>
              <a:ext uri="{FF2B5EF4-FFF2-40B4-BE49-F238E27FC236}">
                <a16:creationId xmlns:a16="http://schemas.microsoft.com/office/drawing/2014/main" id="{0817E989-4CFA-4048-BFDB-D9B8F721CB96}"/>
              </a:ext>
            </a:extLst>
          </p:cNvPr>
          <p:cNvSpPr/>
          <p:nvPr/>
        </p:nvSpPr>
        <p:spPr>
          <a:xfrm>
            <a:off x="11130323" y="5596544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38">
            <a:extLst>
              <a:ext uri="{FF2B5EF4-FFF2-40B4-BE49-F238E27FC236}">
                <a16:creationId xmlns:a16="http://schemas.microsoft.com/office/drawing/2014/main" id="{B9EFD4C7-31B6-48CC-AD95-01890C86F15F}"/>
              </a:ext>
            </a:extLst>
          </p:cNvPr>
          <p:cNvSpPr txBox="1"/>
          <p:nvPr/>
        </p:nvSpPr>
        <p:spPr>
          <a:xfrm>
            <a:off x="11194331" y="5642264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74.96%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470/627</a:t>
            </a:r>
          </a:p>
        </p:txBody>
      </p:sp>
      <p:sp>
        <p:nvSpPr>
          <p:cNvPr id="124" name="Rectangle 139">
            <a:extLst>
              <a:ext uri="{FF2B5EF4-FFF2-40B4-BE49-F238E27FC236}">
                <a16:creationId xmlns:a16="http://schemas.microsoft.com/office/drawing/2014/main" id="{864E37BF-F3D1-4675-96C7-5C337D6BFFE9}"/>
              </a:ext>
            </a:extLst>
          </p:cNvPr>
          <p:cNvSpPr/>
          <p:nvPr/>
        </p:nvSpPr>
        <p:spPr>
          <a:xfrm>
            <a:off x="12748811" y="5596544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40">
            <a:extLst>
              <a:ext uri="{FF2B5EF4-FFF2-40B4-BE49-F238E27FC236}">
                <a16:creationId xmlns:a16="http://schemas.microsoft.com/office/drawing/2014/main" id="{0097F4CB-C93F-4CFF-9C4D-F11445362AF3}"/>
              </a:ext>
            </a:extLst>
          </p:cNvPr>
          <p:cNvSpPr txBox="1"/>
          <p:nvPr/>
        </p:nvSpPr>
        <p:spPr>
          <a:xfrm>
            <a:off x="12812819" y="5642264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82.16%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502/611</a:t>
            </a:r>
          </a:p>
        </p:txBody>
      </p:sp>
      <p:sp>
        <p:nvSpPr>
          <p:cNvPr id="126" name="Rectangle 141">
            <a:extLst>
              <a:ext uri="{FF2B5EF4-FFF2-40B4-BE49-F238E27FC236}">
                <a16:creationId xmlns:a16="http://schemas.microsoft.com/office/drawing/2014/main" id="{4536AC3D-3BB4-4B34-9CD0-7B1E2EA8EF8D}"/>
              </a:ext>
            </a:extLst>
          </p:cNvPr>
          <p:cNvSpPr/>
          <p:nvPr/>
        </p:nvSpPr>
        <p:spPr>
          <a:xfrm>
            <a:off x="14367299" y="5596544"/>
            <a:ext cx="1874519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42">
            <a:extLst>
              <a:ext uri="{FF2B5EF4-FFF2-40B4-BE49-F238E27FC236}">
                <a16:creationId xmlns:a16="http://schemas.microsoft.com/office/drawing/2014/main" id="{604E40C3-B7CB-40B8-AC00-A616A55B8242}"/>
              </a:ext>
            </a:extLst>
          </p:cNvPr>
          <p:cNvSpPr txBox="1"/>
          <p:nvPr/>
        </p:nvSpPr>
        <p:spPr>
          <a:xfrm>
            <a:off x="14431307" y="5642264"/>
            <a:ext cx="17465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+32</a:t>
            </a:r>
          </a:p>
        </p:txBody>
      </p:sp>
      <p:sp>
        <p:nvSpPr>
          <p:cNvPr id="128" name="Rectangle 143">
            <a:extLst>
              <a:ext uri="{FF2B5EF4-FFF2-40B4-BE49-F238E27FC236}">
                <a16:creationId xmlns:a16="http://schemas.microsoft.com/office/drawing/2014/main" id="{C2F0DAF6-5E83-478C-892F-5548F3420D12}"/>
              </a:ext>
            </a:extLst>
          </p:cNvPr>
          <p:cNvSpPr/>
          <p:nvPr/>
        </p:nvSpPr>
        <p:spPr>
          <a:xfrm>
            <a:off x="1251485" y="6538377"/>
            <a:ext cx="221284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44">
            <a:extLst>
              <a:ext uri="{FF2B5EF4-FFF2-40B4-BE49-F238E27FC236}">
                <a16:creationId xmlns:a16="http://schemas.microsoft.com/office/drawing/2014/main" id="{F3D34AAD-D1A5-427B-B4A4-C8B98E98FA93}"/>
              </a:ext>
            </a:extLst>
          </p:cNvPr>
          <p:cNvSpPr txBox="1"/>
          <p:nvPr/>
        </p:nvSpPr>
        <p:spPr>
          <a:xfrm>
            <a:off x="1315493" y="6584096"/>
            <a:ext cx="2084831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创造性与表达</a:t>
            </a:r>
          </a:p>
        </p:txBody>
      </p:sp>
      <p:sp>
        <p:nvSpPr>
          <p:cNvPr id="130" name="Rectangle 145">
            <a:extLst>
              <a:ext uri="{FF2B5EF4-FFF2-40B4-BE49-F238E27FC236}">
                <a16:creationId xmlns:a16="http://schemas.microsoft.com/office/drawing/2014/main" id="{EE610241-F549-48F4-9500-850498686260}"/>
              </a:ext>
            </a:extLst>
          </p:cNvPr>
          <p:cNvSpPr/>
          <p:nvPr/>
        </p:nvSpPr>
        <p:spPr>
          <a:xfrm>
            <a:off x="3464333" y="6538377"/>
            <a:ext cx="143560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46">
            <a:extLst>
              <a:ext uri="{FF2B5EF4-FFF2-40B4-BE49-F238E27FC236}">
                <a16:creationId xmlns:a16="http://schemas.microsoft.com/office/drawing/2014/main" id="{F83DAB7B-464B-45C4-897F-658760B66754}"/>
              </a:ext>
            </a:extLst>
          </p:cNvPr>
          <p:cNvSpPr txBox="1"/>
          <p:nvPr/>
        </p:nvSpPr>
        <p:spPr>
          <a:xfrm>
            <a:off x="3528340" y="6584096"/>
            <a:ext cx="130759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51.00%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51/100</a:t>
            </a:r>
          </a:p>
        </p:txBody>
      </p:sp>
      <p:sp>
        <p:nvSpPr>
          <p:cNvPr id="132" name="Rectangle 147">
            <a:extLst>
              <a:ext uri="{FF2B5EF4-FFF2-40B4-BE49-F238E27FC236}">
                <a16:creationId xmlns:a16="http://schemas.microsoft.com/office/drawing/2014/main" id="{7636D9DD-3B66-496A-86FA-81AF1F6542E3}"/>
              </a:ext>
            </a:extLst>
          </p:cNvPr>
          <p:cNvSpPr/>
          <p:nvPr/>
        </p:nvSpPr>
        <p:spPr>
          <a:xfrm>
            <a:off x="4899941" y="6538377"/>
            <a:ext cx="148132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48">
            <a:extLst>
              <a:ext uri="{FF2B5EF4-FFF2-40B4-BE49-F238E27FC236}">
                <a16:creationId xmlns:a16="http://schemas.microsoft.com/office/drawing/2014/main" id="{97154A6C-383E-44B7-9041-7BA2D432B407}"/>
              </a:ext>
            </a:extLst>
          </p:cNvPr>
          <p:cNvSpPr txBox="1"/>
          <p:nvPr/>
        </p:nvSpPr>
        <p:spPr>
          <a:xfrm>
            <a:off x="4963949" y="6584096"/>
            <a:ext cx="135331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75.76%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75/99</a:t>
            </a:r>
          </a:p>
        </p:txBody>
      </p:sp>
      <p:sp>
        <p:nvSpPr>
          <p:cNvPr id="134" name="Rectangle 149">
            <a:extLst>
              <a:ext uri="{FF2B5EF4-FFF2-40B4-BE49-F238E27FC236}">
                <a16:creationId xmlns:a16="http://schemas.microsoft.com/office/drawing/2014/main" id="{D0F56013-F611-43A8-9944-5B1800039970}"/>
              </a:ext>
            </a:extLst>
          </p:cNvPr>
          <p:cNvSpPr/>
          <p:nvPr/>
        </p:nvSpPr>
        <p:spPr>
          <a:xfrm>
            <a:off x="6381269" y="6538377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50">
            <a:extLst>
              <a:ext uri="{FF2B5EF4-FFF2-40B4-BE49-F238E27FC236}">
                <a16:creationId xmlns:a16="http://schemas.microsoft.com/office/drawing/2014/main" id="{2BD9DC07-56AA-44B1-B35E-B65A5426A7FD}"/>
              </a:ext>
            </a:extLst>
          </p:cNvPr>
          <p:cNvSpPr txBox="1"/>
          <p:nvPr/>
        </p:nvSpPr>
        <p:spPr>
          <a:xfrm>
            <a:off x="6445277" y="6584096"/>
            <a:ext cx="138074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76.77%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75B97"/>
                </a:solidFill>
                <a:latin typeface="Microsoft YaHei"/>
              </a:rPr>
              <a:t>76/99</a:t>
            </a:r>
          </a:p>
        </p:txBody>
      </p:sp>
      <p:sp>
        <p:nvSpPr>
          <p:cNvPr id="138" name="Rectangle 153">
            <a:extLst>
              <a:ext uri="{FF2B5EF4-FFF2-40B4-BE49-F238E27FC236}">
                <a16:creationId xmlns:a16="http://schemas.microsoft.com/office/drawing/2014/main" id="{CD37B15D-8536-4FF0-891A-D3DFB4DBC530}"/>
              </a:ext>
            </a:extLst>
          </p:cNvPr>
          <p:cNvSpPr/>
          <p:nvPr/>
        </p:nvSpPr>
        <p:spPr>
          <a:xfrm>
            <a:off x="8798603" y="6538377"/>
            <a:ext cx="2331720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54">
            <a:extLst>
              <a:ext uri="{FF2B5EF4-FFF2-40B4-BE49-F238E27FC236}">
                <a16:creationId xmlns:a16="http://schemas.microsoft.com/office/drawing/2014/main" id="{2F9391EA-CD81-4BA9-B915-A0F62276D199}"/>
              </a:ext>
            </a:extLst>
          </p:cNvPr>
          <p:cNvSpPr txBox="1"/>
          <p:nvPr/>
        </p:nvSpPr>
        <p:spPr>
          <a:xfrm>
            <a:off x="8862611" y="6584096"/>
            <a:ext cx="22037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创造性与表达</a:t>
            </a:r>
          </a:p>
        </p:txBody>
      </p:sp>
      <p:sp>
        <p:nvSpPr>
          <p:cNvPr id="140" name="Rectangle 155">
            <a:extLst>
              <a:ext uri="{FF2B5EF4-FFF2-40B4-BE49-F238E27FC236}">
                <a16:creationId xmlns:a16="http://schemas.microsoft.com/office/drawing/2014/main" id="{8C9735DD-1F45-4274-BA1D-0019EF658D27}"/>
              </a:ext>
            </a:extLst>
          </p:cNvPr>
          <p:cNvSpPr/>
          <p:nvPr/>
        </p:nvSpPr>
        <p:spPr>
          <a:xfrm>
            <a:off x="11130323" y="6538377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56">
            <a:extLst>
              <a:ext uri="{FF2B5EF4-FFF2-40B4-BE49-F238E27FC236}">
                <a16:creationId xmlns:a16="http://schemas.microsoft.com/office/drawing/2014/main" id="{ACEE01C6-EBAE-481F-9379-F38D1739C211}"/>
              </a:ext>
            </a:extLst>
          </p:cNvPr>
          <p:cNvSpPr txBox="1"/>
          <p:nvPr/>
        </p:nvSpPr>
        <p:spPr>
          <a:xfrm>
            <a:off x="11194331" y="6584096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81.77%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507/620</a:t>
            </a:r>
          </a:p>
        </p:txBody>
      </p:sp>
      <p:sp>
        <p:nvSpPr>
          <p:cNvPr id="142" name="Rectangle 157">
            <a:extLst>
              <a:ext uri="{FF2B5EF4-FFF2-40B4-BE49-F238E27FC236}">
                <a16:creationId xmlns:a16="http://schemas.microsoft.com/office/drawing/2014/main" id="{C77CBB27-0DA4-4DEA-AD4D-898055FA20F6}"/>
              </a:ext>
            </a:extLst>
          </p:cNvPr>
          <p:cNvSpPr/>
          <p:nvPr/>
        </p:nvSpPr>
        <p:spPr>
          <a:xfrm>
            <a:off x="12748811" y="6538377"/>
            <a:ext cx="1618488" cy="941832"/>
          </a:xfrm>
          <a:prstGeom prst="rect">
            <a:avLst/>
          </a:prstGeom>
          <a:solidFill>
            <a:srgbClr val="F5F8FB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58">
            <a:extLst>
              <a:ext uri="{FF2B5EF4-FFF2-40B4-BE49-F238E27FC236}">
                <a16:creationId xmlns:a16="http://schemas.microsoft.com/office/drawing/2014/main" id="{FF24B7F7-FC6D-4561-9585-A7310B24BB15}"/>
              </a:ext>
            </a:extLst>
          </p:cNvPr>
          <p:cNvSpPr txBox="1"/>
          <p:nvPr/>
        </p:nvSpPr>
        <p:spPr>
          <a:xfrm>
            <a:off x="12812819" y="6584096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78.61%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496/631</a:t>
            </a:r>
          </a:p>
        </p:txBody>
      </p:sp>
      <p:sp>
        <p:nvSpPr>
          <p:cNvPr id="144" name="Rectangle 159">
            <a:extLst>
              <a:ext uri="{FF2B5EF4-FFF2-40B4-BE49-F238E27FC236}">
                <a16:creationId xmlns:a16="http://schemas.microsoft.com/office/drawing/2014/main" id="{F2012A6F-07CC-4BA4-951F-ECBF672D1450}"/>
              </a:ext>
            </a:extLst>
          </p:cNvPr>
          <p:cNvSpPr/>
          <p:nvPr/>
        </p:nvSpPr>
        <p:spPr>
          <a:xfrm>
            <a:off x="14367299" y="6538377"/>
            <a:ext cx="1874519" cy="941832"/>
          </a:xfrm>
          <a:prstGeom prst="rect">
            <a:avLst/>
          </a:prstGeom>
          <a:solidFill>
            <a:srgbClr val="FFF5E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60">
            <a:extLst>
              <a:ext uri="{FF2B5EF4-FFF2-40B4-BE49-F238E27FC236}">
                <a16:creationId xmlns:a16="http://schemas.microsoft.com/office/drawing/2014/main" id="{F925212B-44BC-428B-996E-4A09CE83C21D}"/>
              </a:ext>
            </a:extLst>
          </p:cNvPr>
          <p:cNvSpPr txBox="1"/>
          <p:nvPr/>
        </p:nvSpPr>
        <p:spPr>
          <a:xfrm>
            <a:off x="14431307" y="6584096"/>
            <a:ext cx="17465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66843"/>
                </a:solidFill>
                <a:latin typeface="Microsoft YaHei"/>
              </a:rPr>
              <a:t>−11</a:t>
            </a:r>
          </a:p>
        </p:txBody>
      </p:sp>
      <p:sp>
        <p:nvSpPr>
          <p:cNvPr id="146" name="Rectangle 161">
            <a:extLst>
              <a:ext uri="{FF2B5EF4-FFF2-40B4-BE49-F238E27FC236}">
                <a16:creationId xmlns:a16="http://schemas.microsoft.com/office/drawing/2014/main" id="{78FA3C04-CBAF-4863-BD94-952D0302B6B4}"/>
              </a:ext>
            </a:extLst>
          </p:cNvPr>
          <p:cNvSpPr/>
          <p:nvPr/>
        </p:nvSpPr>
        <p:spPr>
          <a:xfrm>
            <a:off x="1251485" y="7480209"/>
            <a:ext cx="221284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62">
            <a:extLst>
              <a:ext uri="{FF2B5EF4-FFF2-40B4-BE49-F238E27FC236}">
                <a16:creationId xmlns:a16="http://schemas.microsoft.com/office/drawing/2014/main" id="{B1D3FE24-DA6D-4D94-B682-6704FB6B00EE}"/>
              </a:ext>
            </a:extLst>
          </p:cNvPr>
          <p:cNvSpPr txBox="1"/>
          <p:nvPr/>
        </p:nvSpPr>
        <p:spPr>
          <a:xfrm>
            <a:off x="1315493" y="7525929"/>
            <a:ext cx="2084831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清晰与连贯</a:t>
            </a:r>
          </a:p>
        </p:txBody>
      </p:sp>
      <p:sp>
        <p:nvSpPr>
          <p:cNvPr id="148" name="Rectangle 163">
            <a:extLst>
              <a:ext uri="{FF2B5EF4-FFF2-40B4-BE49-F238E27FC236}">
                <a16:creationId xmlns:a16="http://schemas.microsoft.com/office/drawing/2014/main" id="{16E5B885-C01F-441B-BD2C-B6BC609954F2}"/>
              </a:ext>
            </a:extLst>
          </p:cNvPr>
          <p:cNvSpPr/>
          <p:nvPr/>
        </p:nvSpPr>
        <p:spPr>
          <a:xfrm>
            <a:off x="3464333" y="7480209"/>
            <a:ext cx="143560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64">
            <a:extLst>
              <a:ext uri="{FF2B5EF4-FFF2-40B4-BE49-F238E27FC236}">
                <a16:creationId xmlns:a16="http://schemas.microsoft.com/office/drawing/2014/main" id="{2308C91B-8686-4382-BD51-4269E7FB5528}"/>
              </a:ext>
            </a:extLst>
          </p:cNvPr>
          <p:cNvSpPr txBox="1"/>
          <p:nvPr/>
        </p:nvSpPr>
        <p:spPr>
          <a:xfrm>
            <a:off x="3528340" y="7525929"/>
            <a:ext cx="130759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53.54%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B5E"/>
                </a:solidFill>
                <a:latin typeface="Microsoft YaHei"/>
              </a:rPr>
              <a:t>53/99</a:t>
            </a:r>
          </a:p>
        </p:txBody>
      </p:sp>
      <p:sp>
        <p:nvSpPr>
          <p:cNvPr id="150" name="Rectangle 165">
            <a:extLst>
              <a:ext uri="{FF2B5EF4-FFF2-40B4-BE49-F238E27FC236}">
                <a16:creationId xmlns:a16="http://schemas.microsoft.com/office/drawing/2014/main" id="{D9103847-9A75-4B2A-B4F9-C57650472101}"/>
              </a:ext>
            </a:extLst>
          </p:cNvPr>
          <p:cNvSpPr/>
          <p:nvPr/>
        </p:nvSpPr>
        <p:spPr>
          <a:xfrm>
            <a:off x="4899941" y="7480209"/>
            <a:ext cx="148132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66">
            <a:extLst>
              <a:ext uri="{FF2B5EF4-FFF2-40B4-BE49-F238E27FC236}">
                <a16:creationId xmlns:a16="http://schemas.microsoft.com/office/drawing/2014/main" id="{1B70B6FA-CD09-43C7-BBEE-17417DB65657}"/>
              </a:ext>
            </a:extLst>
          </p:cNvPr>
          <p:cNvSpPr txBox="1"/>
          <p:nvPr/>
        </p:nvSpPr>
        <p:spPr>
          <a:xfrm>
            <a:off x="4963949" y="7525929"/>
            <a:ext cx="135331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70.41%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69/98</a:t>
            </a:r>
          </a:p>
        </p:txBody>
      </p:sp>
      <p:sp>
        <p:nvSpPr>
          <p:cNvPr id="152" name="Rectangle 167">
            <a:extLst>
              <a:ext uri="{FF2B5EF4-FFF2-40B4-BE49-F238E27FC236}">
                <a16:creationId xmlns:a16="http://schemas.microsoft.com/office/drawing/2014/main" id="{99EA4C9B-0DFD-43E0-9234-F5F594EFAEF3}"/>
              </a:ext>
            </a:extLst>
          </p:cNvPr>
          <p:cNvSpPr/>
          <p:nvPr/>
        </p:nvSpPr>
        <p:spPr>
          <a:xfrm>
            <a:off x="6381269" y="7480209"/>
            <a:ext cx="1508760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68">
            <a:extLst>
              <a:ext uri="{FF2B5EF4-FFF2-40B4-BE49-F238E27FC236}">
                <a16:creationId xmlns:a16="http://schemas.microsoft.com/office/drawing/2014/main" id="{60EBF8F7-847B-4FCC-B655-4E3AE8E39966}"/>
              </a:ext>
            </a:extLst>
          </p:cNvPr>
          <p:cNvSpPr txBox="1"/>
          <p:nvPr/>
        </p:nvSpPr>
        <p:spPr>
          <a:xfrm>
            <a:off x="6445277" y="7525929"/>
            <a:ext cx="138074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77.78%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77/99</a:t>
            </a:r>
          </a:p>
        </p:txBody>
      </p:sp>
      <p:sp>
        <p:nvSpPr>
          <p:cNvPr id="156" name="Rectangle 171">
            <a:extLst>
              <a:ext uri="{FF2B5EF4-FFF2-40B4-BE49-F238E27FC236}">
                <a16:creationId xmlns:a16="http://schemas.microsoft.com/office/drawing/2014/main" id="{E3CFAB1E-3D19-4ADF-84D4-E7546D6199E2}"/>
              </a:ext>
            </a:extLst>
          </p:cNvPr>
          <p:cNvSpPr/>
          <p:nvPr/>
        </p:nvSpPr>
        <p:spPr>
          <a:xfrm>
            <a:off x="8798603" y="7480209"/>
            <a:ext cx="233172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72">
            <a:extLst>
              <a:ext uri="{FF2B5EF4-FFF2-40B4-BE49-F238E27FC236}">
                <a16:creationId xmlns:a16="http://schemas.microsoft.com/office/drawing/2014/main" id="{6F9C36B8-68F2-4D69-B570-72913113508B}"/>
              </a:ext>
            </a:extLst>
          </p:cNvPr>
          <p:cNvSpPr txBox="1"/>
          <p:nvPr/>
        </p:nvSpPr>
        <p:spPr>
          <a:xfrm>
            <a:off x="8862611" y="7525929"/>
            <a:ext cx="22037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B5E"/>
                </a:solidFill>
                <a:latin typeface="Microsoft YaHei"/>
              </a:rPr>
              <a:t>清晰与连贯</a:t>
            </a:r>
          </a:p>
        </p:txBody>
      </p:sp>
      <p:sp>
        <p:nvSpPr>
          <p:cNvPr id="158" name="Rectangle 173">
            <a:extLst>
              <a:ext uri="{FF2B5EF4-FFF2-40B4-BE49-F238E27FC236}">
                <a16:creationId xmlns:a16="http://schemas.microsoft.com/office/drawing/2014/main" id="{2F7BDFD6-DAA0-4EC3-9C2B-97F23785C934}"/>
              </a:ext>
            </a:extLst>
          </p:cNvPr>
          <p:cNvSpPr/>
          <p:nvPr/>
        </p:nvSpPr>
        <p:spPr>
          <a:xfrm>
            <a:off x="11130323" y="7480209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74">
            <a:extLst>
              <a:ext uri="{FF2B5EF4-FFF2-40B4-BE49-F238E27FC236}">
                <a16:creationId xmlns:a16="http://schemas.microsoft.com/office/drawing/2014/main" id="{39448B01-27A0-4CAE-9E95-2E618DFE4364}"/>
              </a:ext>
            </a:extLst>
          </p:cNvPr>
          <p:cNvSpPr txBox="1"/>
          <p:nvPr/>
        </p:nvSpPr>
        <p:spPr>
          <a:xfrm>
            <a:off x="11194331" y="7525929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79.84%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503/630</a:t>
            </a:r>
          </a:p>
        </p:txBody>
      </p:sp>
      <p:sp>
        <p:nvSpPr>
          <p:cNvPr id="160" name="Rectangle 175">
            <a:extLst>
              <a:ext uri="{FF2B5EF4-FFF2-40B4-BE49-F238E27FC236}">
                <a16:creationId xmlns:a16="http://schemas.microsoft.com/office/drawing/2014/main" id="{89D22423-482B-471E-A9E9-2C2D74EAFB0E}"/>
              </a:ext>
            </a:extLst>
          </p:cNvPr>
          <p:cNvSpPr/>
          <p:nvPr/>
        </p:nvSpPr>
        <p:spPr>
          <a:xfrm>
            <a:off x="12748811" y="7480209"/>
            <a:ext cx="1618488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76">
            <a:extLst>
              <a:ext uri="{FF2B5EF4-FFF2-40B4-BE49-F238E27FC236}">
                <a16:creationId xmlns:a16="http://schemas.microsoft.com/office/drawing/2014/main" id="{F318ACF5-F11A-4335-9140-ED3A6C7A34C7}"/>
              </a:ext>
            </a:extLst>
          </p:cNvPr>
          <p:cNvSpPr txBox="1"/>
          <p:nvPr/>
        </p:nvSpPr>
        <p:spPr>
          <a:xfrm>
            <a:off x="12812819" y="7525929"/>
            <a:ext cx="149047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82.09%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193B5E"/>
                </a:solidFill>
                <a:latin typeface="Microsoft YaHei"/>
              </a:rPr>
              <a:t>518/631</a:t>
            </a:r>
          </a:p>
        </p:txBody>
      </p:sp>
      <p:sp>
        <p:nvSpPr>
          <p:cNvPr id="162" name="Rectangle 177">
            <a:extLst>
              <a:ext uri="{FF2B5EF4-FFF2-40B4-BE49-F238E27FC236}">
                <a16:creationId xmlns:a16="http://schemas.microsoft.com/office/drawing/2014/main" id="{0DE1BD52-7513-46EC-B50E-23A1D8D75174}"/>
              </a:ext>
            </a:extLst>
          </p:cNvPr>
          <p:cNvSpPr/>
          <p:nvPr/>
        </p:nvSpPr>
        <p:spPr>
          <a:xfrm>
            <a:off x="14367299" y="7480209"/>
            <a:ext cx="1874519" cy="941832"/>
          </a:xfrm>
          <a:prstGeom prst="rect">
            <a:avLst/>
          </a:prstGeom>
          <a:solidFill>
            <a:srgbClr val="EBF6FE"/>
          </a:solidFill>
          <a:ln w="12700"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78">
            <a:extLst>
              <a:ext uri="{FF2B5EF4-FFF2-40B4-BE49-F238E27FC236}">
                <a16:creationId xmlns:a16="http://schemas.microsoft.com/office/drawing/2014/main" id="{6BAA5AF0-46CC-4401-ACB5-C1FE01E3A90A}"/>
              </a:ext>
            </a:extLst>
          </p:cNvPr>
          <p:cNvSpPr txBox="1"/>
          <p:nvPr/>
        </p:nvSpPr>
        <p:spPr>
          <a:xfrm>
            <a:off x="14431307" y="7525929"/>
            <a:ext cx="1746503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5B97"/>
                </a:solidFill>
                <a:latin typeface="Microsoft YaHei"/>
              </a:rPr>
              <a:t>+15</a:t>
            </a:r>
          </a:p>
        </p:txBody>
      </p:sp>
      <p:sp>
        <p:nvSpPr>
          <p:cNvPr id="164" name="Rounded Rectangle 179">
            <a:extLst>
              <a:ext uri="{FF2B5EF4-FFF2-40B4-BE49-F238E27FC236}">
                <a16:creationId xmlns:a16="http://schemas.microsoft.com/office/drawing/2014/main" id="{1DBC9251-92CE-43A1-AE4D-D3D7209DA787}"/>
              </a:ext>
            </a:extLst>
          </p:cNvPr>
          <p:cNvSpPr/>
          <p:nvPr/>
        </p:nvSpPr>
        <p:spPr>
          <a:xfrm>
            <a:off x="822960" y="8668929"/>
            <a:ext cx="15654528" cy="677291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80">
            <a:extLst>
              <a:ext uri="{FF2B5EF4-FFF2-40B4-BE49-F238E27FC236}">
                <a16:creationId xmlns:a16="http://schemas.microsoft.com/office/drawing/2014/main" id="{C06EFDBE-6AE7-4712-965C-4FECBCF68258}"/>
              </a:ext>
            </a:extLst>
          </p:cNvPr>
          <p:cNvSpPr txBox="1"/>
          <p:nvPr/>
        </p:nvSpPr>
        <p:spPr>
          <a:xfrm>
            <a:off x="1042415" y="8809830"/>
            <a:ext cx="4800600" cy="3749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075B97"/>
                </a:solidFill>
                <a:latin typeface="Microsoft YaHei"/>
              </a:rPr>
              <a:t>事实性</a:t>
            </a:r>
            <a:r>
              <a:rPr sz="2100" b="1" dirty="0">
                <a:solidFill>
                  <a:srgbClr val="075B97"/>
                </a:solidFill>
                <a:latin typeface="Microsoft YaHei"/>
              </a:rPr>
              <a:t>：+32 </a:t>
            </a:r>
            <a:r>
              <a:rPr sz="2100" b="1" dirty="0" err="1">
                <a:solidFill>
                  <a:srgbClr val="075B97"/>
                </a:solidFill>
                <a:latin typeface="Microsoft YaHei"/>
              </a:rPr>
              <a:t>个正确样本</a:t>
            </a:r>
            <a:endParaRPr sz="2100" b="1" dirty="0">
              <a:solidFill>
                <a:srgbClr val="075B97"/>
              </a:solidFill>
              <a:latin typeface="Microsoft YaHei"/>
            </a:endParaRPr>
          </a:p>
        </p:txBody>
      </p:sp>
      <p:sp>
        <p:nvSpPr>
          <p:cNvPr id="166" name="TextBox 181">
            <a:extLst>
              <a:ext uri="{FF2B5EF4-FFF2-40B4-BE49-F238E27FC236}">
                <a16:creationId xmlns:a16="http://schemas.microsoft.com/office/drawing/2014/main" id="{545FA8DE-1D70-45CB-956B-3A7B9E51C04F}"/>
              </a:ext>
            </a:extLst>
          </p:cNvPr>
          <p:cNvSpPr txBox="1"/>
          <p:nvPr/>
        </p:nvSpPr>
        <p:spPr>
          <a:xfrm>
            <a:off x="5367528" y="8824635"/>
            <a:ext cx="6126480" cy="3600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193B5E"/>
                </a:solidFill>
                <a:latin typeface="Microsoft YaHei"/>
              </a:rPr>
              <a:t>视觉依据</a:t>
            </a:r>
            <a:r>
              <a:rPr sz="2100" b="1" dirty="0">
                <a:solidFill>
                  <a:srgbClr val="193B5E"/>
                </a:solidFill>
                <a:latin typeface="Microsoft YaHei"/>
              </a:rPr>
              <a:t>：+18；</a:t>
            </a:r>
            <a:r>
              <a:rPr lang="en-US" sz="2100" b="1" dirty="0">
                <a:solidFill>
                  <a:srgbClr val="193B5E"/>
                </a:solidFill>
                <a:latin typeface="Microsoft YaHei"/>
              </a:rPr>
              <a:t>             </a:t>
            </a:r>
            <a:r>
              <a:rPr sz="2100" b="1" dirty="0" err="1">
                <a:solidFill>
                  <a:srgbClr val="193B5E"/>
                </a:solidFill>
                <a:latin typeface="Microsoft YaHei"/>
              </a:rPr>
              <a:t>清晰连贯</a:t>
            </a:r>
            <a:r>
              <a:rPr sz="2100" b="1" dirty="0">
                <a:solidFill>
                  <a:srgbClr val="193B5E"/>
                </a:solidFill>
                <a:latin typeface="Microsoft YaHei"/>
              </a:rPr>
              <a:t>：+15</a:t>
            </a:r>
          </a:p>
        </p:txBody>
      </p:sp>
      <p:sp>
        <p:nvSpPr>
          <p:cNvPr id="167" name="TextBox 182">
            <a:extLst>
              <a:ext uri="{FF2B5EF4-FFF2-40B4-BE49-F238E27FC236}">
                <a16:creationId xmlns:a16="http://schemas.microsoft.com/office/drawing/2014/main" id="{FE726188-84CF-4C67-9EED-FC46616C18DB}"/>
              </a:ext>
            </a:extLst>
          </p:cNvPr>
          <p:cNvSpPr txBox="1"/>
          <p:nvPr/>
        </p:nvSpPr>
        <p:spPr>
          <a:xfrm>
            <a:off x="11960352" y="8824927"/>
            <a:ext cx="420624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C66843"/>
                </a:solidFill>
                <a:latin typeface="Microsoft YaHei"/>
              </a:rPr>
              <a:t>完整性</a:t>
            </a:r>
            <a:r>
              <a:rPr sz="2000" b="1" dirty="0">
                <a:solidFill>
                  <a:srgbClr val="C66843"/>
                </a:solidFill>
                <a:latin typeface="Microsoft YaHei"/>
              </a:rPr>
              <a:t> −3；</a:t>
            </a:r>
            <a:r>
              <a:rPr lang="en-US" sz="2000" b="1" dirty="0">
                <a:solidFill>
                  <a:srgbClr val="C66843"/>
                </a:solidFill>
                <a:latin typeface="Microsoft YaHei"/>
              </a:rPr>
              <a:t>                  </a:t>
            </a:r>
            <a:r>
              <a:rPr sz="2000" b="1" dirty="0" err="1">
                <a:solidFill>
                  <a:srgbClr val="C66843"/>
                </a:solidFill>
                <a:latin typeface="Microsoft YaHei"/>
              </a:rPr>
              <a:t>创造性</a:t>
            </a:r>
            <a:r>
              <a:rPr sz="2000" b="1" dirty="0">
                <a:solidFill>
                  <a:srgbClr val="C66843"/>
                </a:solidFill>
                <a:latin typeface="Microsoft YaHei"/>
              </a:rPr>
              <a:t> −11</a:t>
            </a:r>
          </a:p>
        </p:txBody>
      </p:sp>
      <p:sp>
        <p:nvSpPr>
          <p:cNvPr id="169" name="TextBox 184">
            <a:extLst>
              <a:ext uri="{FF2B5EF4-FFF2-40B4-BE49-F238E27FC236}">
                <a16:creationId xmlns:a16="http://schemas.microsoft.com/office/drawing/2014/main" id="{D6290982-63EC-490F-8E18-F93EA710B259}"/>
              </a:ext>
            </a:extLst>
          </p:cNvPr>
          <p:cNvSpPr txBox="1"/>
          <p:nvPr/>
        </p:nvSpPr>
        <p:spPr>
          <a:xfrm>
            <a:off x="868680" y="10367798"/>
            <a:ext cx="15590520" cy="2523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26A80"/>
                </a:solidFill>
                <a:latin typeface="Microsoft YaHei"/>
              </a:rPr>
              <a:t>Covered </a:t>
            </a:r>
            <a:r>
              <a:rPr sz="1400" b="0" dirty="0" err="1">
                <a:solidFill>
                  <a:srgbClr val="526A80"/>
                </a:solidFill>
                <a:latin typeface="Microsoft YaHei"/>
              </a:rPr>
              <a:t>ACC＝正确数</a:t>
            </a:r>
            <a:r>
              <a:rPr sz="1400" b="0" dirty="0">
                <a:solidFill>
                  <a:srgbClr val="526A80"/>
                </a:solidFill>
                <a:latin typeface="Microsoft YaHei"/>
              </a:rPr>
              <a:t> ÷ </a:t>
            </a:r>
            <a:r>
              <a:rPr sz="1400" b="0" dirty="0" err="1">
                <a:solidFill>
                  <a:srgbClr val="526A80"/>
                </a:solidFill>
                <a:latin typeface="Microsoft YaHei"/>
              </a:rPr>
              <a:t>有效</a:t>
            </a:r>
            <a:r>
              <a:rPr sz="1400" b="0" dirty="0">
                <a:solidFill>
                  <a:srgbClr val="526A80"/>
                </a:solidFill>
                <a:latin typeface="Microsoft YaHei"/>
              </a:rPr>
              <a:t> A/B </a:t>
            </a:r>
            <a:r>
              <a:rPr sz="1400" b="0" dirty="0" err="1">
                <a:solidFill>
                  <a:srgbClr val="526A80"/>
                </a:solidFill>
                <a:latin typeface="Microsoft YaHei"/>
              </a:rPr>
              <a:t>样本数；分母因弃权而变化</a:t>
            </a:r>
            <a:r>
              <a:rPr sz="1400" b="0" dirty="0">
                <a:solidFill>
                  <a:srgbClr val="526A80"/>
                </a:solidFill>
                <a:latin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96197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46920" y="228600"/>
            <a:ext cx="329184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00" b="1" dirty="0" err="1">
                <a:solidFill>
                  <a:srgbClr val="FFFFFF"/>
                </a:solidFill>
                <a:latin typeface="Microsoft YaHei"/>
              </a:rPr>
              <a:t>实验设计</a:t>
            </a:r>
            <a:endParaRPr sz="37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8368" y="1490472"/>
            <a:ext cx="36576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511868"/>
            <a:ext cx="15636240" cy="46012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dirty="0" err="1">
                <a:solidFill>
                  <a:srgbClr val="193B5E"/>
                </a:solidFill>
                <a:latin typeface="Microsoft YaHei"/>
              </a:rPr>
              <a:t>从预设五根到偏好归纳</a:t>
            </a:r>
            <a:r>
              <a:rPr lang="en-US" altLang="zh-CN" sz="2750" b="1" dirty="0" err="1">
                <a:solidFill>
                  <a:srgbClr val="193B5E"/>
                </a:solidFill>
                <a:latin typeface="Microsoft YaHei"/>
              </a:rPr>
              <a:t>root</a:t>
            </a:r>
            <a:r>
              <a:rPr lang="zh-CN" altLang="en-US" sz="2750" b="1" dirty="0">
                <a:solidFill>
                  <a:srgbClr val="193B5E"/>
                </a:solidFill>
                <a:latin typeface="Microsoft YaHei"/>
              </a:rPr>
              <a:t>（</a:t>
            </a:r>
            <a:r>
              <a:rPr lang="en-US" altLang="zh-CN" sz="2750" b="1" dirty="0">
                <a:solidFill>
                  <a:srgbClr val="193B5E"/>
                </a:solidFill>
                <a:latin typeface="Microsoft YaHei"/>
              </a:rPr>
              <a:t>create root</a:t>
            </a:r>
            <a:r>
              <a:rPr lang="zh-CN" altLang="en-US" sz="2750" b="1" dirty="0">
                <a:solidFill>
                  <a:srgbClr val="193B5E"/>
                </a:solidFill>
                <a:latin typeface="Microsoft YaHei"/>
              </a:rPr>
              <a:t>）</a:t>
            </a:r>
            <a:endParaRPr sz="275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6968" y="2586294"/>
            <a:ext cx="15617951" cy="630936"/>
          </a:xfrm>
          <a:prstGeom prst="roundRect">
            <a:avLst>
              <a:gd name="adj" fmla="val 12000"/>
            </a:avLst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" y="2705166"/>
            <a:ext cx="1520647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 dirty="0" err="1">
                <a:solidFill>
                  <a:srgbClr val="193B5E"/>
                </a:solidFill>
                <a:latin typeface="Microsoft YaHei"/>
              </a:rPr>
              <a:t>前一实验固定</a:t>
            </a:r>
            <a:r>
              <a:rPr sz="1950" b="1" dirty="0">
                <a:solidFill>
                  <a:srgbClr val="193B5E"/>
                </a:solidFill>
                <a:latin typeface="Microsoft YaHei"/>
              </a:rPr>
              <a:t> </a:t>
            </a:r>
            <a:r>
              <a:rPr sz="1950" b="1" dirty="0" err="1">
                <a:solidFill>
                  <a:srgbClr val="193B5E"/>
                </a:solidFill>
                <a:latin typeface="Microsoft YaHei"/>
              </a:rPr>
              <a:t>root、演化</a:t>
            </a:r>
            <a:r>
              <a:rPr sz="1950" b="1" dirty="0">
                <a:solidFill>
                  <a:srgbClr val="193B5E"/>
                </a:solidFill>
                <a:latin typeface="Microsoft YaHei"/>
              </a:rPr>
              <a:t> </a:t>
            </a:r>
            <a:r>
              <a:rPr sz="1950" b="1" dirty="0" err="1">
                <a:solidFill>
                  <a:srgbClr val="193B5E"/>
                </a:solidFill>
                <a:latin typeface="Microsoft YaHei"/>
              </a:rPr>
              <a:t>children；本次把准则学习前移到</a:t>
            </a:r>
            <a:r>
              <a:rPr sz="1950" b="1" dirty="0">
                <a:solidFill>
                  <a:srgbClr val="193B5E"/>
                </a:solidFill>
                <a:latin typeface="Microsoft YaHei"/>
              </a:rPr>
              <a:t> root </a:t>
            </a:r>
            <a:r>
              <a:rPr sz="1950" b="1" dirty="0" err="1">
                <a:solidFill>
                  <a:srgbClr val="193B5E"/>
                </a:solidFill>
                <a:latin typeface="Microsoft YaHei"/>
              </a:rPr>
              <a:t>初始化</a:t>
            </a:r>
            <a:r>
              <a:rPr sz="1950" b="1" dirty="0">
                <a:solidFill>
                  <a:srgbClr val="193B5E"/>
                </a:solidFill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3850454"/>
            <a:ext cx="7552944" cy="3300984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7824" y="3850454"/>
            <a:ext cx="100584" cy="3300984"/>
          </a:xfrm>
          <a:prstGeom prst="rect">
            <a:avLst/>
          </a:prstGeom>
          <a:solidFill>
            <a:srgbClr val="B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4079054"/>
            <a:ext cx="521208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dirty="0" err="1">
                <a:solidFill>
                  <a:srgbClr val="B45D3D"/>
                </a:solidFill>
                <a:latin typeface="Microsoft YaHei"/>
              </a:rPr>
              <a:t>预设五根</a:t>
            </a:r>
            <a:endParaRPr sz="2300" b="1" dirty="0">
              <a:solidFill>
                <a:srgbClr val="B45D3D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01968" y="4069910"/>
            <a:ext cx="1408176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4115630"/>
            <a:ext cx="1316736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B45D3D"/>
                </a:solidFill>
                <a:latin typeface="Microsoft YaHei"/>
              </a:rPr>
              <a:t>固定来源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4636837"/>
            <a:ext cx="698601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193B5E"/>
                </a:solidFill>
                <a:latin typeface="Microsoft YaHei"/>
              </a:rPr>
              <a:t>对照：直接采用原有通用上层准则</a:t>
            </a:r>
            <a:endParaRPr sz="17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61288" y="5095285"/>
            <a:ext cx="6967728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193B5E"/>
                </a:solidFill>
                <a:latin typeface="Microsoft YaHei"/>
              </a:rPr>
              <a:t>不进行样例预热；固定五个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root </a:t>
            </a:r>
            <a:r>
              <a:rPr sz="1700" b="0" dirty="0" err="1">
                <a:solidFill>
                  <a:srgbClr val="193B5E"/>
                </a:solidFill>
                <a:latin typeface="Microsoft YaHei"/>
              </a:rPr>
              <a:t>后进入初始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Split。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" y="6008855"/>
            <a:ext cx="691286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6109439"/>
            <a:ext cx="6565392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dirty="0" err="1">
                <a:solidFill>
                  <a:srgbClr val="193B5E"/>
                </a:solidFill>
                <a:latin typeface="Microsoft YaHei"/>
              </a:rPr>
              <a:t>完整性与覆盖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 · </a:t>
            </a:r>
            <a:r>
              <a:rPr sz="1750" b="1" dirty="0" err="1">
                <a:solidFill>
                  <a:srgbClr val="193B5E"/>
                </a:solidFill>
                <a:latin typeface="Microsoft YaHei"/>
              </a:rPr>
              <a:t>视觉依据与细节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 · </a:t>
            </a:r>
            <a:r>
              <a:rPr sz="1750" b="1" dirty="0" err="1">
                <a:solidFill>
                  <a:srgbClr val="193B5E"/>
                </a:solidFill>
                <a:latin typeface="Microsoft YaHei"/>
              </a:rPr>
              <a:t>事实性／无幻觉</a:t>
            </a:r>
            <a:endParaRPr sz="1750" b="1" dirty="0">
              <a:solidFill>
                <a:srgbClr val="193B5E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dirty="0" err="1">
                <a:solidFill>
                  <a:srgbClr val="193B5E"/>
                </a:solidFill>
                <a:latin typeface="Microsoft YaHei"/>
              </a:rPr>
              <a:t>创造性与表达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 · </a:t>
            </a:r>
            <a:r>
              <a:rPr sz="1750" b="1" dirty="0" err="1">
                <a:solidFill>
                  <a:srgbClr val="193B5E"/>
                </a:solidFill>
                <a:latin typeface="Microsoft YaHei"/>
              </a:rPr>
              <a:t>清晰与连贯</a:t>
            </a:r>
            <a:endParaRPr sz="175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42832" y="3850454"/>
            <a:ext cx="7552944" cy="3300984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42832" y="3850454"/>
            <a:ext cx="109728" cy="3300984"/>
          </a:xfrm>
          <a:prstGeom prst="rect">
            <a:avLst/>
          </a:prstGeom>
          <a:solidFill>
            <a:srgbClr val="07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2" y="4079054"/>
            <a:ext cx="521208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75B97"/>
                </a:solidFill>
                <a:latin typeface="Microsoft YaHei"/>
              </a:rPr>
              <a:t>偏好归纳五根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57832" y="4069910"/>
            <a:ext cx="1408176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703552" y="4115630"/>
            <a:ext cx="1316736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75B97"/>
                </a:solidFill>
                <a:latin typeface="Microsoft YaHei"/>
              </a:rPr>
              <a:t>数据生成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4636837"/>
            <a:ext cx="698601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193B5E"/>
                </a:solidFill>
                <a:latin typeface="Microsoft YaHei"/>
              </a:rPr>
              <a:t>新方法：由训练集</a:t>
            </a:r>
            <a:r>
              <a:rPr sz="1700" b="1" dirty="0">
                <a:solidFill>
                  <a:srgbClr val="193B5E"/>
                </a:solidFill>
                <a:latin typeface="Microsoft YaHei"/>
              </a:rPr>
              <a:t> 5 </a:t>
            </a:r>
            <a:r>
              <a:rPr sz="1700" b="1" dirty="0" err="1">
                <a:solidFill>
                  <a:srgbClr val="193B5E"/>
                </a:solidFill>
                <a:latin typeface="Microsoft YaHei"/>
              </a:rPr>
              <a:t>条人类偏好样例归纳</a:t>
            </a:r>
            <a:endParaRPr sz="17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17152" y="5025225"/>
            <a:ext cx="6967728" cy="82176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193B5E"/>
                </a:solidFill>
                <a:latin typeface="Microsoft YaHei"/>
              </a:rPr>
              <a:t>从训练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100 </a:t>
            </a:r>
            <a:r>
              <a:rPr sz="1700" b="0" dirty="0" err="1">
                <a:solidFill>
                  <a:srgbClr val="193B5E"/>
                </a:solidFill>
                <a:latin typeface="Microsoft YaHei"/>
              </a:rPr>
              <a:t>条抽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5 </a:t>
            </a:r>
            <a:r>
              <a:rPr sz="1700" b="0" dirty="0" err="1">
                <a:solidFill>
                  <a:srgbClr val="193B5E"/>
                </a:solidFill>
                <a:latin typeface="Microsoft YaHei"/>
              </a:rPr>
              <a:t>条图文比较，Manager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</a:t>
            </a:r>
            <a:r>
              <a:rPr sz="1700" b="0" dirty="0" err="1">
                <a:solidFill>
                  <a:srgbClr val="193B5E"/>
                </a:solidFill>
                <a:latin typeface="Microsoft YaHei"/>
              </a:rPr>
              <a:t>连续预热</a:t>
            </a:r>
            <a:r>
              <a:rPr lang="zh-CN" altLang="en-US" sz="1700" b="0" dirty="0">
                <a:solidFill>
                  <a:srgbClr val="193B5E"/>
                </a:solidFill>
                <a:latin typeface="Microsoft YaHei"/>
              </a:rPr>
              <a:t>（</a:t>
            </a:r>
            <a:r>
              <a:rPr lang="zh-CN" altLang="en-US" sz="1700" dirty="0">
                <a:solidFill>
                  <a:srgbClr val="193B5E"/>
                </a:solidFill>
                <a:latin typeface="Microsoft YaHei"/>
              </a:rPr>
              <a:t>每次解释</a:t>
            </a:r>
            <a:r>
              <a:rPr lang="zh-CN" altLang="en-US" sz="1600" dirty="0"/>
              <a:t>为什么人类在面对这张图片和这个问题时，可能会更偏好这个回答</a:t>
            </a:r>
            <a:r>
              <a:rPr lang="zh-CN" altLang="en-US" sz="1700" b="0" dirty="0">
                <a:solidFill>
                  <a:srgbClr val="193B5E"/>
                </a:solidFill>
                <a:latin typeface="Microsoft YaHei"/>
              </a:rPr>
              <a:t>）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，</a:t>
            </a:r>
            <a:r>
              <a:rPr sz="1700" b="0" dirty="0" err="1">
                <a:solidFill>
                  <a:srgbClr val="193B5E"/>
                </a:solidFill>
                <a:latin typeface="Microsoft YaHei"/>
              </a:rPr>
              <a:t>再归纳出五个可复用的</a:t>
            </a:r>
            <a:r>
              <a:rPr sz="1700" b="0" dirty="0">
                <a:solidFill>
                  <a:srgbClr val="193B5E"/>
                </a:solidFill>
                <a:latin typeface="Microsoft YaHei"/>
              </a:rPr>
              <a:t> root。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6008855"/>
            <a:ext cx="691286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9176" y="6132564"/>
            <a:ext cx="6565392" cy="5755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dirty="0" err="1">
                <a:solidFill>
                  <a:srgbClr val="193B5E"/>
                </a:solidFill>
                <a:latin typeface="Microsoft YaHei"/>
              </a:rPr>
              <a:t>事实准确</a:t>
            </a:r>
            <a:r>
              <a:rPr lang="zh-CN" altLang="en-US" sz="1750" b="1" dirty="0">
                <a:solidFill>
                  <a:srgbClr val="193B5E"/>
                </a:solidFill>
                <a:latin typeface="Microsoft YaHei"/>
              </a:rPr>
              <a:t>性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 · </a:t>
            </a:r>
            <a:r>
              <a:rPr lang="zh-CN" altLang="en-US" sz="1750" b="1" dirty="0">
                <a:solidFill>
                  <a:srgbClr val="193B5E"/>
                </a:solidFill>
                <a:latin typeface="Microsoft YaHei"/>
              </a:rPr>
              <a:t>假设处理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· </a:t>
            </a:r>
            <a:r>
              <a:rPr lang="zh-CN" altLang="en-US" sz="1750" b="1" dirty="0">
                <a:solidFill>
                  <a:srgbClr val="193B5E"/>
                </a:solidFill>
                <a:latin typeface="Microsoft YaHei"/>
              </a:rPr>
              <a:t>相关性与聚焦度</a:t>
            </a:r>
            <a:endParaRPr sz="1750" b="1" dirty="0">
              <a:solidFill>
                <a:srgbClr val="193B5E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750" b="1" dirty="0">
                <a:solidFill>
                  <a:srgbClr val="193B5E"/>
                </a:solidFill>
                <a:latin typeface="Microsoft YaHei"/>
              </a:rPr>
              <a:t>边界约束下的完整性</a:t>
            </a:r>
            <a:r>
              <a:rPr sz="1750" b="1" dirty="0">
                <a:solidFill>
                  <a:srgbClr val="193B5E"/>
                </a:solidFill>
                <a:latin typeface="Microsoft YaHei"/>
              </a:rPr>
              <a:t> · </a:t>
            </a:r>
            <a:r>
              <a:rPr lang="zh-CN" altLang="en-US" sz="1750" b="1" dirty="0">
                <a:solidFill>
                  <a:srgbClr val="193B5E"/>
                </a:solidFill>
                <a:latin typeface="Microsoft YaHei"/>
              </a:rPr>
              <a:t>解释克制性</a:t>
            </a:r>
            <a:endParaRPr sz="175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7824" y="7958606"/>
            <a:ext cx="82296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193B5E"/>
                </a:solidFill>
                <a:latin typeface="Microsoft YaHei"/>
              </a:rPr>
              <a:t>两组接入相同的后续流程</a:t>
            </a:r>
            <a:endParaRPr sz="21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50392" y="8664771"/>
            <a:ext cx="3584448" cy="960120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8869733"/>
            <a:ext cx="3401568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193B5E"/>
                </a:solidFill>
                <a:latin typeface="Microsoft YaHei"/>
              </a:rPr>
              <a:t>演化集</a:t>
            </a:r>
            <a:endParaRPr sz="1800" b="1" dirty="0">
              <a:solidFill>
                <a:srgbClr val="193B5E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93B5E"/>
                </a:solidFill>
                <a:latin typeface="Microsoft YaHei"/>
              </a:rPr>
              <a:t>初始</a:t>
            </a:r>
            <a:r>
              <a:rPr sz="1800" b="1" dirty="0">
                <a:solidFill>
                  <a:srgbClr val="193B5E"/>
                </a:solidFill>
                <a:latin typeface="Microsoft YaHei"/>
              </a:rPr>
              <a:t> Split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9744" y="8664771"/>
            <a:ext cx="3584448" cy="960120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01183" y="8785723"/>
            <a:ext cx="3401568" cy="7589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93B5E"/>
                </a:solidFill>
                <a:latin typeface="Microsoft YaHei"/>
              </a:rPr>
              <a:t>五轮</a:t>
            </a:r>
            <a:endParaRPr sz="1800" b="1" dirty="0">
              <a:solidFill>
                <a:srgbClr val="193B5E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93B5E"/>
                </a:solidFill>
                <a:latin typeface="Microsoft YaHei"/>
              </a:rPr>
              <a:t>逐例子树反思</a:t>
            </a:r>
            <a:endParaRPr sz="1800" b="1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769096" y="8664771"/>
            <a:ext cx="3584448" cy="960120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0536" y="8785723"/>
            <a:ext cx="3401568" cy="7589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93B5E"/>
                </a:solidFill>
                <a:latin typeface="Microsoft YaHei"/>
              </a:rPr>
              <a:t>相同</a:t>
            </a:r>
            <a:r>
              <a:rPr sz="1800" b="1" dirty="0">
                <a:solidFill>
                  <a:srgbClr val="193B5E"/>
                </a:solidFill>
                <a:latin typeface="Microsoft YaHei"/>
              </a:rPr>
              <a:t> Worker 与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93B5E"/>
                </a:solidFill>
                <a:latin typeface="Microsoft YaHei"/>
              </a:rPr>
              <a:t>Global Arbiter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728448" y="8664771"/>
            <a:ext cx="3739896" cy="960120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819888" y="8869733"/>
            <a:ext cx="3557015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93B5E"/>
                </a:solidFill>
                <a:latin typeface="Microsoft YaHei"/>
              </a:rPr>
              <a:t>VLRB K=3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93B5E"/>
                </a:solidFill>
                <a:latin typeface="Microsoft YaHei"/>
              </a:rPr>
              <a:t>主看</a:t>
            </a:r>
            <a:r>
              <a:rPr lang="en-US" altLang="zh-CN" sz="1800" b="1" dirty="0" err="1">
                <a:solidFill>
                  <a:srgbClr val="193B5E"/>
                </a:solidFill>
                <a:latin typeface="Microsoft YaHei"/>
              </a:rPr>
              <a:t>heldout</a:t>
            </a:r>
            <a:r>
              <a:rPr sz="1800" b="1" dirty="0" err="1">
                <a:solidFill>
                  <a:srgbClr val="193B5E"/>
                </a:solidFill>
                <a:latin typeface="Microsoft YaHei"/>
              </a:rPr>
              <a:t>幻觉</a:t>
            </a:r>
            <a:r>
              <a:rPr lang="zh-CN" altLang="en-US" sz="1800" b="1" dirty="0">
                <a:solidFill>
                  <a:srgbClr val="193B5E"/>
                </a:solidFill>
                <a:latin typeface="Microsoft YaHei"/>
              </a:rPr>
              <a:t>集</a:t>
            </a:r>
            <a:r>
              <a:rPr sz="1800" b="1" dirty="0">
                <a:solidFill>
                  <a:srgbClr val="193B5E"/>
                </a:solidFill>
                <a:latin typeface="Microsoft YaHei"/>
              </a:rPr>
              <a:t> 648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8849732"/>
            <a:ext cx="292608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8849732"/>
            <a:ext cx="292608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26696" y="8849732"/>
            <a:ext cx="292608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75B97"/>
                </a:solidFill>
                <a:latin typeface="Microsoft YaHe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" y="10384677"/>
            <a:ext cx="15617951" cy="667512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78992" y="10532228"/>
            <a:ext cx="15188184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dirty="0" err="1">
                <a:solidFill>
                  <a:srgbClr val="193B5E"/>
                </a:solidFill>
                <a:latin typeface="Microsoft YaHei"/>
              </a:rPr>
              <a:t>研究问题：把上层准则交给目标数据归纳，能否改善未见样本上的最终判断</a:t>
            </a:r>
            <a:r>
              <a:rPr sz="1900" b="1" dirty="0">
                <a:solidFill>
                  <a:srgbClr val="193B5E"/>
                </a:solidFill>
                <a:latin typeface="Microsoft YaHei"/>
              </a:rPr>
              <a:t>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46920" y="228600"/>
            <a:ext cx="3291840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Microsoft YaHei"/>
              </a:rPr>
              <a:t>实验结果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90472"/>
            <a:ext cx="36576" cy="530352"/>
          </a:xfrm>
          <a:prstGeom prst="rect">
            <a:avLst/>
          </a:prstGeom>
          <a:solidFill>
            <a:srgbClr val="1D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481328"/>
            <a:ext cx="15636240" cy="52120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>
                <a:solidFill>
                  <a:srgbClr val="193B5E"/>
                </a:solidFill>
                <a:latin typeface="Microsoft YaHei"/>
              </a:rPr>
              <a:t>偏好归纳五根：起点更强，最终小幅领先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9693891"/>
            <a:ext cx="7607808" cy="1307592"/>
          </a:xfrm>
          <a:prstGeom prst="roundRect">
            <a:avLst>
              <a:gd name="adj" fmla="val 12000"/>
            </a:avLst>
          </a:prstGeom>
          <a:solidFill>
            <a:srgbClr val="EB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9849339"/>
            <a:ext cx="7150608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1700" dirty="0" err="1">
                <a:solidFill>
                  <a:srgbClr val="526A80"/>
                </a:solidFill>
                <a:latin typeface="Microsoft YaHei"/>
              </a:rPr>
              <a:t>Heldout</a:t>
            </a:r>
            <a:r>
              <a:rPr lang="zh-CN" altLang="en-US" sz="1700" dirty="0">
                <a:solidFill>
                  <a:srgbClr val="526A80"/>
                </a:solidFill>
                <a:latin typeface="Microsoft YaHei"/>
              </a:rPr>
              <a:t>幻觉集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648 · 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五轮后：预设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→ 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归纳</a:t>
            </a:r>
            <a:endParaRPr sz="1700" b="0" dirty="0">
              <a:solidFill>
                <a:srgbClr val="526A8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7824" y="10224243"/>
            <a:ext cx="4983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075B97"/>
                </a:solidFill>
                <a:latin typeface="Microsoft YaHei"/>
              </a:rPr>
              <a:t>82.41% → 83.33%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3248" y="10251675"/>
            <a:ext cx="257860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075B97"/>
                </a:solidFill>
                <a:latin typeface="Microsoft YaHei"/>
              </a:rPr>
              <a:t>+6 条 / +0.93 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04504" y="9693891"/>
            <a:ext cx="7671816" cy="1307592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4816" y="9849339"/>
            <a:ext cx="7214616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>
                <a:solidFill>
                  <a:srgbClr val="526A80"/>
                </a:solidFill>
                <a:latin typeface="Microsoft YaHei"/>
              </a:rPr>
              <a:t>VLRB </a:t>
            </a:r>
            <a:r>
              <a:rPr lang="zh-CN" altLang="en-US" sz="1700" dirty="0">
                <a:solidFill>
                  <a:srgbClr val="526A80"/>
                </a:solidFill>
                <a:latin typeface="Microsoft YaHei"/>
              </a:rPr>
              <a:t>去演化</a:t>
            </a:r>
            <a:r>
              <a:rPr lang="en-US" altLang="zh-CN" sz="1700" dirty="0">
                <a:solidFill>
                  <a:srgbClr val="526A80"/>
                </a:solidFill>
                <a:latin typeface="Microsoft YaHei"/>
              </a:rPr>
              <a:t>100</a:t>
            </a:r>
            <a:r>
              <a:rPr lang="zh-CN" altLang="en-US" sz="1700" dirty="0">
                <a:solidFill>
                  <a:srgbClr val="526A80"/>
                </a:solidFill>
                <a:latin typeface="Microsoft YaHei"/>
              </a:rPr>
              <a:t>条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· 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五轮后：预设</a:t>
            </a:r>
            <a:r>
              <a:rPr sz="1700" b="0" dirty="0">
                <a:solidFill>
                  <a:srgbClr val="526A80"/>
                </a:solidFill>
                <a:latin typeface="Microsoft YaHei"/>
              </a:rPr>
              <a:t> → </a:t>
            </a:r>
            <a:r>
              <a:rPr sz="1700" b="0" dirty="0" err="1">
                <a:solidFill>
                  <a:srgbClr val="526A80"/>
                </a:solidFill>
                <a:latin typeface="Microsoft YaHei"/>
              </a:rPr>
              <a:t>归纳</a:t>
            </a:r>
            <a:endParaRPr sz="1700" b="0" dirty="0">
              <a:solidFill>
                <a:srgbClr val="526A80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14816" y="10234321"/>
            <a:ext cx="5166360" cy="43704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075B97"/>
                </a:solidFill>
                <a:latin typeface="Microsoft YaHei"/>
              </a:rPr>
              <a:t>7</a:t>
            </a:r>
            <a:r>
              <a:rPr lang="en-US" sz="2600" b="1" dirty="0">
                <a:solidFill>
                  <a:srgbClr val="075B97"/>
                </a:solidFill>
                <a:latin typeface="Microsoft YaHei"/>
              </a:rPr>
              <a:t>2.89</a:t>
            </a:r>
            <a:r>
              <a:rPr sz="2600" b="1" dirty="0">
                <a:solidFill>
                  <a:srgbClr val="075B97"/>
                </a:solidFill>
                <a:latin typeface="Microsoft YaHei"/>
              </a:rPr>
              <a:t>% → 74.</a:t>
            </a:r>
            <a:r>
              <a:rPr lang="en-US" sz="2600" b="1" dirty="0">
                <a:solidFill>
                  <a:srgbClr val="075B97"/>
                </a:solidFill>
                <a:latin typeface="Microsoft YaHei"/>
              </a:rPr>
              <a:t>19</a:t>
            </a:r>
            <a:r>
              <a:rPr sz="2600" b="1" dirty="0">
                <a:solidFill>
                  <a:srgbClr val="075B97"/>
                </a:solidFill>
                <a:latin typeface="Microsoft YaHei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42848" y="10289041"/>
            <a:ext cx="2359152" cy="3093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770" b="1" dirty="0">
                <a:solidFill>
                  <a:srgbClr val="075B97"/>
                </a:solidFill>
                <a:latin typeface="Microsoft YaHei"/>
              </a:rPr>
              <a:t>+1</a:t>
            </a:r>
            <a:r>
              <a:rPr lang="en-US" sz="1770" b="1" dirty="0">
                <a:solidFill>
                  <a:srgbClr val="075B97"/>
                </a:solidFill>
                <a:latin typeface="Microsoft YaHei"/>
              </a:rPr>
              <a:t>5</a:t>
            </a:r>
            <a:r>
              <a:rPr sz="1770" b="1" dirty="0">
                <a:solidFill>
                  <a:srgbClr val="075B97"/>
                </a:solidFill>
                <a:latin typeface="Microsoft YaHei"/>
              </a:rPr>
              <a:t> 条 / +1.</a:t>
            </a:r>
            <a:r>
              <a:rPr lang="en-US" sz="1770" b="1" dirty="0">
                <a:solidFill>
                  <a:srgbClr val="075B97"/>
                </a:solidFill>
                <a:latin typeface="Microsoft YaHei"/>
              </a:rPr>
              <a:t>3</a:t>
            </a:r>
            <a:r>
              <a:rPr sz="1770" b="1" dirty="0">
                <a:solidFill>
                  <a:srgbClr val="075B97"/>
                </a:solidFill>
                <a:latin typeface="Microsoft YaHei"/>
              </a:rPr>
              <a:t>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560319"/>
            <a:ext cx="15599663" cy="3216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dirty="0">
                <a:solidFill>
                  <a:srgbClr val="193B5E"/>
                </a:solidFill>
                <a:latin typeface="Microsoft YaHei"/>
              </a:rPr>
              <a:t>VLRB Strict </a:t>
            </a:r>
            <a:r>
              <a:rPr sz="1850" b="1" dirty="0" err="1">
                <a:solidFill>
                  <a:srgbClr val="193B5E"/>
                </a:solidFill>
                <a:latin typeface="Microsoft YaHei"/>
              </a:rPr>
              <a:t>ACC（弃权计错</a:t>
            </a:r>
            <a:r>
              <a:rPr sz="1850" b="1" dirty="0">
                <a:solidFill>
                  <a:srgbClr val="193B5E"/>
                </a:solidFill>
                <a:latin typeface="Microsoft YaHei"/>
              </a:rPr>
              <a:t>） · </a:t>
            </a:r>
            <a:r>
              <a:rPr sz="1850" b="1" dirty="0" err="1">
                <a:solidFill>
                  <a:srgbClr val="193B5E"/>
                </a:solidFill>
                <a:latin typeface="Microsoft YaHei"/>
              </a:rPr>
              <a:t>两组均在</a:t>
            </a:r>
            <a:r>
              <a:rPr sz="1850" b="1" dirty="0">
                <a:solidFill>
                  <a:srgbClr val="193B5E"/>
                </a:solidFill>
                <a:latin typeface="Microsoft YaHei"/>
              </a:rPr>
              <a:t> Hallucination100 </a:t>
            </a:r>
            <a:r>
              <a:rPr sz="1850" b="1" dirty="0" err="1">
                <a:solidFill>
                  <a:srgbClr val="193B5E"/>
                </a:solidFill>
                <a:latin typeface="Microsoft YaHei"/>
              </a:rPr>
              <a:t>演化</a:t>
            </a:r>
            <a:r>
              <a:rPr sz="1850" b="1" dirty="0">
                <a:solidFill>
                  <a:srgbClr val="193B5E"/>
                </a:solidFill>
                <a:latin typeface="Microsoft YaHei"/>
              </a:rPr>
              <a:t>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367449"/>
            <a:ext cx="2916936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745236" y="3582488"/>
            <a:ext cx="2852928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版本 / 阶段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0168" y="3367449"/>
            <a:ext cx="178308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3662172" y="3459377"/>
            <a:ext cx="1719072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VLRB 全量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1247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3248" y="3367449"/>
            <a:ext cx="1856231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5445252" y="3459377"/>
            <a:ext cx="1792223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Microsoft YaHei"/>
              </a:rPr>
              <a:t>去</a:t>
            </a:r>
            <a:r>
              <a:rPr lang="zh-CN" altLang="en-US" sz="1600" b="1" dirty="0">
                <a:solidFill>
                  <a:srgbClr val="FFFFFF"/>
                </a:solidFill>
                <a:latin typeface="Microsoft YaHei"/>
              </a:rPr>
              <a:t>演化</a:t>
            </a:r>
            <a:r>
              <a:rPr sz="1600" b="1" dirty="0">
                <a:solidFill>
                  <a:srgbClr val="FFFFFF"/>
                </a:solidFill>
                <a:latin typeface="Microsoft YaHei"/>
              </a:rPr>
              <a:t> 100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Microsoft YaHei"/>
              </a:rPr>
              <a:t>1147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3367449"/>
            <a:ext cx="1307592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7301484" y="3459377"/>
            <a:ext cx="1243584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FF"/>
                </a:solidFill>
                <a:latin typeface="Microsoft YaHei"/>
              </a:rPr>
              <a:t>演化</a:t>
            </a:r>
            <a:r>
              <a:rPr sz="1600" b="1" dirty="0">
                <a:solidFill>
                  <a:srgbClr val="FFFFFF"/>
                </a:solidFill>
                <a:latin typeface="Microsoft YaHei"/>
              </a:rPr>
              <a:t>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Microsoft YaHe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77072" y="3367449"/>
            <a:ext cx="1993392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8609076" y="3459377"/>
            <a:ext cx="1929384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err="1">
                <a:solidFill>
                  <a:srgbClr val="FFFFFF"/>
                </a:solidFill>
                <a:latin typeface="Microsoft YaHei"/>
              </a:rPr>
              <a:t>heldout</a:t>
            </a:r>
            <a:r>
              <a:rPr lang="zh-CN" altLang="en-US" sz="1600" b="1" dirty="0">
                <a:solidFill>
                  <a:srgbClr val="FFFFFF"/>
                </a:solidFill>
                <a:latin typeface="Microsoft YaHei"/>
              </a:rPr>
              <a:t>幻觉集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Microsoft YaHei"/>
              </a:rPr>
              <a:t>648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70464" y="3367449"/>
            <a:ext cx="1554480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10602468" y="3459377"/>
            <a:ext cx="1490472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General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181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4" y="3367449"/>
            <a:ext cx="2167128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2156948" y="3459377"/>
            <a:ext cx="210312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Hallucination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749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292072" y="3367449"/>
            <a:ext cx="2048256" cy="713232"/>
          </a:xfrm>
          <a:prstGeom prst="rect">
            <a:avLst/>
          </a:prstGeom>
          <a:solidFill>
            <a:srgbClr val="19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14324076" y="3459377"/>
            <a:ext cx="1984248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Reasoning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080681"/>
            <a:ext cx="2916936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Rectangle 30"/>
          <p:cNvSpPr/>
          <p:nvPr/>
        </p:nvSpPr>
        <p:spPr>
          <a:xfrm>
            <a:off x="3630168" y="4080681"/>
            <a:ext cx="1783080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13248" y="4080681"/>
            <a:ext cx="1856231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269480" y="4080681"/>
            <a:ext cx="1307592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577072" y="4080681"/>
            <a:ext cx="1993392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570464" y="4080681"/>
            <a:ext cx="1554480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2124944" y="4080681"/>
            <a:ext cx="2167128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4292072" y="4080681"/>
            <a:ext cx="2048256" cy="955547"/>
          </a:xfrm>
          <a:prstGeom prst="rect">
            <a:avLst/>
          </a:prstGeom>
          <a:solidFill>
            <a:srgbClr val="FFFF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" y="4262989"/>
            <a:ext cx="2679191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193B5E"/>
                </a:solidFill>
                <a:latin typeface="Microsoft YaHei"/>
              </a:rPr>
              <a:t>预设五根</a:t>
            </a:r>
            <a:endParaRPr b="0" dirty="0">
              <a:solidFill>
                <a:srgbClr val="193B5E"/>
              </a:solidFill>
              <a:latin typeface="Microsoft YaHe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dirty="0" err="1">
                <a:solidFill>
                  <a:srgbClr val="193B5E"/>
                </a:solidFill>
                <a:latin typeface="Microsoft YaHei"/>
              </a:rPr>
              <a:t>初始子树</a:t>
            </a:r>
            <a:endParaRPr b="0" dirty="0">
              <a:solidFill>
                <a:srgbClr val="193B5E"/>
              </a:solidFill>
              <a:latin typeface="Microsoft Ya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66744" y="4207491"/>
            <a:ext cx="17099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906/1247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66744" y="4527129"/>
            <a:ext cx="17099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193B5E"/>
                </a:solidFill>
                <a:latin typeface="Microsoft YaHei"/>
              </a:rPr>
              <a:t>72.65%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9824" y="4207491"/>
            <a:ext cx="178307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828/1147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9824" y="4527129"/>
            <a:ext cx="178307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72.19%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6056" y="4207491"/>
            <a:ext cx="123443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78/100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06056" y="4527129"/>
            <a:ext cx="123443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78.00%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4207491"/>
            <a:ext cx="1920240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527/648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3648" y="4527129"/>
            <a:ext cx="1920240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81.33%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4207491"/>
            <a:ext cx="14813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92/181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4527129"/>
            <a:ext cx="14813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50.83%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19" y="4207491"/>
            <a:ext cx="2093976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606/749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19" y="4527129"/>
            <a:ext cx="2093976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80.91%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328648" y="4207491"/>
            <a:ext cx="1975104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208/317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328648" y="4527129"/>
            <a:ext cx="1975104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65.62%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" y="5036229"/>
            <a:ext cx="2916936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Rectangle 53"/>
          <p:cNvSpPr/>
          <p:nvPr/>
        </p:nvSpPr>
        <p:spPr>
          <a:xfrm>
            <a:off x="3630168" y="5036229"/>
            <a:ext cx="1783080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5" name="Rectangle 54"/>
          <p:cNvSpPr/>
          <p:nvPr/>
        </p:nvSpPr>
        <p:spPr>
          <a:xfrm>
            <a:off x="5413248" y="5036229"/>
            <a:ext cx="1856231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6" name="Rectangle 55"/>
          <p:cNvSpPr/>
          <p:nvPr/>
        </p:nvSpPr>
        <p:spPr>
          <a:xfrm>
            <a:off x="7269480" y="5036229"/>
            <a:ext cx="1307592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7" name="Rectangle 56"/>
          <p:cNvSpPr/>
          <p:nvPr/>
        </p:nvSpPr>
        <p:spPr>
          <a:xfrm>
            <a:off x="8577072" y="5036229"/>
            <a:ext cx="1993392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8" name="Rectangle 57"/>
          <p:cNvSpPr/>
          <p:nvPr/>
        </p:nvSpPr>
        <p:spPr>
          <a:xfrm>
            <a:off x="10570464" y="5036229"/>
            <a:ext cx="1554480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9" name="Rectangle 58"/>
          <p:cNvSpPr/>
          <p:nvPr/>
        </p:nvSpPr>
        <p:spPr>
          <a:xfrm>
            <a:off x="12124944" y="5036229"/>
            <a:ext cx="2167128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0" name="Rectangle 59"/>
          <p:cNvSpPr/>
          <p:nvPr/>
        </p:nvSpPr>
        <p:spPr>
          <a:xfrm>
            <a:off x="14292072" y="5036229"/>
            <a:ext cx="2048256" cy="955547"/>
          </a:xfrm>
          <a:prstGeom prst="rect">
            <a:avLst/>
          </a:prstGeom>
          <a:solidFill>
            <a:srgbClr val="F4F9FD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1" name="TextBox 60"/>
          <p:cNvSpPr txBox="1"/>
          <p:nvPr/>
        </p:nvSpPr>
        <p:spPr>
          <a:xfrm>
            <a:off x="841248" y="5218537"/>
            <a:ext cx="2679191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93B5E"/>
                </a:solidFill>
                <a:latin typeface="Microsoft YaHei"/>
              </a:rPr>
              <a:t>预设五根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93B5E"/>
                </a:solidFill>
                <a:latin typeface="Microsoft YaHei"/>
              </a:rPr>
              <a:t>五轮演化后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66744" y="5163039"/>
            <a:ext cx="17099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920/1247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66744" y="5482677"/>
            <a:ext cx="17099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73.78%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49824" y="5163039"/>
            <a:ext cx="178307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836/1147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49824" y="5482677"/>
            <a:ext cx="178307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72.89%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06056" y="5163039"/>
            <a:ext cx="123443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84/100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06056" y="5482677"/>
            <a:ext cx="123443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84.00%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3648" y="5163039"/>
            <a:ext cx="1920240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534/648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3648" y="5482677"/>
            <a:ext cx="1920240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82.41%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07040" y="5163039"/>
            <a:ext cx="14813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89/181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07040" y="5482677"/>
            <a:ext cx="14813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49.17%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19" y="5163039"/>
            <a:ext cx="2093976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619/749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19" y="5482677"/>
            <a:ext cx="2093976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82.64%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328648" y="5163039"/>
            <a:ext cx="1975104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212/317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328648" y="5482677"/>
            <a:ext cx="1975104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66.88%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" y="5991777"/>
            <a:ext cx="2916936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7" name="Rectangle 76"/>
          <p:cNvSpPr/>
          <p:nvPr/>
        </p:nvSpPr>
        <p:spPr>
          <a:xfrm>
            <a:off x="3630168" y="5991777"/>
            <a:ext cx="1783080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8" name="Rectangle 77"/>
          <p:cNvSpPr/>
          <p:nvPr/>
        </p:nvSpPr>
        <p:spPr>
          <a:xfrm>
            <a:off x="5413248" y="5991777"/>
            <a:ext cx="1856231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9" name="Rectangle 78"/>
          <p:cNvSpPr/>
          <p:nvPr/>
        </p:nvSpPr>
        <p:spPr>
          <a:xfrm>
            <a:off x="7269480" y="5991777"/>
            <a:ext cx="1307592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0" name="Rectangle 79"/>
          <p:cNvSpPr/>
          <p:nvPr/>
        </p:nvSpPr>
        <p:spPr>
          <a:xfrm>
            <a:off x="8577072" y="5991777"/>
            <a:ext cx="1993392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1" name="Rectangle 80"/>
          <p:cNvSpPr/>
          <p:nvPr/>
        </p:nvSpPr>
        <p:spPr>
          <a:xfrm>
            <a:off x="10570464" y="5991777"/>
            <a:ext cx="1554480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2" name="Rectangle 81"/>
          <p:cNvSpPr/>
          <p:nvPr/>
        </p:nvSpPr>
        <p:spPr>
          <a:xfrm>
            <a:off x="12124944" y="5991777"/>
            <a:ext cx="2167128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3" name="Rectangle 82"/>
          <p:cNvSpPr/>
          <p:nvPr/>
        </p:nvSpPr>
        <p:spPr>
          <a:xfrm>
            <a:off x="14292072" y="5991777"/>
            <a:ext cx="2048256" cy="955547"/>
          </a:xfrm>
          <a:prstGeom prst="rect">
            <a:avLst/>
          </a:prstGeom>
          <a:solidFill>
            <a:srgbClr val="F7FBFF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4" name="TextBox 83"/>
          <p:cNvSpPr txBox="1"/>
          <p:nvPr/>
        </p:nvSpPr>
        <p:spPr>
          <a:xfrm>
            <a:off x="841248" y="6174085"/>
            <a:ext cx="2679191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93B5E"/>
                </a:solidFill>
                <a:latin typeface="Microsoft YaHei"/>
              </a:rPr>
              <a:t>偏好归纳五根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93B5E"/>
                </a:solidFill>
                <a:latin typeface="Microsoft YaHei"/>
              </a:rPr>
              <a:t>初始子树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66744" y="6118587"/>
            <a:ext cx="17099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929/1247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66744" y="6438225"/>
            <a:ext cx="17099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74.50%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49824" y="6118587"/>
            <a:ext cx="178307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850/1147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49824" y="6438225"/>
            <a:ext cx="178307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74.11%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06056" y="6118587"/>
            <a:ext cx="1234439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79/100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06056" y="6438225"/>
            <a:ext cx="123443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79.00%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13648" y="6118587"/>
            <a:ext cx="1920240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538/648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13648" y="6438225"/>
            <a:ext cx="1920240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193B5E"/>
                </a:solidFill>
                <a:latin typeface="Microsoft YaHei"/>
              </a:rPr>
              <a:t>83.02%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07040" y="6118587"/>
            <a:ext cx="1481328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99/181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07040" y="6438225"/>
            <a:ext cx="1481328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54.70%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161519" y="6118587"/>
            <a:ext cx="2093976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618/749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61519" y="6438225"/>
            <a:ext cx="2093976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82.51%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328648" y="6118587"/>
            <a:ext cx="1975104" cy="2492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A80"/>
                </a:solidFill>
                <a:latin typeface="Microsoft YaHei"/>
              </a:rPr>
              <a:t>212/317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328648" y="6438225"/>
            <a:ext cx="1975104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93B5E"/>
                </a:solidFill>
                <a:latin typeface="Microsoft YaHei"/>
              </a:rPr>
              <a:t>66.88%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3232" y="6947324"/>
            <a:ext cx="2916936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" name="Rectangle 99"/>
          <p:cNvSpPr/>
          <p:nvPr/>
        </p:nvSpPr>
        <p:spPr>
          <a:xfrm>
            <a:off x="3630168" y="6947324"/>
            <a:ext cx="1783080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5413248" y="6947324"/>
            <a:ext cx="1856231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269480" y="6947324"/>
            <a:ext cx="1307592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577072" y="6947324"/>
            <a:ext cx="1993392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0570464" y="6947324"/>
            <a:ext cx="1554480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12124944" y="6947324"/>
            <a:ext cx="2167128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4292072" y="6947324"/>
            <a:ext cx="2048256" cy="955547"/>
          </a:xfrm>
          <a:prstGeom prst="rect">
            <a:avLst/>
          </a:prstGeom>
          <a:solidFill>
            <a:srgbClr val="EBF6FE"/>
          </a:solidFill>
          <a:ln w="8890">
            <a:solidFill>
              <a:srgbClr val="D2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41248" y="7129632"/>
            <a:ext cx="2679191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75B97"/>
                </a:solidFill>
                <a:latin typeface="Microsoft YaHei"/>
              </a:rPr>
              <a:t>偏好归纳五根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75B97"/>
                </a:solidFill>
                <a:latin typeface="Microsoft YaHei"/>
              </a:rPr>
              <a:t>五轮演化后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666744" y="7066197"/>
            <a:ext cx="170992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934/1247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66744" y="7377093"/>
            <a:ext cx="1709928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075B97"/>
                </a:solidFill>
                <a:latin typeface="Microsoft YaHei"/>
              </a:rPr>
              <a:t>74.90%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449824" y="7066197"/>
            <a:ext cx="1783079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851/1147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49824" y="7377093"/>
            <a:ext cx="1783079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75B97"/>
                </a:solidFill>
                <a:latin typeface="Microsoft YaHei"/>
              </a:rPr>
              <a:t>74.19%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06056" y="7066197"/>
            <a:ext cx="1234439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83/100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06056" y="7393773"/>
            <a:ext cx="1234439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latin typeface="Microsoft YaHei"/>
              </a:rPr>
              <a:t>83.00%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13648" y="7066197"/>
            <a:ext cx="192024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540/648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13648" y="7377093"/>
            <a:ext cx="192024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75B97"/>
                </a:solidFill>
                <a:latin typeface="Microsoft YaHei"/>
              </a:rPr>
              <a:t>83.33%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607040" y="7066197"/>
            <a:ext cx="148132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99/181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7377093"/>
            <a:ext cx="1481328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solidFill>
                  <a:srgbClr val="075B97"/>
                </a:solidFill>
                <a:latin typeface="Microsoft YaHei"/>
              </a:rPr>
              <a:t>54.70%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161519" y="7066197"/>
            <a:ext cx="2093976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624/749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161519" y="7377093"/>
            <a:ext cx="2093976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75B97"/>
                </a:solidFill>
                <a:latin typeface="Microsoft YaHei"/>
              </a:rPr>
              <a:t>83.31%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4328648" y="7066197"/>
            <a:ext cx="1975104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26A80"/>
                </a:solidFill>
                <a:latin typeface="Microsoft YaHei"/>
              </a:rPr>
              <a:t>211/317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328648" y="7393773"/>
            <a:ext cx="1975104" cy="3323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20" b="1" dirty="0">
                <a:latin typeface="Microsoft YaHei"/>
              </a:rPr>
              <a:t>66.56%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45236" y="8435004"/>
            <a:ext cx="15617951" cy="758952"/>
          </a:xfrm>
          <a:prstGeom prst="roundRect">
            <a:avLst>
              <a:gd name="adj" fmla="val 15000"/>
            </a:avLst>
          </a:prstGeom>
          <a:solidFill>
            <a:srgbClr val="EFF7FD"/>
          </a:solidFill>
          <a:ln w="10160">
            <a:solidFill>
              <a:srgbClr val="BBD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82980" y="8673073"/>
            <a:ext cx="1276118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b="1" dirty="0">
                <a:solidFill>
                  <a:srgbClr val="193B5E"/>
                </a:solidFill>
                <a:latin typeface="Microsoft YaHei"/>
              </a:rPr>
              <a:t>仅 </a:t>
            </a:r>
            <a:r>
              <a:rPr b="1" dirty="0" err="1">
                <a:solidFill>
                  <a:srgbClr val="193B5E"/>
                </a:solidFill>
                <a:latin typeface="Microsoft YaHei"/>
              </a:rPr>
              <a:t>root（未</a:t>
            </a:r>
            <a:r>
              <a:rPr b="1" dirty="0">
                <a:solidFill>
                  <a:srgbClr val="193B5E"/>
                </a:solidFill>
                <a:latin typeface="Microsoft YaHei"/>
              </a:rPr>
              <a:t> Split）· </a:t>
            </a:r>
            <a:r>
              <a:rPr lang="en-US" altLang="zh-CN" b="1" dirty="0" err="1">
                <a:solidFill>
                  <a:srgbClr val="193B5E"/>
                </a:solidFill>
                <a:latin typeface="Microsoft YaHei"/>
              </a:rPr>
              <a:t>heldout</a:t>
            </a:r>
            <a:r>
              <a:rPr b="1" dirty="0" err="1">
                <a:solidFill>
                  <a:srgbClr val="193B5E"/>
                </a:solidFill>
                <a:latin typeface="Microsoft YaHei"/>
              </a:rPr>
              <a:t>幻觉集</a:t>
            </a:r>
            <a:r>
              <a:rPr b="1" dirty="0">
                <a:solidFill>
                  <a:srgbClr val="193B5E"/>
                </a:solidFill>
                <a:latin typeface="Microsoft YaHei"/>
              </a:rPr>
              <a:t> 648</a:t>
            </a:r>
            <a:r>
              <a:rPr lang="en-US" b="1" dirty="0">
                <a:solidFill>
                  <a:srgbClr val="193B5E"/>
                </a:solidFill>
                <a:latin typeface="Microsoft YaHei"/>
              </a:rPr>
              <a:t> </a:t>
            </a:r>
            <a:r>
              <a:rPr lang="zh-CN" altLang="en-US" b="1" dirty="0">
                <a:solidFill>
                  <a:srgbClr val="193B5E"/>
                </a:solidFill>
                <a:latin typeface="Microsoft YaHei"/>
              </a:rPr>
              <a:t>结果</a:t>
            </a:r>
            <a:r>
              <a:rPr b="1" dirty="0">
                <a:solidFill>
                  <a:srgbClr val="193B5E"/>
                </a:solidFill>
                <a:latin typeface="Microsoft YaHei"/>
              </a:rPr>
              <a:t>：</a:t>
            </a:r>
            <a:r>
              <a:rPr b="0" dirty="0">
                <a:solidFill>
                  <a:srgbClr val="526A80"/>
                </a:solidFill>
                <a:latin typeface="Microsoft YaHei"/>
              </a:rPr>
              <a:t>预设五根 75.15%（487/648）</a:t>
            </a:r>
            <a:r>
              <a:rPr b="1" dirty="0">
                <a:solidFill>
                  <a:srgbClr val="193B5E"/>
                </a:solidFill>
                <a:latin typeface="Microsoft YaHei"/>
              </a:rPr>
              <a:t>  →  </a:t>
            </a:r>
            <a:r>
              <a:rPr b="1" dirty="0" err="1">
                <a:solidFill>
                  <a:srgbClr val="075B97"/>
                </a:solidFill>
                <a:latin typeface="Microsoft YaHei"/>
              </a:rPr>
              <a:t>偏好归纳五根</a:t>
            </a:r>
            <a:r>
              <a:rPr b="1" dirty="0">
                <a:solidFill>
                  <a:srgbClr val="075B97"/>
                </a:solidFill>
                <a:latin typeface="Microsoft YaHei"/>
              </a:rPr>
              <a:t> 80.56%（522/648）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11008</TotalTime>
  <Words>1964</Words>
  <Application>Microsoft Office PowerPoint</Application>
  <DocSecurity>0</DocSecurity>
  <PresentationFormat>自定义</PresentationFormat>
  <Paragraphs>583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黑体</vt:lpstr>
      <vt:lpstr>微软雅黑</vt:lpstr>
      <vt:lpstr>微软雅黑</vt:lpstr>
      <vt:lpstr>Calibri</vt:lpstr>
      <vt:lpstr>Cambria</vt:lpstr>
      <vt:lpstr>ChatGPT</vt:lpstr>
      <vt:lpstr>子树联合判断与全局仲裁</vt:lpstr>
      <vt:lpstr>节点独立判断与递归投票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wenqx</cp:lastModifiedBy>
  <cp:revision>294</cp:revision>
  <dcterms:created xsi:type="dcterms:W3CDTF">2026-09-09T09:53:05Z</dcterms:created>
  <dcterms:modified xsi:type="dcterms:W3CDTF">2026-09-25T14:39:22Z</dcterms:modified>
</cp:coreProperties>
</file>