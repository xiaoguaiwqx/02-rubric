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1313" r:id="rId2"/>
    <p:sldId id="1288" r:id="rId3"/>
    <p:sldId id="1295" r:id="rId4"/>
    <p:sldId id="1293" r:id="rId5"/>
    <p:sldId id="1291" r:id="rId6"/>
    <p:sldId id="1292" r:id="rId7"/>
    <p:sldId id="1300" r:id="rId8"/>
    <p:sldId id="1301" r:id="rId9"/>
    <p:sldId id="1302" r:id="rId10"/>
    <p:sldId id="1303" r:id="rId11"/>
    <p:sldId id="1317" r:id="rId12"/>
    <p:sldId id="1307" r:id="rId13"/>
    <p:sldId id="1311" r:id="rId14"/>
    <p:sldId id="1312" r:id="rId15"/>
    <p:sldId id="1316" r:id="rId16"/>
    <p:sldId id="1308" r:id="rId17"/>
    <p:sldId id="1318" r:id="rId18"/>
    <p:sldId id="1319" r:id="rId19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92506" autoAdjust="0"/>
  </p:normalViewPr>
  <p:slideViewPr>
    <p:cSldViewPr snapToGrid="0">
      <p:cViewPr varScale="1">
        <p:scale>
          <a:sx n="90" d="100"/>
          <a:sy n="90" d="100"/>
        </p:scale>
        <p:origin x="180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16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75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7757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65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2806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59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066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711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4999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051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2008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2026/10/5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02.137.255:3000/wenqx/02-DD-LLM/src/branch/main/research/EvoRubrics/Rubric_vlrb_hallucination100_generated_roots.md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general_final_generated_roots.m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reasoning_final_generated_roots.m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iaoguaiwqx/02-Rubric/blob/init-split-prompts/experiments/evolving_structured_rubrics/init_split.py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ounded Rectangle 2">
            <a:extLst>
              <a:ext uri="{FF2B5EF4-FFF2-40B4-BE49-F238E27FC236}">
                <a16:creationId xmlns:a16="http://schemas.microsoft.com/office/drawing/2014/main" id="{E13940E3-CD3D-4B64-B9EF-A4BE0573E5C4}"/>
              </a:ext>
            </a:extLst>
          </p:cNvPr>
          <p:cNvSpPr/>
          <p:nvPr/>
        </p:nvSpPr>
        <p:spPr>
          <a:xfrm>
            <a:off x="9986570" y="3068816"/>
            <a:ext cx="7163903" cy="7779761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3">
            <a:extLst>
              <a:ext uri="{FF2B5EF4-FFF2-40B4-BE49-F238E27FC236}">
                <a16:creationId xmlns:a16="http://schemas.microsoft.com/office/drawing/2014/main" id="{0781672A-9882-4F16-A5B1-FA575B483D4A}"/>
              </a:ext>
            </a:extLst>
          </p:cNvPr>
          <p:cNvSpPr txBox="1"/>
          <p:nvPr/>
        </p:nvSpPr>
        <p:spPr>
          <a:xfrm>
            <a:off x="10261224" y="3494583"/>
            <a:ext cx="3675887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lang="en-US" altLang="zh-CN" sz="2400" dirty="0"/>
              <a:t>S</a:t>
            </a:r>
            <a:r>
              <a:rPr sz="2400" dirty="0"/>
              <a:t>ubtree Rᵢ</a:t>
            </a:r>
            <a:r>
              <a:rPr lang="en-US" sz="2400" dirty="0"/>
              <a:t> Evolution</a:t>
            </a:r>
            <a:endParaRPr sz="2400" dirty="0"/>
          </a:p>
        </p:txBody>
      </p:sp>
      <p:sp>
        <p:nvSpPr>
          <p:cNvPr id="210" name="Rounded Rectangle 88">
            <a:extLst>
              <a:ext uri="{FF2B5EF4-FFF2-40B4-BE49-F238E27FC236}">
                <a16:creationId xmlns:a16="http://schemas.microsoft.com/office/drawing/2014/main" id="{AB76B08A-4F37-4819-8D00-604FBE6E2DDF}"/>
              </a:ext>
            </a:extLst>
          </p:cNvPr>
          <p:cNvSpPr/>
          <p:nvPr/>
        </p:nvSpPr>
        <p:spPr>
          <a:xfrm>
            <a:off x="4708327" y="2548275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89">
            <a:extLst>
              <a:ext uri="{FF2B5EF4-FFF2-40B4-BE49-F238E27FC236}">
                <a16:creationId xmlns:a16="http://schemas.microsoft.com/office/drawing/2014/main" id="{9AB59C97-06C8-4589-B0FE-8C97CA1E9122}"/>
              </a:ext>
            </a:extLst>
          </p:cNvPr>
          <p:cNvSpPr/>
          <p:nvPr/>
        </p:nvSpPr>
        <p:spPr>
          <a:xfrm>
            <a:off x="4644320" y="2607711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ounded Rectangle 90">
            <a:extLst>
              <a:ext uri="{FF2B5EF4-FFF2-40B4-BE49-F238E27FC236}">
                <a16:creationId xmlns:a16="http://schemas.microsoft.com/office/drawing/2014/main" id="{38D9935A-605E-41DC-A2C5-01F1E1A9513A}"/>
              </a:ext>
            </a:extLst>
          </p:cNvPr>
          <p:cNvSpPr/>
          <p:nvPr/>
        </p:nvSpPr>
        <p:spPr>
          <a:xfrm>
            <a:off x="4580312" y="2667147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91">
            <a:extLst>
              <a:ext uri="{FF2B5EF4-FFF2-40B4-BE49-F238E27FC236}">
                <a16:creationId xmlns:a16="http://schemas.microsoft.com/office/drawing/2014/main" id="{10E0BF56-54B9-4D9C-BA8A-4E5DE6388CD1}"/>
              </a:ext>
            </a:extLst>
          </p:cNvPr>
          <p:cNvSpPr txBox="1"/>
          <p:nvPr/>
        </p:nvSpPr>
        <p:spPr>
          <a:xfrm>
            <a:off x="4735760" y="2822595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214" name="TextBox 92">
            <a:extLst>
              <a:ext uri="{FF2B5EF4-FFF2-40B4-BE49-F238E27FC236}">
                <a16:creationId xmlns:a16="http://schemas.microsoft.com/office/drawing/2014/main" id="{347754EB-701D-4B03-8C39-F9D5CA47BF7D}"/>
              </a:ext>
            </a:extLst>
          </p:cNvPr>
          <p:cNvSpPr txBox="1"/>
          <p:nvPr/>
        </p:nvSpPr>
        <p:spPr>
          <a:xfrm>
            <a:off x="4690040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215" name="Oval 93">
            <a:extLst>
              <a:ext uri="{FF2B5EF4-FFF2-40B4-BE49-F238E27FC236}">
                <a16:creationId xmlns:a16="http://schemas.microsoft.com/office/drawing/2014/main" id="{525A8CD1-6A4D-4D80-8A7E-4497D751EEFE}"/>
              </a:ext>
            </a:extLst>
          </p:cNvPr>
          <p:cNvSpPr/>
          <p:nvPr/>
        </p:nvSpPr>
        <p:spPr>
          <a:xfrm>
            <a:off x="4989871" y="3919875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6" name="Connector 94">
            <a:extLst>
              <a:ext uri="{FF2B5EF4-FFF2-40B4-BE49-F238E27FC236}">
                <a16:creationId xmlns:a16="http://schemas.microsoft.com/office/drawing/2014/main" id="{AA2C2FAB-45AE-4D5D-B432-6FD92E5AABA6}"/>
              </a:ext>
            </a:extLst>
          </p:cNvPr>
          <p:cNvCxnSpPr/>
          <p:nvPr/>
        </p:nvCxnSpPr>
        <p:spPr>
          <a:xfrm flipH="1">
            <a:off x="4832366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Oval 95">
            <a:extLst>
              <a:ext uri="{FF2B5EF4-FFF2-40B4-BE49-F238E27FC236}">
                <a16:creationId xmlns:a16="http://schemas.microsoft.com/office/drawing/2014/main" id="{39AF21D0-3266-476C-A017-06AC53A178AE}"/>
              </a:ext>
            </a:extLst>
          </p:cNvPr>
          <p:cNvSpPr/>
          <p:nvPr/>
        </p:nvSpPr>
        <p:spPr>
          <a:xfrm>
            <a:off x="4781480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8" name="Connector 96">
            <a:extLst>
              <a:ext uri="{FF2B5EF4-FFF2-40B4-BE49-F238E27FC236}">
                <a16:creationId xmlns:a16="http://schemas.microsoft.com/office/drawing/2014/main" id="{9784CF2F-3B66-42C2-BE89-74C3D9B05D2A}"/>
              </a:ext>
            </a:extLst>
          </p:cNvPr>
          <p:cNvCxnSpPr/>
          <p:nvPr/>
        </p:nvCxnSpPr>
        <p:spPr>
          <a:xfrm flipH="1">
            <a:off x="5040758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Oval 97">
            <a:extLst>
              <a:ext uri="{FF2B5EF4-FFF2-40B4-BE49-F238E27FC236}">
                <a16:creationId xmlns:a16="http://schemas.microsoft.com/office/drawing/2014/main" id="{CCB1D7EF-007F-48CA-BCEF-629944DF8F54}"/>
              </a:ext>
            </a:extLst>
          </p:cNvPr>
          <p:cNvSpPr/>
          <p:nvPr/>
        </p:nvSpPr>
        <p:spPr>
          <a:xfrm>
            <a:off x="498987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0" name="Connector 98">
            <a:extLst>
              <a:ext uri="{FF2B5EF4-FFF2-40B4-BE49-F238E27FC236}">
                <a16:creationId xmlns:a16="http://schemas.microsoft.com/office/drawing/2014/main" id="{18F897F3-EC81-497D-8C7D-3254FA13908F}"/>
              </a:ext>
            </a:extLst>
          </p:cNvPr>
          <p:cNvCxnSpPr/>
          <p:nvPr/>
        </p:nvCxnSpPr>
        <p:spPr>
          <a:xfrm>
            <a:off x="5057720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Oval 99">
            <a:extLst>
              <a:ext uri="{FF2B5EF4-FFF2-40B4-BE49-F238E27FC236}">
                <a16:creationId xmlns:a16="http://schemas.microsoft.com/office/drawing/2014/main" id="{7EC93309-E73B-440D-8ED1-7DA4FABDFFCB}"/>
              </a:ext>
            </a:extLst>
          </p:cNvPr>
          <p:cNvSpPr/>
          <p:nvPr/>
        </p:nvSpPr>
        <p:spPr>
          <a:xfrm>
            <a:off x="519826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TextBox 100">
            <a:extLst>
              <a:ext uri="{FF2B5EF4-FFF2-40B4-BE49-F238E27FC236}">
                <a16:creationId xmlns:a16="http://schemas.microsoft.com/office/drawing/2014/main" id="{54DC6D7C-E478-4A41-832D-939A2A518773}"/>
              </a:ext>
            </a:extLst>
          </p:cNvPr>
          <p:cNvSpPr txBox="1"/>
          <p:nvPr/>
        </p:nvSpPr>
        <p:spPr>
          <a:xfrm>
            <a:off x="5384984" y="3407811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223" name="Oval 101">
            <a:extLst>
              <a:ext uri="{FF2B5EF4-FFF2-40B4-BE49-F238E27FC236}">
                <a16:creationId xmlns:a16="http://schemas.microsoft.com/office/drawing/2014/main" id="{F11E066C-D492-4F96-88F6-F5581DD7CB40}"/>
              </a:ext>
            </a:extLst>
          </p:cNvPr>
          <p:cNvSpPr/>
          <p:nvPr/>
        </p:nvSpPr>
        <p:spPr>
          <a:xfrm>
            <a:off x="5684815" y="3919875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4" name="Connector 102">
            <a:extLst>
              <a:ext uri="{FF2B5EF4-FFF2-40B4-BE49-F238E27FC236}">
                <a16:creationId xmlns:a16="http://schemas.microsoft.com/office/drawing/2014/main" id="{ADD8EA28-FD87-48E9-9073-58EBB1404F3B}"/>
              </a:ext>
            </a:extLst>
          </p:cNvPr>
          <p:cNvCxnSpPr/>
          <p:nvPr/>
        </p:nvCxnSpPr>
        <p:spPr>
          <a:xfrm flipH="1">
            <a:off x="5527310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03">
            <a:extLst>
              <a:ext uri="{FF2B5EF4-FFF2-40B4-BE49-F238E27FC236}">
                <a16:creationId xmlns:a16="http://schemas.microsoft.com/office/drawing/2014/main" id="{64125BEB-2A6A-4351-868D-C5765265BE3E}"/>
              </a:ext>
            </a:extLst>
          </p:cNvPr>
          <p:cNvSpPr/>
          <p:nvPr/>
        </p:nvSpPr>
        <p:spPr>
          <a:xfrm>
            <a:off x="5476424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Connector 104">
            <a:extLst>
              <a:ext uri="{FF2B5EF4-FFF2-40B4-BE49-F238E27FC236}">
                <a16:creationId xmlns:a16="http://schemas.microsoft.com/office/drawing/2014/main" id="{48C409A2-2FEB-4954-BD16-B8DF2A31CD8F}"/>
              </a:ext>
            </a:extLst>
          </p:cNvPr>
          <p:cNvCxnSpPr/>
          <p:nvPr/>
        </p:nvCxnSpPr>
        <p:spPr>
          <a:xfrm flipH="1">
            <a:off x="5735702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105">
            <a:extLst>
              <a:ext uri="{FF2B5EF4-FFF2-40B4-BE49-F238E27FC236}">
                <a16:creationId xmlns:a16="http://schemas.microsoft.com/office/drawing/2014/main" id="{31640C63-4FF0-44F2-879D-9EE5B59F5525}"/>
              </a:ext>
            </a:extLst>
          </p:cNvPr>
          <p:cNvSpPr/>
          <p:nvPr/>
        </p:nvSpPr>
        <p:spPr>
          <a:xfrm>
            <a:off x="568481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8" name="Connector 106">
            <a:extLst>
              <a:ext uri="{FF2B5EF4-FFF2-40B4-BE49-F238E27FC236}">
                <a16:creationId xmlns:a16="http://schemas.microsoft.com/office/drawing/2014/main" id="{6BC06495-4144-4EBD-B07E-828D188025B6}"/>
              </a:ext>
            </a:extLst>
          </p:cNvPr>
          <p:cNvCxnSpPr/>
          <p:nvPr/>
        </p:nvCxnSpPr>
        <p:spPr>
          <a:xfrm>
            <a:off x="5752664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107">
            <a:extLst>
              <a:ext uri="{FF2B5EF4-FFF2-40B4-BE49-F238E27FC236}">
                <a16:creationId xmlns:a16="http://schemas.microsoft.com/office/drawing/2014/main" id="{63353D8D-ED5E-4D2E-B601-29ADBB1FDF45}"/>
              </a:ext>
            </a:extLst>
          </p:cNvPr>
          <p:cNvSpPr/>
          <p:nvPr/>
        </p:nvSpPr>
        <p:spPr>
          <a:xfrm>
            <a:off x="589320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108">
            <a:extLst>
              <a:ext uri="{FF2B5EF4-FFF2-40B4-BE49-F238E27FC236}">
                <a16:creationId xmlns:a16="http://schemas.microsoft.com/office/drawing/2014/main" id="{0C2C25F5-2A93-442A-834B-0E311118AF61}"/>
              </a:ext>
            </a:extLst>
          </p:cNvPr>
          <p:cNvSpPr txBox="1"/>
          <p:nvPr/>
        </p:nvSpPr>
        <p:spPr>
          <a:xfrm>
            <a:off x="6079928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231" name="Oval 109">
            <a:extLst>
              <a:ext uri="{FF2B5EF4-FFF2-40B4-BE49-F238E27FC236}">
                <a16:creationId xmlns:a16="http://schemas.microsoft.com/office/drawing/2014/main" id="{2AAC2C9E-3BE6-4043-B5FF-8359549DFE3A}"/>
              </a:ext>
            </a:extLst>
          </p:cNvPr>
          <p:cNvSpPr/>
          <p:nvPr/>
        </p:nvSpPr>
        <p:spPr>
          <a:xfrm>
            <a:off x="6379759" y="3919875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2" name="Connector 110">
            <a:extLst>
              <a:ext uri="{FF2B5EF4-FFF2-40B4-BE49-F238E27FC236}">
                <a16:creationId xmlns:a16="http://schemas.microsoft.com/office/drawing/2014/main" id="{FD9CBE51-5219-4FF3-A34F-66BFEB788D95}"/>
              </a:ext>
            </a:extLst>
          </p:cNvPr>
          <p:cNvCxnSpPr/>
          <p:nvPr/>
        </p:nvCxnSpPr>
        <p:spPr>
          <a:xfrm flipH="1">
            <a:off x="6222254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Oval 111">
            <a:extLst>
              <a:ext uri="{FF2B5EF4-FFF2-40B4-BE49-F238E27FC236}">
                <a16:creationId xmlns:a16="http://schemas.microsoft.com/office/drawing/2014/main" id="{7E3D8176-D0C1-4296-A5C9-4DFFB956F7C4}"/>
              </a:ext>
            </a:extLst>
          </p:cNvPr>
          <p:cNvSpPr/>
          <p:nvPr/>
        </p:nvSpPr>
        <p:spPr>
          <a:xfrm>
            <a:off x="6171368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4" name="Connector 112">
            <a:extLst>
              <a:ext uri="{FF2B5EF4-FFF2-40B4-BE49-F238E27FC236}">
                <a16:creationId xmlns:a16="http://schemas.microsoft.com/office/drawing/2014/main" id="{037D3B8B-D385-4F0C-BBC9-CF22060B49DC}"/>
              </a:ext>
            </a:extLst>
          </p:cNvPr>
          <p:cNvCxnSpPr/>
          <p:nvPr/>
        </p:nvCxnSpPr>
        <p:spPr>
          <a:xfrm flipH="1">
            <a:off x="6430646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13">
            <a:extLst>
              <a:ext uri="{FF2B5EF4-FFF2-40B4-BE49-F238E27FC236}">
                <a16:creationId xmlns:a16="http://schemas.microsoft.com/office/drawing/2014/main" id="{E6FD9652-4C8A-4FC0-A57F-4B585B2B9E21}"/>
              </a:ext>
            </a:extLst>
          </p:cNvPr>
          <p:cNvSpPr/>
          <p:nvPr/>
        </p:nvSpPr>
        <p:spPr>
          <a:xfrm>
            <a:off x="637975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6" name="Connector 114">
            <a:extLst>
              <a:ext uri="{FF2B5EF4-FFF2-40B4-BE49-F238E27FC236}">
                <a16:creationId xmlns:a16="http://schemas.microsoft.com/office/drawing/2014/main" id="{0342F2C1-ED94-448A-9171-73980F1D1D99}"/>
              </a:ext>
            </a:extLst>
          </p:cNvPr>
          <p:cNvCxnSpPr/>
          <p:nvPr/>
        </p:nvCxnSpPr>
        <p:spPr>
          <a:xfrm>
            <a:off x="6447608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15">
            <a:extLst>
              <a:ext uri="{FF2B5EF4-FFF2-40B4-BE49-F238E27FC236}">
                <a16:creationId xmlns:a16="http://schemas.microsoft.com/office/drawing/2014/main" id="{274A2A98-204E-41B8-A23D-199B0865A1FF}"/>
              </a:ext>
            </a:extLst>
          </p:cNvPr>
          <p:cNvSpPr/>
          <p:nvPr/>
        </p:nvSpPr>
        <p:spPr>
          <a:xfrm>
            <a:off x="658815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116">
            <a:extLst>
              <a:ext uri="{FF2B5EF4-FFF2-40B4-BE49-F238E27FC236}">
                <a16:creationId xmlns:a16="http://schemas.microsoft.com/office/drawing/2014/main" id="{E851361E-2DA9-46A7-ABA2-4B8ECC92DE18}"/>
              </a:ext>
            </a:extLst>
          </p:cNvPr>
          <p:cNvSpPr txBox="1"/>
          <p:nvPr/>
        </p:nvSpPr>
        <p:spPr>
          <a:xfrm>
            <a:off x="6774872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239" name="Oval 117">
            <a:extLst>
              <a:ext uri="{FF2B5EF4-FFF2-40B4-BE49-F238E27FC236}">
                <a16:creationId xmlns:a16="http://schemas.microsoft.com/office/drawing/2014/main" id="{8EF4BE15-C562-4E78-9FD6-FEDA3B580523}"/>
              </a:ext>
            </a:extLst>
          </p:cNvPr>
          <p:cNvSpPr/>
          <p:nvPr/>
        </p:nvSpPr>
        <p:spPr>
          <a:xfrm>
            <a:off x="7074703" y="3919875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0" name="Connector 118">
            <a:extLst>
              <a:ext uri="{FF2B5EF4-FFF2-40B4-BE49-F238E27FC236}">
                <a16:creationId xmlns:a16="http://schemas.microsoft.com/office/drawing/2014/main" id="{CD6073AA-359F-4726-B82A-E1408AC5B59B}"/>
              </a:ext>
            </a:extLst>
          </p:cNvPr>
          <p:cNvCxnSpPr/>
          <p:nvPr/>
        </p:nvCxnSpPr>
        <p:spPr>
          <a:xfrm flipH="1">
            <a:off x="6917198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119">
            <a:extLst>
              <a:ext uri="{FF2B5EF4-FFF2-40B4-BE49-F238E27FC236}">
                <a16:creationId xmlns:a16="http://schemas.microsoft.com/office/drawing/2014/main" id="{3B368BEC-C19D-4F83-B51B-A64339913FBF}"/>
              </a:ext>
            </a:extLst>
          </p:cNvPr>
          <p:cNvSpPr/>
          <p:nvPr/>
        </p:nvSpPr>
        <p:spPr>
          <a:xfrm>
            <a:off x="6866312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2" name="Connector 120">
            <a:extLst>
              <a:ext uri="{FF2B5EF4-FFF2-40B4-BE49-F238E27FC236}">
                <a16:creationId xmlns:a16="http://schemas.microsoft.com/office/drawing/2014/main" id="{FBCF19DE-EE49-4300-A6D6-C9D1F6EA6303}"/>
              </a:ext>
            </a:extLst>
          </p:cNvPr>
          <p:cNvCxnSpPr/>
          <p:nvPr/>
        </p:nvCxnSpPr>
        <p:spPr>
          <a:xfrm flipH="1">
            <a:off x="7125590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Oval 121">
            <a:extLst>
              <a:ext uri="{FF2B5EF4-FFF2-40B4-BE49-F238E27FC236}">
                <a16:creationId xmlns:a16="http://schemas.microsoft.com/office/drawing/2014/main" id="{FE471F8B-8018-4844-88B6-E77E5CFD5F3B}"/>
              </a:ext>
            </a:extLst>
          </p:cNvPr>
          <p:cNvSpPr/>
          <p:nvPr/>
        </p:nvSpPr>
        <p:spPr>
          <a:xfrm>
            <a:off x="707470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4" name="Connector 122">
            <a:extLst>
              <a:ext uri="{FF2B5EF4-FFF2-40B4-BE49-F238E27FC236}">
                <a16:creationId xmlns:a16="http://schemas.microsoft.com/office/drawing/2014/main" id="{27FC8903-D8BF-4DA8-ABD3-9102728640ED}"/>
              </a:ext>
            </a:extLst>
          </p:cNvPr>
          <p:cNvCxnSpPr/>
          <p:nvPr/>
        </p:nvCxnSpPr>
        <p:spPr>
          <a:xfrm>
            <a:off x="7142552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123">
            <a:extLst>
              <a:ext uri="{FF2B5EF4-FFF2-40B4-BE49-F238E27FC236}">
                <a16:creationId xmlns:a16="http://schemas.microsoft.com/office/drawing/2014/main" id="{E6D82E41-94AE-4CE7-8DDB-F3F9EF832B44}"/>
              </a:ext>
            </a:extLst>
          </p:cNvPr>
          <p:cNvSpPr/>
          <p:nvPr/>
        </p:nvSpPr>
        <p:spPr>
          <a:xfrm>
            <a:off x="728309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TextBox 124">
            <a:extLst>
              <a:ext uri="{FF2B5EF4-FFF2-40B4-BE49-F238E27FC236}">
                <a16:creationId xmlns:a16="http://schemas.microsoft.com/office/drawing/2014/main" id="{CB76CA9E-CEF6-49D9-847E-06DEB866D2DA}"/>
              </a:ext>
            </a:extLst>
          </p:cNvPr>
          <p:cNvSpPr txBox="1"/>
          <p:nvPr/>
        </p:nvSpPr>
        <p:spPr>
          <a:xfrm>
            <a:off x="7469816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247" name="Oval 125">
            <a:extLst>
              <a:ext uri="{FF2B5EF4-FFF2-40B4-BE49-F238E27FC236}">
                <a16:creationId xmlns:a16="http://schemas.microsoft.com/office/drawing/2014/main" id="{A4EC1288-1CE4-4E42-95AF-35893EAB529F}"/>
              </a:ext>
            </a:extLst>
          </p:cNvPr>
          <p:cNvSpPr/>
          <p:nvPr/>
        </p:nvSpPr>
        <p:spPr>
          <a:xfrm>
            <a:off x="7769647" y="3919875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8" name="Connector 126">
            <a:extLst>
              <a:ext uri="{FF2B5EF4-FFF2-40B4-BE49-F238E27FC236}">
                <a16:creationId xmlns:a16="http://schemas.microsoft.com/office/drawing/2014/main" id="{832555B5-06A9-4B0A-91B6-C0FF8FD6392C}"/>
              </a:ext>
            </a:extLst>
          </p:cNvPr>
          <p:cNvCxnSpPr/>
          <p:nvPr/>
        </p:nvCxnSpPr>
        <p:spPr>
          <a:xfrm flipH="1">
            <a:off x="7612142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Oval 127">
            <a:extLst>
              <a:ext uri="{FF2B5EF4-FFF2-40B4-BE49-F238E27FC236}">
                <a16:creationId xmlns:a16="http://schemas.microsoft.com/office/drawing/2014/main" id="{9607B7C6-D280-4F23-821E-E238B5150895}"/>
              </a:ext>
            </a:extLst>
          </p:cNvPr>
          <p:cNvSpPr/>
          <p:nvPr/>
        </p:nvSpPr>
        <p:spPr>
          <a:xfrm>
            <a:off x="7561256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6" name="Connector 128">
            <a:extLst>
              <a:ext uri="{FF2B5EF4-FFF2-40B4-BE49-F238E27FC236}">
                <a16:creationId xmlns:a16="http://schemas.microsoft.com/office/drawing/2014/main" id="{19AE7DAB-4D56-4071-B943-6CF8B281B5DC}"/>
              </a:ext>
            </a:extLst>
          </p:cNvPr>
          <p:cNvCxnSpPr/>
          <p:nvPr/>
        </p:nvCxnSpPr>
        <p:spPr>
          <a:xfrm flipH="1">
            <a:off x="7820534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Oval 129">
            <a:extLst>
              <a:ext uri="{FF2B5EF4-FFF2-40B4-BE49-F238E27FC236}">
                <a16:creationId xmlns:a16="http://schemas.microsoft.com/office/drawing/2014/main" id="{CB333335-15A3-4F60-8B35-2E83299153F4}"/>
              </a:ext>
            </a:extLst>
          </p:cNvPr>
          <p:cNvSpPr/>
          <p:nvPr/>
        </p:nvSpPr>
        <p:spPr>
          <a:xfrm>
            <a:off x="776964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4" name="Connector 130">
            <a:extLst>
              <a:ext uri="{FF2B5EF4-FFF2-40B4-BE49-F238E27FC236}">
                <a16:creationId xmlns:a16="http://schemas.microsoft.com/office/drawing/2014/main" id="{8B8766BB-8DF6-4FDE-9D9A-A2F47FAD1093}"/>
              </a:ext>
            </a:extLst>
          </p:cNvPr>
          <p:cNvCxnSpPr/>
          <p:nvPr/>
        </p:nvCxnSpPr>
        <p:spPr>
          <a:xfrm>
            <a:off x="7837496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131">
            <a:extLst>
              <a:ext uri="{FF2B5EF4-FFF2-40B4-BE49-F238E27FC236}">
                <a16:creationId xmlns:a16="http://schemas.microsoft.com/office/drawing/2014/main" id="{ADB4F24C-7B10-47FF-AF02-EA247E69DE8D}"/>
              </a:ext>
            </a:extLst>
          </p:cNvPr>
          <p:cNvSpPr/>
          <p:nvPr/>
        </p:nvSpPr>
        <p:spPr>
          <a:xfrm>
            <a:off x="797803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6" name="Connector 132">
            <a:extLst>
              <a:ext uri="{FF2B5EF4-FFF2-40B4-BE49-F238E27FC236}">
                <a16:creationId xmlns:a16="http://schemas.microsoft.com/office/drawing/2014/main" id="{DCB75FDC-F243-4FAA-8993-465AEE97A589}"/>
              </a:ext>
            </a:extLst>
          </p:cNvPr>
          <p:cNvCxnSpPr/>
          <p:nvPr/>
        </p:nvCxnSpPr>
        <p:spPr>
          <a:xfrm>
            <a:off x="6399968" y="4806843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Rounded Rectangle 133">
            <a:extLst>
              <a:ext uri="{FF2B5EF4-FFF2-40B4-BE49-F238E27FC236}">
                <a16:creationId xmlns:a16="http://schemas.microsoft.com/office/drawing/2014/main" id="{168CFB80-651B-4211-99A6-5A6AA428B5F9}"/>
              </a:ext>
            </a:extLst>
          </p:cNvPr>
          <p:cNvSpPr/>
          <p:nvPr/>
        </p:nvSpPr>
        <p:spPr>
          <a:xfrm>
            <a:off x="297595" y="5373771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TextBox 134">
            <a:extLst>
              <a:ext uri="{FF2B5EF4-FFF2-40B4-BE49-F238E27FC236}">
                <a16:creationId xmlns:a16="http://schemas.microsoft.com/office/drawing/2014/main" id="{AFD654F2-BDAD-416C-9941-8AEB822F7395}"/>
              </a:ext>
            </a:extLst>
          </p:cNvPr>
          <p:cNvSpPr txBox="1"/>
          <p:nvPr/>
        </p:nvSpPr>
        <p:spPr>
          <a:xfrm>
            <a:off x="434755" y="5520075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336" name="Picture 135" descr="image.png">
            <a:extLst>
              <a:ext uri="{FF2B5EF4-FFF2-40B4-BE49-F238E27FC236}">
                <a16:creationId xmlns:a16="http://schemas.microsoft.com/office/drawing/2014/main" id="{14B70BD8-AC8C-438C-ABA9-11F44840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6068715"/>
            <a:ext cx="1237119" cy="1655064"/>
          </a:xfrm>
          <a:prstGeom prst="rect">
            <a:avLst/>
          </a:prstGeom>
        </p:spPr>
      </p:pic>
      <p:sp>
        <p:nvSpPr>
          <p:cNvPr id="337" name="TextBox 136">
            <a:extLst>
              <a:ext uri="{FF2B5EF4-FFF2-40B4-BE49-F238E27FC236}">
                <a16:creationId xmlns:a16="http://schemas.microsoft.com/office/drawing/2014/main" id="{6C344DE3-D4F7-42A8-B873-5061216ED260}"/>
              </a:ext>
            </a:extLst>
          </p:cNvPr>
          <p:cNvSpPr txBox="1"/>
          <p:nvPr/>
        </p:nvSpPr>
        <p:spPr>
          <a:xfrm>
            <a:off x="1989235" y="6187587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positioned?</a:t>
            </a:r>
          </a:p>
        </p:txBody>
      </p:sp>
      <p:sp>
        <p:nvSpPr>
          <p:cNvPr id="338" name="TextBox 137">
            <a:extLst>
              <a:ext uri="{FF2B5EF4-FFF2-40B4-BE49-F238E27FC236}">
                <a16:creationId xmlns:a16="http://schemas.microsoft.com/office/drawing/2014/main" id="{94806A61-48B2-4B5A-AA40-D221A2EC05D6}"/>
              </a:ext>
            </a:extLst>
          </p:cNvPr>
          <p:cNvSpPr txBox="1"/>
          <p:nvPr/>
        </p:nvSpPr>
        <p:spPr>
          <a:xfrm>
            <a:off x="471331" y="8025531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339" name="TextBox 138">
            <a:extLst>
              <a:ext uri="{FF2B5EF4-FFF2-40B4-BE49-F238E27FC236}">
                <a16:creationId xmlns:a16="http://schemas.microsoft.com/office/drawing/2014/main" id="{B7E3116E-3C0A-4827-9AEB-5ADF976ED238}"/>
              </a:ext>
            </a:extLst>
          </p:cNvPr>
          <p:cNvSpPr txBox="1"/>
          <p:nvPr/>
        </p:nvSpPr>
        <p:spPr>
          <a:xfrm>
            <a:off x="471331" y="8610747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340" name="Connector 139">
            <a:extLst>
              <a:ext uri="{FF2B5EF4-FFF2-40B4-BE49-F238E27FC236}">
                <a16:creationId xmlns:a16="http://schemas.microsoft.com/office/drawing/2014/main" id="{055F6BE6-899D-4423-91CA-0AA425875B00}"/>
              </a:ext>
            </a:extLst>
          </p:cNvPr>
          <p:cNvCxnSpPr/>
          <p:nvPr/>
        </p:nvCxnSpPr>
        <p:spPr>
          <a:xfrm>
            <a:off x="3644299" y="7175139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Rounded Rectangle 140">
            <a:extLst>
              <a:ext uri="{FF2B5EF4-FFF2-40B4-BE49-F238E27FC236}">
                <a16:creationId xmlns:a16="http://schemas.microsoft.com/office/drawing/2014/main" id="{8784DF7F-465E-44B4-A7AA-F39CDDC54F98}"/>
              </a:ext>
            </a:extLst>
          </p:cNvPr>
          <p:cNvSpPr/>
          <p:nvPr/>
        </p:nvSpPr>
        <p:spPr>
          <a:xfrm>
            <a:off x="4202082" y="5190891"/>
            <a:ext cx="5248657" cy="2713684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ounded Rectangle 140">
            <a:extLst>
              <a:ext uri="{FF2B5EF4-FFF2-40B4-BE49-F238E27FC236}">
                <a16:creationId xmlns:a16="http://schemas.microsoft.com/office/drawing/2014/main" id="{CB4DE975-3E9F-4A84-AEB8-2A656B70B5F4}"/>
              </a:ext>
            </a:extLst>
          </p:cNvPr>
          <p:cNvSpPr/>
          <p:nvPr/>
        </p:nvSpPr>
        <p:spPr>
          <a:xfrm>
            <a:off x="4125632" y="5282331"/>
            <a:ext cx="5263621" cy="2713689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ounded Rectangle 140">
            <a:extLst>
              <a:ext uri="{FF2B5EF4-FFF2-40B4-BE49-F238E27FC236}">
                <a16:creationId xmlns:a16="http://schemas.microsoft.com/office/drawing/2014/main" id="{5F84373D-E099-498B-9AA2-58CE6CE738C6}"/>
              </a:ext>
            </a:extLst>
          </p:cNvPr>
          <p:cNvSpPr/>
          <p:nvPr/>
        </p:nvSpPr>
        <p:spPr>
          <a:xfrm>
            <a:off x="4019202" y="5373771"/>
            <a:ext cx="5285229" cy="27185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TextBox 141">
            <a:extLst>
              <a:ext uri="{FF2B5EF4-FFF2-40B4-BE49-F238E27FC236}">
                <a16:creationId xmlns:a16="http://schemas.microsoft.com/office/drawing/2014/main" id="{519E8639-F651-46A9-9769-5F6EDDD4941F}"/>
              </a:ext>
            </a:extLst>
          </p:cNvPr>
          <p:cNvSpPr txBox="1"/>
          <p:nvPr/>
        </p:nvSpPr>
        <p:spPr>
          <a:xfrm>
            <a:off x="4220371" y="5538363"/>
            <a:ext cx="4882896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judge subtree Rᵢ</a:t>
            </a:r>
          </a:p>
        </p:txBody>
      </p:sp>
      <p:sp>
        <p:nvSpPr>
          <p:cNvPr id="345" name="Rounded Rectangle 143">
            <a:extLst>
              <a:ext uri="{FF2B5EF4-FFF2-40B4-BE49-F238E27FC236}">
                <a16:creationId xmlns:a16="http://schemas.microsoft.com/office/drawing/2014/main" id="{B7601427-0AA6-4A6F-80AD-731E8E89C677}"/>
              </a:ext>
            </a:extLst>
          </p:cNvPr>
          <p:cNvSpPr/>
          <p:nvPr/>
        </p:nvSpPr>
        <p:spPr>
          <a:xfrm>
            <a:off x="4339243" y="6160151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144">
            <a:extLst>
              <a:ext uri="{FF2B5EF4-FFF2-40B4-BE49-F238E27FC236}">
                <a16:creationId xmlns:a16="http://schemas.microsoft.com/office/drawing/2014/main" id="{5E2551BB-8028-4AC5-B1C7-CFAFE382972D}"/>
              </a:ext>
            </a:extLst>
          </p:cNvPr>
          <p:cNvSpPr/>
          <p:nvPr/>
        </p:nvSpPr>
        <p:spPr>
          <a:xfrm>
            <a:off x="4877367" y="6379607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7" name="Connector 145">
            <a:extLst>
              <a:ext uri="{FF2B5EF4-FFF2-40B4-BE49-F238E27FC236}">
                <a16:creationId xmlns:a16="http://schemas.microsoft.com/office/drawing/2014/main" id="{317E16FF-8AC9-440A-946B-F6B496173CCD}"/>
              </a:ext>
            </a:extLst>
          </p:cNvPr>
          <p:cNvCxnSpPr/>
          <p:nvPr/>
        </p:nvCxnSpPr>
        <p:spPr>
          <a:xfrm flipH="1">
            <a:off x="4595046" y="6622837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Oval 146">
            <a:extLst>
              <a:ext uri="{FF2B5EF4-FFF2-40B4-BE49-F238E27FC236}">
                <a16:creationId xmlns:a16="http://schemas.microsoft.com/office/drawing/2014/main" id="{8231547E-5B4F-4E2A-A804-ED9647B1ED31}"/>
              </a:ext>
            </a:extLst>
          </p:cNvPr>
          <p:cNvSpPr/>
          <p:nvPr/>
        </p:nvSpPr>
        <p:spPr>
          <a:xfrm>
            <a:off x="4503835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0" name="Connector 147">
            <a:extLst>
              <a:ext uri="{FF2B5EF4-FFF2-40B4-BE49-F238E27FC236}">
                <a16:creationId xmlns:a16="http://schemas.microsoft.com/office/drawing/2014/main" id="{8080395C-FED4-4B1E-90F7-761885ABB1F0}"/>
              </a:ext>
            </a:extLst>
          </p:cNvPr>
          <p:cNvCxnSpPr/>
          <p:nvPr/>
        </p:nvCxnSpPr>
        <p:spPr>
          <a:xfrm flipH="1">
            <a:off x="4968578" y="6622837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Oval 148">
            <a:extLst>
              <a:ext uri="{FF2B5EF4-FFF2-40B4-BE49-F238E27FC236}">
                <a16:creationId xmlns:a16="http://schemas.microsoft.com/office/drawing/2014/main" id="{020B8FA2-D441-401E-B142-7EEB173FF336}"/>
              </a:ext>
            </a:extLst>
          </p:cNvPr>
          <p:cNvSpPr/>
          <p:nvPr/>
        </p:nvSpPr>
        <p:spPr>
          <a:xfrm>
            <a:off x="4877367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4" name="Connector 149">
            <a:extLst>
              <a:ext uri="{FF2B5EF4-FFF2-40B4-BE49-F238E27FC236}">
                <a16:creationId xmlns:a16="http://schemas.microsoft.com/office/drawing/2014/main" id="{AFB30F45-5558-4FCE-8E1B-F58D610930EE}"/>
              </a:ext>
            </a:extLst>
          </p:cNvPr>
          <p:cNvCxnSpPr/>
          <p:nvPr/>
        </p:nvCxnSpPr>
        <p:spPr>
          <a:xfrm>
            <a:off x="4998982" y="6622837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150">
            <a:extLst>
              <a:ext uri="{FF2B5EF4-FFF2-40B4-BE49-F238E27FC236}">
                <a16:creationId xmlns:a16="http://schemas.microsoft.com/office/drawing/2014/main" id="{EAE1371F-EBC3-49D9-A25E-C99D1B068625}"/>
              </a:ext>
            </a:extLst>
          </p:cNvPr>
          <p:cNvSpPr/>
          <p:nvPr/>
        </p:nvSpPr>
        <p:spPr>
          <a:xfrm>
            <a:off x="5250899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6" name="Connector 151">
            <a:extLst>
              <a:ext uri="{FF2B5EF4-FFF2-40B4-BE49-F238E27FC236}">
                <a16:creationId xmlns:a16="http://schemas.microsoft.com/office/drawing/2014/main" id="{5E18EF53-1373-4CD6-BCBE-59FC36819370}"/>
              </a:ext>
            </a:extLst>
          </p:cNvPr>
          <p:cNvCxnSpPr/>
          <p:nvPr/>
        </p:nvCxnSpPr>
        <p:spPr>
          <a:xfrm>
            <a:off x="5710843" y="6791087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A65C5972-68B4-47BA-BFD8-061E7A651089}"/>
              </a:ext>
            </a:extLst>
          </p:cNvPr>
          <p:cNvGrpSpPr/>
          <p:nvPr/>
        </p:nvGrpSpPr>
        <p:grpSpPr>
          <a:xfrm>
            <a:off x="6272970" y="6203127"/>
            <a:ext cx="983437" cy="1185062"/>
            <a:chOff x="6272970" y="5953743"/>
            <a:chExt cx="983437" cy="1185062"/>
          </a:xfrm>
        </p:grpSpPr>
        <p:cxnSp>
          <p:nvCxnSpPr>
            <p:cNvPr id="358" name="Connector 152">
              <a:extLst>
                <a:ext uri="{FF2B5EF4-FFF2-40B4-BE49-F238E27FC236}">
                  <a16:creationId xmlns:a16="http://schemas.microsoft.com/office/drawing/2014/main" id="{6A04B44B-46CF-4CCC-ABC7-8657D1E981D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9" name="Oval 153">
              <a:extLst>
                <a:ext uri="{FF2B5EF4-FFF2-40B4-BE49-F238E27FC236}">
                  <a16:creationId xmlns:a16="http://schemas.microsoft.com/office/drawing/2014/main" id="{601B05B4-2619-4A5B-97AE-397CEBDF7EE7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0" name="Rounded Rectangle 154">
              <a:extLst>
                <a:ext uri="{FF2B5EF4-FFF2-40B4-BE49-F238E27FC236}">
                  <a16:creationId xmlns:a16="http://schemas.microsoft.com/office/drawing/2014/main" id="{2BABD139-2603-4974-9183-CD39B048836A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2" name="Rounded Rectangle 155">
              <a:extLst>
                <a:ext uri="{FF2B5EF4-FFF2-40B4-BE49-F238E27FC236}">
                  <a16:creationId xmlns:a16="http://schemas.microsoft.com/office/drawing/2014/main" id="{3DCE79A7-1ECE-4903-884A-B83274BE086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3" name="Rounded Rectangle 156">
              <a:extLst>
                <a:ext uri="{FF2B5EF4-FFF2-40B4-BE49-F238E27FC236}">
                  <a16:creationId xmlns:a16="http://schemas.microsoft.com/office/drawing/2014/main" id="{DD3F1809-DBF6-4F9E-B23F-7E5FDDAB9307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4" name="Rounded Rectangle 157">
              <a:extLst>
                <a:ext uri="{FF2B5EF4-FFF2-40B4-BE49-F238E27FC236}">
                  <a16:creationId xmlns:a16="http://schemas.microsoft.com/office/drawing/2014/main" id="{FB0806E2-1462-4984-9B56-32151CAD0945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5" name="Oval 158">
              <a:extLst>
                <a:ext uri="{FF2B5EF4-FFF2-40B4-BE49-F238E27FC236}">
                  <a16:creationId xmlns:a16="http://schemas.microsoft.com/office/drawing/2014/main" id="{5FE28962-8559-4659-A494-06C6D310B24A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7" name="Oval 159">
              <a:extLst>
                <a:ext uri="{FF2B5EF4-FFF2-40B4-BE49-F238E27FC236}">
                  <a16:creationId xmlns:a16="http://schemas.microsoft.com/office/drawing/2014/main" id="{588D8D47-E3B5-41BF-AB2A-75FE064E8BB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8" name="Freeform 160">
              <a:extLst>
                <a:ext uri="{FF2B5EF4-FFF2-40B4-BE49-F238E27FC236}">
                  <a16:creationId xmlns:a16="http://schemas.microsoft.com/office/drawing/2014/main" id="{A8B15446-602E-42AD-ADC9-DA37FAF8B6E8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369" name="Connector 161">
            <a:extLst>
              <a:ext uri="{FF2B5EF4-FFF2-40B4-BE49-F238E27FC236}">
                <a16:creationId xmlns:a16="http://schemas.microsoft.com/office/drawing/2014/main" id="{6F0E3CD8-B0BA-4923-A28D-9F25E6151775}"/>
              </a:ext>
            </a:extLst>
          </p:cNvPr>
          <p:cNvCxnSpPr/>
          <p:nvPr/>
        </p:nvCxnSpPr>
        <p:spPr>
          <a:xfrm>
            <a:off x="7301899" y="6791087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Rounded Rectangle 162">
            <a:extLst>
              <a:ext uri="{FF2B5EF4-FFF2-40B4-BE49-F238E27FC236}">
                <a16:creationId xmlns:a16="http://schemas.microsoft.com/office/drawing/2014/main" id="{D45F1CE0-69FB-43DC-9C09-A20386250D9C}"/>
              </a:ext>
            </a:extLst>
          </p:cNvPr>
          <p:cNvSpPr/>
          <p:nvPr/>
        </p:nvSpPr>
        <p:spPr>
          <a:xfrm>
            <a:off x="7740811" y="6041278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TextBox 163">
            <a:extLst>
              <a:ext uri="{FF2B5EF4-FFF2-40B4-BE49-F238E27FC236}">
                <a16:creationId xmlns:a16="http://schemas.microsoft.com/office/drawing/2014/main" id="{B2028DEB-7954-40A3-B4E8-907317A59554}"/>
              </a:ext>
            </a:extLst>
          </p:cNvPr>
          <p:cNvSpPr txBox="1"/>
          <p:nvPr/>
        </p:nvSpPr>
        <p:spPr>
          <a:xfrm>
            <a:off x="7786531" y="6187583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372" name="Connector 164">
            <a:extLst>
              <a:ext uri="{FF2B5EF4-FFF2-40B4-BE49-F238E27FC236}">
                <a16:creationId xmlns:a16="http://schemas.microsoft.com/office/drawing/2014/main" id="{C4C27D86-D5DA-489D-A1B6-0FB158C5AFD5}"/>
              </a:ext>
            </a:extLst>
          </p:cNvPr>
          <p:cNvCxnSpPr/>
          <p:nvPr/>
        </p:nvCxnSpPr>
        <p:spPr>
          <a:xfrm>
            <a:off x="7859683" y="6626495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TextBox 165">
            <a:extLst>
              <a:ext uri="{FF2B5EF4-FFF2-40B4-BE49-F238E27FC236}">
                <a16:creationId xmlns:a16="http://schemas.microsoft.com/office/drawing/2014/main" id="{C6EE6092-334A-41D7-AF49-7CF3B22B843E}"/>
              </a:ext>
            </a:extLst>
          </p:cNvPr>
          <p:cNvSpPr txBox="1"/>
          <p:nvPr/>
        </p:nvSpPr>
        <p:spPr>
          <a:xfrm>
            <a:off x="7832251" y="6791087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374" name="Connector 166">
            <a:extLst>
              <a:ext uri="{FF2B5EF4-FFF2-40B4-BE49-F238E27FC236}">
                <a16:creationId xmlns:a16="http://schemas.microsoft.com/office/drawing/2014/main" id="{4D55BB74-C658-4348-AADC-80A7D76D887C}"/>
              </a:ext>
            </a:extLst>
          </p:cNvPr>
          <p:cNvCxnSpPr/>
          <p:nvPr/>
        </p:nvCxnSpPr>
        <p:spPr>
          <a:xfrm>
            <a:off x="7914546" y="7471934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167">
            <a:extLst>
              <a:ext uri="{FF2B5EF4-FFF2-40B4-BE49-F238E27FC236}">
                <a16:creationId xmlns:a16="http://schemas.microsoft.com/office/drawing/2014/main" id="{A6FAD797-ECCC-49A7-B841-ADE4A73F8E93}"/>
              </a:ext>
            </a:extLst>
          </p:cNvPr>
          <p:cNvCxnSpPr/>
          <p:nvPr/>
        </p:nvCxnSpPr>
        <p:spPr>
          <a:xfrm>
            <a:off x="7914546" y="759652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168">
            <a:extLst>
              <a:ext uri="{FF2B5EF4-FFF2-40B4-BE49-F238E27FC236}">
                <a16:creationId xmlns:a16="http://schemas.microsoft.com/office/drawing/2014/main" id="{22C61260-E6EF-4C34-B258-DE8982F2E2BA}"/>
              </a:ext>
            </a:extLst>
          </p:cNvPr>
          <p:cNvCxnSpPr/>
          <p:nvPr/>
        </p:nvCxnSpPr>
        <p:spPr>
          <a:xfrm>
            <a:off x="7914546" y="7702058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185">
            <a:extLst>
              <a:ext uri="{FF2B5EF4-FFF2-40B4-BE49-F238E27FC236}">
                <a16:creationId xmlns:a16="http://schemas.microsoft.com/office/drawing/2014/main" id="{BD75D75F-A44A-43EC-B3C0-99A4F99775A1}"/>
              </a:ext>
            </a:extLst>
          </p:cNvPr>
          <p:cNvCxnSpPr/>
          <p:nvPr/>
        </p:nvCxnSpPr>
        <p:spPr>
          <a:xfrm>
            <a:off x="6483452" y="810596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186">
            <a:extLst>
              <a:ext uri="{FF2B5EF4-FFF2-40B4-BE49-F238E27FC236}">
                <a16:creationId xmlns:a16="http://schemas.microsoft.com/office/drawing/2014/main" id="{B436C5A0-B143-4063-A7E6-B215B4556D24}"/>
              </a:ext>
            </a:extLst>
          </p:cNvPr>
          <p:cNvSpPr/>
          <p:nvPr/>
        </p:nvSpPr>
        <p:spPr>
          <a:xfrm>
            <a:off x="5221580" y="840771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TextBox 187">
            <a:extLst>
              <a:ext uri="{FF2B5EF4-FFF2-40B4-BE49-F238E27FC236}">
                <a16:creationId xmlns:a16="http://schemas.microsoft.com/office/drawing/2014/main" id="{978BE4C9-C168-4575-85E3-2E0B04ECB297}"/>
              </a:ext>
            </a:extLst>
          </p:cNvPr>
          <p:cNvSpPr txBox="1"/>
          <p:nvPr/>
        </p:nvSpPr>
        <p:spPr>
          <a:xfrm>
            <a:off x="5322164" y="845343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sp>
        <p:nvSpPr>
          <p:cNvPr id="380" name="Rounded Rectangle 191">
            <a:extLst>
              <a:ext uri="{FF2B5EF4-FFF2-40B4-BE49-F238E27FC236}">
                <a16:creationId xmlns:a16="http://schemas.microsoft.com/office/drawing/2014/main" id="{B0D485BF-8E5F-4728-8D57-FDEFB5794968}"/>
              </a:ext>
            </a:extLst>
          </p:cNvPr>
          <p:cNvSpPr/>
          <p:nvPr/>
        </p:nvSpPr>
        <p:spPr>
          <a:xfrm>
            <a:off x="14312016" y="3282490"/>
            <a:ext cx="2116012" cy="798063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TextBox 192">
            <a:extLst>
              <a:ext uri="{FF2B5EF4-FFF2-40B4-BE49-F238E27FC236}">
                <a16:creationId xmlns:a16="http://schemas.microsoft.com/office/drawing/2014/main" id="{EA84833C-3A75-4DB6-896E-E361469520AA}"/>
              </a:ext>
            </a:extLst>
          </p:cNvPr>
          <p:cNvSpPr txBox="1"/>
          <p:nvPr/>
        </p:nvSpPr>
        <p:spPr>
          <a:xfrm>
            <a:off x="14105035" y="3355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Human preference</a:t>
            </a:r>
          </a:p>
        </p:txBody>
      </p:sp>
      <p:sp>
        <p:nvSpPr>
          <p:cNvPr id="382" name="Oval 193">
            <a:extLst>
              <a:ext uri="{FF2B5EF4-FFF2-40B4-BE49-F238E27FC236}">
                <a16:creationId xmlns:a16="http://schemas.microsoft.com/office/drawing/2014/main" id="{6C716227-9268-4404-B8F7-4D69B626F6E7}"/>
              </a:ext>
            </a:extLst>
          </p:cNvPr>
          <p:cNvSpPr/>
          <p:nvPr/>
        </p:nvSpPr>
        <p:spPr>
          <a:xfrm>
            <a:off x="15079219" y="3676432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ounded Rectangle 194">
            <a:extLst>
              <a:ext uri="{FF2B5EF4-FFF2-40B4-BE49-F238E27FC236}">
                <a16:creationId xmlns:a16="http://schemas.microsoft.com/office/drawing/2014/main" id="{3EE32766-D035-4EAC-B7EF-9AE013A0BE44}"/>
              </a:ext>
            </a:extLst>
          </p:cNvPr>
          <p:cNvSpPr/>
          <p:nvPr/>
        </p:nvSpPr>
        <p:spPr>
          <a:xfrm>
            <a:off x="15024355" y="3850168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ounded Rectangle 195">
            <a:extLst>
              <a:ext uri="{FF2B5EF4-FFF2-40B4-BE49-F238E27FC236}">
                <a16:creationId xmlns:a16="http://schemas.microsoft.com/office/drawing/2014/main" id="{ED107CBC-C66F-4119-A8A2-CB3EEE52000B}"/>
              </a:ext>
            </a:extLst>
          </p:cNvPr>
          <p:cNvSpPr/>
          <p:nvPr/>
        </p:nvSpPr>
        <p:spPr>
          <a:xfrm>
            <a:off x="15581069" y="3687662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5" name="Connector 196">
            <a:extLst>
              <a:ext uri="{FF2B5EF4-FFF2-40B4-BE49-F238E27FC236}">
                <a16:creationId xmlns:a16="http://schemas.microsoft.com/office/drawing/2014/main" id="{25D05777-BD8C-41F7-A357-75D5D2A3F60B}"/>
              </a:ext>
            </a:extLst>
          </p:cNvPr>
          <p:cNvCxnSpPr/>
          <p:nvPr/>
        </p:nvCxnSpPr>
        <p:spPr>
          <a:xfrm>
            <a:off x="15622217" y="3749384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197">
            <a:extLst>
              <a:ext uri="{FF2B5EF4-FFF2-40B4-BE49-F238E27FC236}">
                <a16:creationId xmlns:a16="http://schemas.microsoft.com/office/drawing/2014/main" id="{ED4740BB-37B3-4481-96CB-C689374B46B8}"/>
              </a:ext>
            </a:extLst>
          </p:cNvPr>
          <p:cNvCxnSpPr/>
          <p:nvPr/>
        </p:nvCxnSpPr>
        <p:spPr>
          <a:xfrm>
            <a:off x="15622217" y="3800819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198">
            <a:extLst>
              <a:ext uri="{FF2B5EF4-FFF2-40B4-BE49-F238E27FC236}">
                <a16:creationId xmlns:a16="http://schemas.microsoft.com/office/drawing/2014/main" id="{7D98DC1A-5E7C-4737-A1E0-044401B1F97F}"/>
              </a:ext>
            </a:extLst>
          </p:cNvPr>
          <p:cNvCxnSpPr/>
          <p:nvPr/>
        </p:nvCxnSpPr>
        <p:spPr>
          <a:xfrm>
            <a:off x="15622217" y="3852253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199">
            <a:extLst>
              <a:ext uri="{FF2B5EF4-FFF2-40B4-BE49-F238E27FC236}">
                <a16:creationId xmlns:a16="http://schemas.microsoft.com/office/drawing/2014/main" id="{B7614EAA-6F15-44C2-A7F3-431850AEF596}"/>
              </a:ext>
            </a:extLst>
          </p:cNvPr>
          <p:cNvCxnSpPr/>
          <p:nvPr/>
        </p:nvCxnSpPr>
        <p:spPr>
          <a:xfrm>
            <a:off x="15622217" y="3903688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200">
            <a:extLst>
              <a:ext uri="{FF2B5EF4-FFF2-40B4-BE49-F238E27FC236}">
                <a16:creationId xmlns:a16="http://schemas.microsoft.com/office/drawing/2014/main" id="{A5DD3764-22AF-4930-9EEC-711295AB6482}"/>
              </a:ext>
            </a:extLst>
          </p:cNvPr>
          <p:cNvCxnSpPr>
            <a:cxnSpLocks/>
            <a:stCxn id="380" idx="2"/>
          </p:cNvCxnSpPr>
          <p:nvPr/>
        </p:nvCxnSpPr>
        <p:spPr>
          <a:xfrm>
            <a:off x="15370022" y="4080553"/>
            <a:ext cx="1457" cy="40412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201">
            <a:extLst>
              <a:ext uri="{FF2B5EF4-FFF2-40B4-BE49-F238E27FC236}">
                <a16:creationId xmlns:a16="http://schemas.microsoft.com/office/drawing/2014/main" id="{6E91C352-C1DD-4549-8702-CA27B8DE8263}"/>
              </a:ext>
            </a:extLst>
          </p:cNvPr>
          <p:cNvCxnSpPr>
            <a:cxnSpLocks/>
          </p:cNvCxnSpPr>
          <p:nvPr/>
        </p:nvCxnSpPr>
        <p:spPr>
          <a:xfrm flipH="1">
            <a:off x="14618165" y="4471024"/>
            <a:ext cx="753314" cy="724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202">
            <a:extLst>
              <a:ext uri="{FF2B5EF4-FFF2-40B4-BE49-F238E27FC236}">
                <a16:creationId xmlns:a16="http://schemas.microsoft.com/office/drawing/2014/main" id="{5A45DAEB-AAE8-4303-A984-B99F92E2E33C}"/>
              </a:ext>
            </a:extLst>
          </p:cNvPr>
          <p:cNvCxnSpPr>
            <a:cxnSpLocks/>
          </p:cNvCxnSpPr>
          <p:nvPr/>
        </p:nvCxnSpPr>
        <p:spPr>
          <a:xfrm>
            <a:off x="14627308" y="4471025"/>
            <a:ext cx="0" cy="3428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Rounded Rectangle 203">
            <a:extLst>
              <a:ext uri="{FF2B5EF4-FFF2-40B4-BE49-F238E27FC236}">
                <a16:creationId xmlns:a16="http://schemas.microsoft.com/office/drawing/2014/main" id="{6ACC6CA7-A339-4F58-B4AB-9A9F159DBCDD}"/>
              </a:ext>
            </a:extLst>
          </p:cNvPr>
          <p:cNvSpPr/>
          <p:nvPr/>
        </p:nvSpPr>
        <p:spPr>
          <a:xfrm>
            <a:off x="11630970" y="4834716"/>
            <a:ext cx="3621024" cy="523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TextBox 204">
            <a:extLst>
              <a:ext uri="{FF2B5EF4-FFF2-40B4-BE49-F238E27FC236}">
                <a16:creationId xmlns:a16="http://schemas.microsoft.com/office/drawing/2014/main" id="{5899E9A5-CC72-413F-B6A1-CA19342AAAD6}"/>
              </a:ext>
            </a:extLst>
          </p:cNvPr>
          <p:cNvSpPr txBox="1"/>
          <p:nvPr/>
        </p:nvSpPr>
        <p:spPr>
          <a:xfrm>
            <a:off x="11777274" y="4934611"/>
            <a:ext cx="3328416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Select </a:t>
            </a:r>
            <a:r>
              <a:rPr lang="en-US" sz="1900" dirty="0"/>
              <a:t>error</a:t>
            </a:r>
            <a:r>
              <a:rPr sz="1900" dirty="0"/>
              <a:t> cases for Rᵢ</a:t>
            </a:r>
          </a:p>
        </p:txBody>
      </p:sp>
      <p:cxnSp>
        <p:nvCxnSpPr>
          <p:cNvPr id="394" name="Connector 206">
            <a:extLst>
              <a:ext uri="{FF2B5EF4-FFF2-40B4-BE49-F238E27FC236}">
                <a16:creationId xmlns:a16="http://schemas.microsoft.com/office/drawing/2014/main" id="{C74F7B48-462F-4FF4-82E7-2CE4FF12A61B}"/>
              </a:ext>
            </a:extLst>
          </p:cNvPr>
          <p:cNvCxnSpPr/>
          <p:nvPr/>
        </p:nvCxnSpPr>
        <p:spPr>
          <a:xfrm>
            <a:off x="9086503" y="661653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207">
            <a:extLst>
              <a:ext uri="{FF2B5EF4-FFF2-40B4-BE49-F238E27FC236}">
                <a16:creationId xmlns:a16="http://schemas.microsoft.com/office/drawing/2014/main" id="{2A154385-CD1C-4831-9013-307DB90D019B}"/>
              </a:ext>
            </a:extLst>
          </p:cNvPr>
          <p:cNvCxnSpPr>
            <a:cxnSpLocks/>
          </p:cNvCxnSpPr>
          <p:nvPr/>
        </p:nvCxnSpPr>
        <p:spPr>
          <a:xfrm flipV="1">
            <a:off x="10456579" y="5094919"/>
            <a:ext cx="0" cy="1521615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208">
            <a:extLst>
              <a:ext uri="{FF2B5EF4-FFF2-40B4-BE49-F238E27FC236}">
                <a16:creationId xmlns:a16="http://schemas.microsoft.com/office/drawing/2014/main" id="{B3A470B0-431C-4B62-831D-B6D93E1259BF}"/>
              </a:ext>
            </a:extLst>
          </p:cNvPr>
          <p:cNvCxnSpPr>
            <a:cxnSpLocks/>
            <a:endCxn id="392" idx="1"/>
          </p:cNvCxnSpPr>
          <p:nvPr/>
        </p:nvCxnSpPr>
        <p:spPr>
          <a:xfrm>
            <a:off x="10456579" y="5094919"/>
            <a:ext cx="1174391" cy="165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209">
            <a:extLst>
              <a:ext uri="{FF2B5EF4-FFF2-40B4-BE49-F238E27FC236}">
                <a16:creationId xmlns:a16="http://schemas.microsoft.com/office/drawing/2014/main" id="{37E55AB9-550F-418B-A22A-824833D9BC02}"/>
              </a:ext>
            </a:extLst>
          </p:cNvPr>
          <p:cNvSpPr txBox="1"/>
          <p:nvPr/>
        </p:nvSpPr>
        <p:spPr>
          <a:xfrm>
            <a:off x="9857752" y="6639175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398" name="Connector 1130">
            <a:extLst>
              <a:ext uri="{FF2B5EF4-FFF2-40B4-BE49-F238E27FC236}">
                <a16:creationId xmlns:a16="http://schemas.microsoft.com/office/drawing/2014/main" id="{D2A42FEE-2A4E-42B0-9483-98FB9709B452}"/>
              </a:ext>
            </a:extLst>
          </p:cNvPr>
          <p:cNvCxnSpPr>
            <a:cxnSpLocks/>
          </p:cNvCxnSpPr>
          <p:nvPr/>
        </p:nvCxnSpPr>
        <p:spPr>
          <a:xfrm>
            <a:off x="6399968" y="4813908"/>
            <a:ext cx="0" cy="55986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9" name="Oval 264">
            <a:extLst>
              <a:ext uri="{FF2B5EF4-FFF2-40B4-BE49-F238E27FC236}">
                <a16:creationId xmlns:a16="http://schemas.microsoft.com/office/drawing/2014/main" id="{D8B1793F-BC3E-415E-ACDD-E324B902AA2D}"/>
              </a:ext>
            </a:extLst>
          </p:cNvPr>
          <p:cNvSpPr/>
          <p:nvPr/>
        </p:nvSpPr>
        <p:spPr>
          <a:xfrm>
            <a:off x="714025" y="11248464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TextBox 1902">
            <a:extLst>
              <a:ext uri="{FF2B5EF4-FFF2-40B4-BE49-F238E27FC236}">
                <a16:creationId xmlns:a16="http://schemas.microsoft.com/office/drawing/2014/main" id="{6FF22F44-3A5D-4A97-A287-BB9F3E4980DD}"/>
              </a:ext>
            </a:extLst>
          </p:cNvPr>
          <p:cNvSpPr txBox="1"/>
          <p:nvPr/>
        </p:nvSpPr>
        <p:spPr>
          <a:xfrm>
            <a:off x="820427" y="11211888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401" name="Oval 273">
            <a:extLst>
              <a:ext uri="{FF2B5EF4-FFF2-40B4-BE49-F238E27FC236}">
                <a16:creationId xmlns:a16="http://schemas.microsoft.com/office/drawing/2014/main" id="{4157149A-3B64-44E5-9EBA-A488BC13EE3D}"/>
              </a:ext>
            </a:extLst>
          </p:cNvPr>
          <p:cNvSpPr/>
          <p:nvPr/>
        </p:nvSpPr>
        <p:spPr>
          <a:xfrm>
            <a:off x="2497104" y="11248464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1911">
            <a:extLst>
              <a:ext uri="{FF2B5EF4-FFF2-40B4-BE49-F238E27FC236}">
                <a16:creationId xmlns:a16="http://schemas.microsoft.com/office/drawing/2014/main" id="{22561C19-D213-41BE-968B-37887265FA51}"/>
              </a:ext>
            </a:extLst>
          </p:cNvPr>
          <p:cNvSpPr txBox="1"/>
          <p:nvPr/>
        </p:nvSpPr>
        <p:spPr>
          <a:xfrm>
            <a:off x="2707417" y="11211888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sp>
        <p:nvSpPr>
          <p:cNvPr id="403" name="Rounded Rectangle 217">
            <a:extLst>
              <a:ext uri="{FF2B5EF4-FFF2-40B4-BE49-F238E27FC236}">
                <a16:creationId xmlns:a16="http://schemas.microsoft.com/office/drawing/2014/main" id="{F4E075E8-8779-4561-9A39-783C37F66F59}"/>
              </a:ext>
            </a:extLst>
          </p:cNvPr>
          <p:cNvSpPr/>
          <p:nvPr/>
        </p:nvSpPr>
        <p:spPr>
          <a:xfrm>
            <a:off x="11659603" y="5797347"/>
            <a:ext cx="3520068" cy="6055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6" name="TextBox 218">
            <a:extLst>
              <a:ext uri="{FF2B5EF4-FFF2-40B4-BE49-F238E27FC236}">
                <a16:creationId xmlns:a16="http://schemas.microsoft.com/office/drawing/2014/main" id="{380E7727-1EC5-4171-A0CF-A4D3D7A9C28A}"/>
              </a:ext>
            </a:extLst>
          </p:cNvPr>
          <p:cNvSpPr txBox="1"/>
          <p:nvPr/>
        </p:nvSpPr>
        <p:spPr>
          <a:xfrm>
            <a:off x="11964178" y="5896481"/>
            <a:ext cx="31816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2400" b="1" dirty="0"/>
              <a:t>Reflect</a:t>
            </a:r>
            <a:r>
              <a:rPr lang="en-US" altLang="zh-CN" sz="2400" b="1" dirty="0"/>
              <a:t>ion</a:t>
            </a:r>
            <a:endParaRPr sz="2400" b="1" dirty="0"/>
          </a:p>
        </p:txBody>
      </p:sp>
      <p:cxnSp>
        <p:nvCxnSpPr>
          <p:cNvPr id="407" name="Connector 1130">
            <a:extLst>
              <a:ext uri="{FF2B5EF4-FFF2-40B4-BE49-F238E27FC236}">
                <a16:creationId xmlns:a16="http://schemas.microsoft.com/office/drawing/2014/main" id="{241CD43B-7A1F-468B-BBFF-7B92D5F28337}"/>
              </a:ext>
            </a:extLst>
          </p:cNvPr>
          <p:cNvCxnSpPr>
            <a:cxnSpLocks/>
            <a:stCxn id="392" idx="2"/>
          </p:cNvCxnSpPr>
          <p:nvPr/>
        </p:nvCxnSpPr>
        <p:spPr>
          <a:xfrm>
            <a:off x="13441482" y="5358436"/>
            <a:ext cx="0" cy="43052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node-274">
            <a:extLst>
              <a:ext uri="{FF2B5EF4-FFF2-40B4-BE49-F238E27FC236}">
                <a16:creationId xmlns:a16="http://schemas.microsoft.com/office/drawing/2014/main" id="{3AA998E5-7B98-45CF-9CDD-4E389199ED7C}"/>
              </a:ext>
            </a:extLst>
          </p:cNvPr>
          <p:cNvSpPr>
            <a:spLocks noGrp="1"/>
          </p:cNvSpPr>
          <p:nvPr/>
        </p:nvSpPr>
        <p:spPr>
          <a:xfrm>
            <a:off x="12151202" y="5887186"/>
            <a:ext cx="309600" cy="3089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57FC0"/>
            </a:solidFill>
          </a:ln>
        </p:spPr>
      </p:sp>
      <p:sp>
        <p:nvSpPr>
          <p:cNvPr id="409" name="line-275">
            <a:extLst>
              <a:ext uri="{FF2B5EF4-FFF2-40B4-BE49-F238E27FC236}">
                <a16:creationId xmlns:a16="http://schemas.microsoft.com/office/drawing/2014/main" id="{55AACB97-687D-4C8E-965A-139590CE92C8}"/>
              </a:ext>
            </a:extLst>
          </p:cNvPr>
          <p:cNvSpPr>
            <a:spLocks noGrp="1"/>
          </p:cNvSpPr>
          <p:nvPr/>
        </p:nvSpPr>
        <p:spPr>
          <a:xfrm>
            <a:off x="12411012" y="6158530"/>
            <a:ext cx="133626" cy="131208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  <p:sp>
        <p:nvSpPr>
          <p:cNvPr id="410" name="Rounded Rectangle 90">
            <a:extLst>
              <a:ext uri="{FF2B5EF4-FFF2-40B4-BE49-F238E27FC236}">
                <a16:creationId xmlns:a16="http://schemas.microsoft.com/office/drawing/2014/main" id="{150AC5DA-338E-464E-8127-7AA9A653BB81}"/>
              </a:ext>
            </a:extLst>
          </p:cNvPr>
          <p:cNvSpPr/>
          <p:nvPr/>
        </p:nvSpPr>
        <p:spPr>
          <a:xfrm>
            <a:off x="527021" y="143033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1" name="Rounded Rectangle 4">
            <a:extLst>
              <a:ext uri="{FF2B5EF4-FFF2-40B4-BE49-F238E27FC236}">
                <a16:creationId xmlns:a16="http://schemas.microsoft.com/office/drawing/2014/main" id="{14E53188-8745-4381-9060-6BCEF0C36F93}"/>
              </a:ext>
            </a:extLst>
          </p:cNvPr>
          <p:cNvSpPr/>
          <p:nvPr/>
        </p:nvSpPr>
        <p:spPr>
          <a:xfrm>
            <a:off x="32907" y="2319617"/>
            <a:ext cx="4270248" cy="150377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TextBox 5">
            <a:extLst>
              <a:ext uri="{FF2B5EF4-FFF2-40B4-BE49-F238E27FC236}">
                <a16:creationId xmlns:a16="http://schemas.microsoft.com/office/drawing/2014/main" id="{06F5D2F1-1E42-4BB4-AC17-ECA67074C08C}"/>
              </a:ext>
            </a:extLst>
          </p:cNvPr>
          <p:cNvSpPr txBox="1"/>
          <p:nvPr/>
        </p:nvSpPr>
        <p:spPr>
          <a:xfrm>
            <a:off x="230142" y="2399642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</a:t>
            </a:r>
            <a:endParaRPr dirty="0"/>
          </a:p>
        </p:txBody>
      </p:sp>
      <p:grpSp>
        <p:nvGrpSpPr>
          <p:cNvPr id="413" name="组合 412">
            <a:extLst>
              <a:ext uri="{FF2B5EF4-FFF2-40B4-BE49-F238E27FC236}">
                <a16:creationId xmlns:a16="http://schemas.microsoft.com/office/drawing/2014/main" id="{7C714A16-D832-4259-863D-C311A4C91D26}"/>
              </a:ext>
            </a:extLst>
          </p:cNvPr>
          <p:cNvGrpSpPr>
            <a:grpSpLocks noChangeAspect="1"/>
          </p:cNvGrpSpPr>
          <p:nvPr/>
        </p:nvGrpSpPr>
        <p:grpSpPr>
          <a:xfrm>
            <a:off x="160313" y="2874713"/>
            <a:ext cx="695141" cy="648000"/>
            <a:chOff x="448056" y="1794303"/>
            <a:chExt cx="562264" cy="524134"/>
          </a:xfrm>
        </p:grpSpPr>
        <p:sp>
          <p:nvSpPr>
            <p:cNvPr id="414" name="Rounded Rectangle 6">
              <a:extLst>
                <a:ext uri="{FF2B5EF4-FFF2-40B4-BE49-F238E27FC236}">
                  <a16:creationId xmlns:a16="http://schemas.microsoft.com/office/drawing/2014/main" id="{37CF0396-C515-4F7B-BFDA-8EECCA3062D6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15" name="Connector 7">
              <a:extLst>
                <a:ext uri="{FF2B5EF4-FFF2-40B4-BE49-F238E27FC236}">
                  <a16:creationId xmlns:a16="http://schemas.microsoft.com/office/drawing/2014/main" id="{38BB0D36-8FBD-48B1-BC3B-52F2CFF48D8D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Connector 8">
              <a:extLst>
                <a:ext uri="{FF2B5EF4-FFF2-40B4-BE49-F238E27FC236}">
                  <a16:creationId xmlns:a16="http://schemas.microsoft.com/office/drawing/2014/main" id="{590B6ADE-A73B-4AEB-84ED-8C28AFA5B8B5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nector 9">
              <a:extLst>
                <a:ext uri="{FF2B5EF4-FFF2-40B4-BE49-F238E27FC236}">
                  <a16:creationId xmlns:a16="http://schemas.microsoft.com/office/drawing/2014/main" id="{AE9E535B-06E8-45C6-BA32-7EA271723930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Connector 10">
              <a:extLst>
                <a:ext uri="{FF2B5EF4-FFF2-40B4-BE49-F238E27FC236}">
                  <a16:creationId xmlns:a16="http://schemas.microsoft.com/office/drawing/2014/main" id="{BA479EBF-6095-493B-828D-21F05C4AE3A9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Rounded Rectangle 16">
              <a:extLst>
                <a:ext uri="{FF2B5EF4-FFF2-40B4-BE49-F238E27FC236}">
                  <a16:creationId xmlns:a16="http://schemas.microsoft.com/office/drawing/2014/main" id="{A833FCFB-30F3-434D-B992-BBEBDD30D03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0" name="Connector 17">
              <a:extLst>
                <a:ext uri="{FF2B5EF4-FFF2-40B4-BE49-F238E27FC236}">
                  <a16:creationId xmlns:a16="http://schemas.microsoft.com/office/drawing/2014/main" id="{675A00E2-A605-457C-9F96-E838AF573571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Connector 18">
              <a:extLst>
                <a:ext uri="{FF2B5EF4-FFF2-40B4-BE49-F238E27FC236}">
                  <a16:creationId xmlns:a16="http://schemas.microsoft.com/office/drawing/2014/main" id="{9C610A78-197C-438E-B6F9-273F8C73AF86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Connector 19">
              <a:extLst>
                <a:ext uri="{FF2B5EF4-FFF2-40B4-BE49-F238E27FC236}">
                  <a16:creationId xmlns:a16="http://schemas.microsoft.com/office/drawing/2014/main" id="{A4C3BF73-A583-4EB6-835E-2544E5262B25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Connector 20">
              <a:extLst>
                <a:ext uri="{FF2B5EF4-FFF2-40B4-BE49-F238E27FC236}">
                  <a16:creationId xmlns:a16="http://schemas.microsoft.com/office/drawing/2014/main" id="{28179F09-7FDB-42AD-9E37-1D5FCF2A5E7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Rounded Rectangle 26">
              <a:extLst>
                <a:ext uri="{FF2B5EF4-FFF2-40B4-BE49-F238E27FC236}">
                  <a16:creationId xmlns:a16="http://schemas.microsoft.com/office/drawing/2014/main" id="{97F754C9-1811-4117-84B7-F7B496606CF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5" name="Connector 27">
              <a:extLst>
                <a:ext uri="{FF2B5EF4-FFF2-40B4-BE49-F238E27FC236}">
                  <a16:creationId xmlns:a16="http://schemas.microsoft.com/office/drawing/2014/main" id="{C0C5FCAB-616D-4676-8C63-955FB78A31F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Connector 28">
              <a:extLst>
                <a:ext uri="{FF2B5EF4-FFF2-40B4-BE49-F238E27FC236}">
                  <a16:creationId xmlns:a16="http://schemas.microsoft.com/office/drawing/2014/main" id="{411412C3-7827-4EAD-A2D6-F15032A2422E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nector 29">
              <a:extLst>
                <a:ext uri="{FF2B5EF4-FFF2-40B4-BE49-F238E27FC236}">
                  <a16:creationId xmlns:a16="http://schemas.microsoft.com/office/drawing/2014/main" id="{F35B17CF-76D5-40B2-A97E-002D4D3B1238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Connector 30">
              <a:extLst>
                <a:ext uri="{FF2B5EF4-FFF2-40B4-BE49-F238E27FC236}">
                  <a16:creationId xmlns:a16="http://schemas.microsoft.com/office/drawing/2014/main" id="{CD3CEAF0-13CE-45FE-A879-6A7DF9F8A91A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Rounded Rectangle 36">
              <a:extLst>
                <a:ext uri="{FF2B5EF4-FFF2-40B4-BE49-F238E27FC236}">
                  <a16:creationId xmlns:a16="http://schemas.microsoft.com/office/drawing/2014/main" id="{A4895B0C-4F83-48AA-B741-6A0EDBDD2CFA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0" name="Connector 37">
              <a:extLst>
                <a:ext uri="{FF2B5EF4-FFF2-40B4-BE49-F238E27FC236}">
                  <a16:creationId xmlns:a16="http://schemas.microsoft.com/office/drawing/2014/main" id="{F846D3A2-C303-4E9C-9BE8-43921DD208A3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Connector 38">
              <a:extLst>
                <a:ext uri="{FF2B5EF4-FFF2-40B4-BE49-F238E27FC236}">
                  <a16:creationId xmlns:a16="http://schemas.microsoft.com/office/drawing/2014/main" id="{946512A2-CA67-44D0-B5AF-9B88DAA8F1D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Connector 39">
              <a:extLst>
                <a:ext uri="{FF2B5EF4-FFF2-40B4-BE49-F238E27FC236}">
                  <a16:creationId xmlns:a16="http://schemas.microsoft.com/office/drawing/2014/main" id="{A0F43131-E00B-4F24-A844-8FD83E44D6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Connector 40">
              <a:extLst>
                <a:ext uri="{FF2B5EF4-FFF2-40B4-BE49-F238E27FC236}">
                  <a16:creationId xmlns:a16="http://schemas.microsoft.com/office/drawing/2014/main" id="{E9DE7876-45AE-4306-84F5-0A978324968C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ounded Rectangle 46">
              <a:extLst>
                <a:ext uri="{FF2B5EF4-FFF2-40B4-BE49-F238E27FC236}">
                  <a16:creationId xmlns:a16="http://schemas.microsoft.com/office/drawing/2014/main" id="{3A37446E-4032-4110-BEBD-7817B94360C7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5" name="Connector 47">
              <a:extLst>
                <a:ext uri="{FF2B5EF4-FFF2-40B4-BE49-F238E27FC236}">
                  <a16:creationId xmlns:a16="http://schemas.microsoft.com/office/drawing/2014/main" id="{44D0AE56-C641-4970-9557-3F0C320DE6C2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Connector 48">
              <a:extLst>
                <a:ext uri="{FF2B5EF4-FFF2-40B4-BE49-F238E27FC236}">
                  <a16:creationId xmlns:a16="http://schemas.microsoft.com/office/drawing/2014/main" id="{B62554D7-A477-454F-A36F-F582AFBA528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Connector 49">
              <a:extLst>
                <a:ext uri="{FF2B5EF4-FFF2-40B4-BE49-F238E27FC236}">
                  <a16:creationId xmlns:a16="http://schemas.microsoft.com/office/drawing/2014/main" id="{D00D8B31-B585-4866-BEBC-2E69AB88266C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Connector 50">
              <a:extLst>
                <a:ext uri="{FF2B5EF4-FFF2-40B4-BE49-F238E27FC236}">
                  <a16:creationId xmlns:a16="http://schemas.microsoft.com/office/drawing/2014/main" id="{02BE0BAF-48CB-4F07-A95A-F0689FF3058B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9" name="Rounded Rectangle 56">
              <a:extLst>
                <a:ext uri="{FF2B5EF4-FFF2-40B4-BE49-F238E27FC236}">
                  <a16:creationId xmlns:a16="http://schemas.microsoft.com/office/drawing/2014/main" id="{8F8D11C4-DD58-4349-B95C-398AFB1FF501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0" name="Connector 57">
              <a:extLst>
                <a:ext uri="{FF2B5EF4-FFF2-40B4-BE49-F238E27FC236}">
                  <a16:creationId xmlns:a16="http://schemas.microsoft.com/office/drawing/2014/main" id="{AC8C0E38-DEF4-464F-85CB-AB689FDA3AD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Connector 58">
              <a:extLst>
                <a:ext uri="{FF2B5EF4-FFF2-40B4-BE49-F238E27FC236}">
                  <a16:creationId xmlns:a16="http://schemas.microsoft.com/office/drawing/2014/main" id="{06A78379-0F22-4D3D-B165-AD2E7C5CD085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Connector 59">
              <a:extLst>
                <a:ext uri="{FF2B5EF4-FFF2-40B4-BE49-F238E27FC236}">
                  <a16:creationId xmlns:a16="http://schemas.microsoft.com/office/drawing/2014/main" id="{96E0355F-8035-4280-A082-65296803C848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Connector 60">
              <a:extLst>
                <a:ext uri="{FF2B5EF4-FFF2-40B4-BE49-F238E27FC236}">
                  <a16:creationId xmlns:a16="http://schemas.microsoft.com/office/drawing/2014/main" id="{A4DBBA7E-9BCE-49ED-B55A-AB61485D2271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组合 443">
            <a:extLst>
              <a:ext uri="{FF2B5EF4-FFF2-40B4-BE49-F238E27FC236}">
                <a16:creationId xmlns:a16="http://schemas.microsoft.com/office/drawing/2014/main" id="{A064AC4F-88FC-4F91-90A8-DCE9B1EA3E83}"/>
              </a:ext>
            </a:extLst>
          </p:cNvPr>
          <p:cNvGrpSpPr>
            <a:grpSpLocks noChangeAspect="1"/>
          </p:cNvGrpSpPr>
          <p:nvPr/>
        </p:nvGrpSpPr>
        <p:grpSpPr>
          <a:xfrm>
            <a:off x="1274784" y="2873490"/>
            <a:ext cx="695141" cy="648000"/>
            <a:chOff x="1545336" y="1794303"/>
            <a:chExt cx="562264" cy="524134"/>
          </a:xfrm>
        </p:grpSpPr>
        <p:sp>
          <p:nvSpPr>
            <p:cNvPr id="445" name="Rounded Rectangle 11">
              <a:extLst>
                <a:ext uri="{FF2B5EF4-FFF2-40B4-BE49-F238E27FC236}">
                  <a16:creationId xmlns:a16="http://schemas.microsoft.com/office/drawing/2014/main" id="{5963C0E3-2389-46F9-B809-4C2EB3682294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6" name="Connector 12">
              <a:extLst>
                <a:ext uri="{FF2B5EF4-FFF2-40B4-BE49-F238E27FC236}">
                  <a16:creationId xmlns:a16="http://schemas.microsoft.com/office/drawing/2014/main" id="{74725C53-1C44-45F5-9FFB-7C06AABEFD81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Connector 13">
              <a:extLst>
                <a:ext uri="{FF2B5EF4-FFF2-40B4-BE49-F238E27FC236}">
                  <a16:creationId xmlns:a16="http://schemas.microsoft.com/office/drawing/2014/main" id="{C3E264F0-B230-4D50-BC04-C9AC8EB131DF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Connector 14">
              <a:extLst>
                <a:ext uri="{FF2B5EF4-FFF2-40B4-BE49-F238E27FC236}">
                  <a16:creationId xmlns:a16="http://schemas.microsoft.com/office/drawing/2014/main" id="{130872FA-4DA7-4DDC-9529-F0CC5D78D193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Connector 15">
              <a:extLst>
                <a:ext uri="{FF2B5EF4-FFF2-40B4-BE49-F238E27FC236}">
                  <a16:creationId xmlns:a16="http://schemas.microsoft.com/office/drawing/2014/main" id="{4F8FB703-41B5-4BAF-B87D-3AE5C918104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0" name="Rounded Rectangle 21">
              <a:extLst>
                <a:ext uri="{FF2B5EF4-FFF2-40B4-BE49-F238E27FC236}">
                  <a16:creationId xmlns:a16="http://schemas.microsoft.com/office/drawing/2014/main" id="{D6140DED-CE66-4DB6-8C12-A5362BAA9F9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1" name="Connector 22">
              <a:extLst>
                <a:ext uri="{FF2B5EF4-FFF2-40B4-BE49-F238E27FC236}">
                  <a16:creationId xmlns:a16="http://schemas.microsoft.com/office/drawing/2014/main" id="{D859389A-C311-417F-AFDF-F823B1161349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Connector 23">
              <a:extLst>
                <a:ext uri="{FF2B5EF4-FFF2-40B4-BE49-F238E27FC236}">
                  <a16:creationId xmlns:a16="http://schemas.microsoft.com/office/drawing/2014/main" id="{3DEBD741-AC7C-40F0-8F00-BB1517CE53BB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Connector 24">
              <a:extLst>
                <a:ext uri="{FF2B5EF4-FFF2-40B4-BE49-F238E27FC236}">
                  <a16:creationId xmlns:a16="http://schemas.microsoft.com/office/drawing/2014/main" id="{2FEA8741-FC43-415C-8DFB-E048DDD15997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Connector 25">
              <a:extLst>
                <a:ext uri="{FF2B5EF4-FFF2-40B4-BE49-F238E27FC236}">
                  <a16:creationId xmlns:a16="http://schemas.microsoft.com/office/drawing/2014/main" id="{1156FFB8-84BB-4BB2-AE20-073FF452F02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5" name="Rounded Rectangle 31">
              <a:extLst>
                <a:ext uri="{FF2B5EF4-FFF2-40B4-BE49-F238E27FC236}">
                  <a16:creationId xmlns:a16="http://schemas.microsoft.com/office/drawing/2014/main" id="{242F17E1-53B4-4082-8994-3B9C079DBBA8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6" name="Connector 32">
              <a:extLst>
                <a:ext uri="{FF2B5EF4-FFF2-40B4-BE49-F238E27FC236}">
                  <a16:creationId xmlns:a16="http://schemas.microsoft.com/office/drawing/2014/main" id="{E4C37733-1C28-4A97-AE36-2B1055296ACD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33">
              <a:extLst>
                <a:ext uri="{FF2B5EF4-FFF2-40B4-BE49-F238E27FC236}">
                  <a16:creationId xmlns:a16="http://schemas.microsoft.com/office/drawing/2014/main" id="{CF47FE53-02C8-4255-B0E7-60909C7DA134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34">
              <a:extLst>
                <a:ext uri="{FF2B5EF4-FFF2-40B4-BE49-F238E27FC236}">
                  <a16:creationId xmlns:a16="http://schemas.microsoft.com/office/drawing/2014/main" id="{AB284301-5AF0-4507-AB18-F9D3DA17CBB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Connector 35">
              <a:extLst>
                <a:ext uri="{FF2B5EF4-FFF2-40B4-BE49-F238E27FC236}">
                  <a16:creationId xmlns:a16="http://schemas.microsoft.com/office/drawing/2014/main" id="{49C97084-E925-40B6-946C-FF18EA8CE880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0" name="Rounded Rectangle 41">
              <a:extLst>
                <a:ext uri="{FF2B5EF4-FFF2-40B4-BE49-F238E27FC236}">
                  <a16:creationId xmlns:a16="http://schemas.microsoft.com/office/drawing/2014/main" id="{5E11791B-E659-4DD9-95AC-7FFD3CF66D95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1" name="Connector 42">
              <a:extLst>
                <a:ext uri="{FF2B5EF4-FFF2-40B4-BE49-F238E27FC236}">
                  <a16:creationId xmlns:a16="http://schemas.microsoft.com/office/drawing/2014/main" id="{4AFCB714-820D-4DF4-B3FF-9E549063035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43">
              <a:extLst>
                <a:ext uri="{FF2B5EF4-FFF2-40B4-BE49-F238E27FC236}">
                  <a16:creationId xmlns:a16="http://schemas.microsoft.com/office/drawing/2014/main" id="{4DBFEF30-C3C9-4FEB-8664-31524DC24654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44">
              <a:extLst>
                <a:ext uri="{FF2B5EF4-FFF2-40B4-BE49-F238E27FC236}">
                  <a16:creationId xmlns:a16="http://schemas.microsoft.com/office/drawing/2014/main" id="{84112F37-8D9A-4411-AE22-A2C6FC5C1E21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Connector 45">
              <a:extLst>
                <a:ext uri="{FF2B5EF4-FFF2-40B4-BE49-F238E27FC236}">
                  <a16:creationId xmlns:a16="http://schemas.microsoft.com/office/drawing/2014/main" id="{3D399B5B-2BCE-4EEF-A987-95479F9F94E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5" name="Rounded Rectangle 51">
              <a:extLst>
                <a:ext uri="{FF2B5EF4-FFF2-40B4-BE49-F238E27FC236}">
                  <a16:creationId xmlns:a16="http://schemas.microsoft.com/office/drawing/2014/main" id="{B681B3A7-45EA-4D2D-B656-A694478B4570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6" name="Connector 52">
              <a:extLst>
                <a:ext uri="{FF2B5EF4-FFF2-40B4-BE49-F238E27FC236}">
                  <a16:creationId xmlns:a16="http://schemas.microsoft.com/office/drawing/2014/main" id="{18E9B748-89B3-4E43-BE7E-B3FABA20AFA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53">
              <a:extLst>
                <a:ext uri="{FF2B5EF4-FFF2-40B4-BE49-F238E27FC236}">
                  <a16:creationId xmlns:a16="http://schemas.microsoft.com/office/drawing/2014/main" id="{C4BE17BE-BC11-46F8-937A-9F869EF31793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54">
              <a:extLst>
                <a:ext uri="{FF2B5EF4-FFF2-40B4-BE49-F238E27FC236}">
                  <a16:creationId xmlns:a16="http://schemas.microsoft.com/office/drawing/2014/main" id="{B1F99BC8-91C3-49DC-BDC9-23DC5A7E3576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Connector 55">
              <a:extLst>
                <a:ext uri="{FF2B5EF4-FFF2-40B4-BE49-F238E27FC236}">
                  <a16:creationId xmlns:a16="http://schemas.microsoft.com/office/drawing/2014/main" id="{EB235029-C25B-4A74-B0D8-B1CF736BDCBF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0" name="Rounded Rectangle 61">
              <a:extLst>
                <a:ext uri="{FF2B5EF4-FFF2-40B4-BE49-F238E27FC236}">
                  <a16:creationId xmlns:a16="http://schemas.microsoft.com/office/drawing/2014/main" id="{92FADE40-3C71-471B-B7DC-9FDADBA8198B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1" name="Connector 62">
              <a:extLst>
                <a:ext uri="{FF2B5EF4-FFF2-40B4-BE49-F238E27FC236}">
                  <a16:creationId xmlns:a16="http://schemas.microsoft.com/office/drawing/2014/main" id="{85B0F34A-5A49-4CFA-BCD6-124E1BF8AFDC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63">
              <a:extLst>
                <a:ext uri="{FF2B5EF4-FFF2-40B4-BE49-F238E27FC236}">
                  <a16:creationId xmlns:a16="http://schemas.microsoft.com/office/drawing/2014/main" id="{83962F8B-DD15-4995-BD40-5C49730222C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64">
              <a:extLst>
                <a:ext uri="{FF2B5EF4-FFF2-40B4-BE49-F238E27FC236}">
                  <a16:creationId xmlns:a16="http://schemas.microsoft.com/office/drawing/2014/main" id="{F3A2EE26-E007-49C6-ACB4-3BC78C00915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65">
              <a:extLst>
                <a:ext uri="{FF2B5EF4-FFF2-40B4-BE49-F238E27FC236}">
                  <a16:creationId xmlns:a16="http://schemas.microsoft.com/office/drawing/2014/main" id="{0EAB279C-53E0-4385-AF08-AC4EFEA5B4D4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" name="Oval 66">
            <a:extLst>
              <a:ext uri="{FF2B5EF4-FFF2-40B4-BE49-F238E27FC236}">
                <a16:creationId xmlns:a16="http://schemas.microsoft.com/office/drawing/2014/main" id="{90D63A10-7C51-4E90-A4B2-D36B7D36AAC7}"/>
              </a:ext>
            </a:extLst>
          </p:cNvPr>
          <p:cNvSpPr/>
          <p:nvPr/>
        </p:nvSpPr>
        <p:spPr>
          <a:xfrm>
            <a:off x="2497854" y="290838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67">
            <a:extLst>
              <a:ext uri="{FF2B5EF4-FFF2-40B4-BE49-F238E27FC236}">
                <a16:creationId xmlns:a16="http://schemas.microsoft.com/office/drawing/2014/main" id="{C0D822F5-1B64-4B14-B395-10EBBA6CD060}"/>
              </a:ext>
            </a:extLst>
          </p:cNvPr>
          <p:cNvSpPr/>
          <p:nvPr/>
        </p:nvSpPr>
        <p:spPr>
          <a:xfrm>
            <a:off x="25582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68">
            <a:extLst>
              <a:ext uri="{FF2B5EF4-FFF2-40B4-BE49-F238E27FC236}">
                <a16:creationId xmlns:a16="http://schemas.microsoft.com/office/drawing/2014/main" id="{0EBC2818-9103-495D-ACF2-3949D61FE526}"/>
              </a:ext>
            </a:extLst>
          </p:cNvPr>
          <p:cNvSpPr/>
          <p:nvPr/>
        </p:nvSpPr>
        <p:spPr>
          <a:xfrm>
            <a:off x="26725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69">
            <a:extLst>
              <a:ext uri="{FF2B5EF4-FFF2-40B4-BE49-F238E27FC236}">
                <a16:creationId xmlns:a16="http://schemas.microsoft.com/office/drawing/2014/main" id="{2C783E11-B516-460D-81A7-973308683DA3}"/>
              </a:ext>
            </a:extLst>
          </p:cNvPr>
          <p:cNvSpPr/>
          <p:nvPr/>
        </p:nvSpPr>
        <p:spPr>
          <a:xfrm>
            <a:off x="2827038" y="302725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70">
            <a:extLst>
              <a:ext uri="{FF2B5EF4-FFF2-40B4-BE49-F238E27FC236}">
                <a16:creationId xmlns:a16="http://schemas.microsoft.com/office/drawing/2014/main" id="{50B33897-5673-4995-A324-EF7CD0C0B8A0}"/>
              </a:ext>
            </a:extLst>
          </p:cNvPr>
          <p:cNvSpPr/>
          <p:nvPr/>
        </p:nvSpPr>
        <p:spPr>
          <a:xfrm>
            <a:off x="28873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71">
            <a:extLst>
              <a:ext uri="{FF2B5EF4-FFF2-40B4-BE49-F238E27FC236}">
                <a16:creationId xmlns:a16="http://schemas.microsoft.com/office/drawing/2014/main" id="{1E757D9A-1831-46CD-AE41-604DB3E9B00C}"/>
              </a:ext>
            </a:extLst>
          </p:cNvPr>
          <p:cNvSpPr/>
          <p:nvPr/>
        </p:nvSpPr>
        <p:spPr>
          <a:xfrm>
            <a:off x="30016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72">
            <a:extLst>
              <a:ext uri="{FF2B5EF4-FFF2-40B4-BE49-F238E27FC236}">
                <a16:creationId xmlns:a16="http://schemas.microsoft.com/office/drawing/2014/main" id="{1F7B4A40-6EF8-49FD-A3E0-11FF48B8B813}"/>
              </a:ext>
            </a:extLst>
          </p:cNvPr>
          <p:cNvSpPr/>
          <p:nvPr/>
        </p:nvSpPr>
        <p:spPr>
          <a:xfrm>
            <a:off x="2580150" y="328328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73">
            <a:extLst>
              <a:ext uri="{FF2B5EF4-FFF2-40B4-BE49-F238E27FC236}">
                <a16:creationId xmlns:a16="http://schemas.microsoft.com/office/drawing/2014/main" id="{29C09152-D752-42E5-A284-DB89EDFFB26A}"/>
              </a:ext>
            </a:extLst>
          </p:cNvPr>
          <p:cNvSpPr/>
          <p:nvPr/>
        </p:nvSpPr>
        <p:spPr>
          <a:xfrm>
            <a:off x="26405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74">
            <a:extLst>
              <a:ext uri="{FF2B5EF4-FFF2-40B4-BE49-F238E27FC236}">
                <a16:creationId xmlns:a16="http://schemas.microsoft.com/office/drawing/2014/main" id="{1012C5A2-297E-4B10-951E-A0D5A0D247F2}"/>
              </a:ext>
            </a:extLst>
          </p:cNvPr>
          <p:cNvSpPr/>
          <p:nvPr/>
        </p:nvSpPr>
        <p:spPr>
          <a:xfrm>
            <a:off x="27548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Rounded Rectangle 75">
            <a:extLst>
              <a:ext uri="{FF2B5EF4-FFF2-40B4-BE49-F238E27FC236}">
                <a16:creationId xmlns:a16="http://schemas.microsoft.com/office/drawing/2014/main" id="{8A0C33AE-AF58-47D5-A1B8-BB86FFFE3754}"/>
              </a:ext>
            </a:extLst>
          </p:cNvPr>
          <p:cNvSpPr/>
          <p:nvPr/>
        </p:nvSpPr>
        <p:spPr>
          <a:xfrm>
            <a:off x="3439686" y="2899236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76">
            <a:extLst>
              <a:ext uri="{FF2B5EF4-FFF2-40B4-BE49-F238E27FC236}">
                <a16:creationId xmlns:a16="http://schemas.microsoft.com/office/drawing/2014/main" id="{E3D85A89-8C3B-4455-8B48-E4F3ED7048A5}"/>
              </a:ext>
            </a:extLst>
          </p:cNvPr>
          <p:cNvSpPr/>
          <p:nvPr/>
        </p:nvSpPr>
        <p:spPr>
          <a:xfrm>
            <a:off x="3508265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77">
            <a:extLst>
              <a:ext uri="{FF2B5EF4-FFF2-40B4-BE49-F238E27FC236}">
                <a16:creationId xmlns:a16="http://schemas.microsoft.com/office/drawing/2014/main" id="{8B9FDF8A-C04C-4B68-88A2-A9CD5BDE78A4}"/>
              </a:ext>
            </a:extLst>
          </p:cNvPr>
          <p:cNvSpPr/>
          <p:nvPr/>
        </p:nvSpPr>
        <p:spPr>
          <a:xfrm>
            <a:off x="3723150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78">
            <a:extLst>
              <a:ext uri="{FF2B5EF4-FFF2-40B4-BE49-F238E27FC236}">
                <a16:creationId xmlns:a16="http://schemas.microsoft.com/office/drawing/2014/main" id="{BA4D39D6-B018-4D45-B495-E9B5C124D191}"/>
              </a:ext>
            </a:extLst>
          </p:cNvPr>
          <p:cNvSpPr/>
          <p:nvPr/>
        </p:nvSpPr>
        <p:spPr>
          <a:xfrm>
            <a:off x="3938033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8" name="Connector 79">
            <a:extLst>
              <a:ext uri="{FF2B5EF4-FFF2-40B4-BE49-F238E27FC236}">
                <a16:creationId xmlns:a16="http://schemas.microsoft.com/office/drawing/2014/main" id="{66F41104-8E6D-43AD-BD65-A138605B9E49}"/>
              </a:ext>
            </a:extLst>
          </p:cNvPr>
          <p:cNvCxnSpPr>
            <a:cxnSpLocks/>
          </p:cNvCxnSpPr>
          <p:nvPr/>
        </p:nvCxnSpPr>
        <p:spPr>
          <a:xfrm>
            <a:off x="936515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81">
            <a:extLst>
              <a:ext uri="{FF2B5EF4-FFF2-40B4-BE49-F238E27FC236}">
                <a16:creationId xmlns:a16="http://schemas.microsoft.com/office/drawing/2014/main" id="{7B05976F-9DE1-4B21-BA74-93A52EB9BA30}"/>
              </a:ext>
            </a:extLst>
          </p:cNvPr>
          <p:cNvCxnSpPr/>
          <p:nvPr/>
        </p:nvCxnSpPr>
        <p:spPr>
          <a:xfrm>
            <a:off x="3156222" y="3219276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79">
            <a:extLst>
              <a:ext uri="{FF2B5EF4-FFF2-40B4-BE49-F238E27FC236}">
                <a16:creationId xmlns:a16="http://schemas.microsoft.com/office/drawing/2014/main" id="{9097CDF1-49E3-4D02-BCB4-EF02DF4B9643}"/>
              </a:ext>
            </a:extLst>
          </p:cNvPr>
          <p:cNvCxnSpPr>
            <a:cxnSpLocks/>
          </p:cNvCxnSpPr>
          <p:nvPr/>
        </p:nvCxnSpPr>
        <p:spPr>
          <a:xfrm>
            <a:off x="2098579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0">
            <a:extLst>
              <a:ext uri="{FF2B5EF4-FFF2-40B4-BE49-F238E27FC236}">
                <a16:creationId xmlns:a16="http://schemas.microsoft.com/office/drawing/2014/main" id="{6FBD4C6E-06FB-4644-91E2-6D618AF237FB}"/>
              </a:ext>
            </a:extLst>
          </p:cNvPr>
          <p:cNvSpPr/>
          <p:nvPr/>
        </p:nvSpPr>
        <p:spPr>
          <a:xfrm>
            <a:off x="496623" y="4131661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</a:rPr>
              <a:t>Init Rubric</a:t>
            </a:r>
            <a:endParaRPr sz="2000" b="1" dirty="0">
              <a:solidFill>
                <a:schemeClr val="tx1"/>
              </a:solidFill>
            </a:endParaRPr>
          </a:p>
        </p:txBody>
      </p:sp>
      <p:cxnSp>
        <p:nvCxnSpPr>
          <p:cNvPr id="492" name="Connector 1101">
            <a:extLst>
              <a:ext uri="{FF2B5EF4-FFF2-40B4-BE49-F238E27FC236}">
                <a16:creationId xmlns:a16="http://schemas.microsoft.com/office/drawing/2014/main" id="{1717ABEF-8ECF-44DD-9D43-9F10F6BE7D22}"/>
              </a:ext>
            </a:extLst>
          </p:cNvPr>
          <p:cNvCxnSpPr/>
          <p:nvPr/>
        </p:nvCxnSpPr>
        <p:spPr>
          <a:xfrm>
            <a:off x="1922198" y="2030501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1101">
            <a:extLst>
              <a:ext uri="{FF2B5EF4-FFF2-40B4-BE49-F238E27FC236}">
                <a16:creationId xmlns:a16="http://schemas.microsoft.com/office/drawing/2014/main" id="{1B455EAD-F5F2-4E65-A2A0-F0F21796C8F4}"/>
              </a:ext>
            </a:extLst>
          </p:cNvPr>
          <p:cNvCxnSpPr/>
          <p:nvPr/>
        </p:nvCxnSpPr>
        <p:spPr>
          <a:xfrm>
            <a:off x="1922198" y="3823389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4" name="Rounded Rectangle 149">
            <a:extLst>
              <a:ext uri="{FF2B5EF4-FFF2-40B4-BE49-F238E27FC236}">
                <a16:creationId xmlns:a16="http://schemas.microsoft.com/office/drawing/2014/main" id="{B74686F3-62FE-4D80-8A83-BFD0B46A4E4F}"/>
              </a:ext>
            </a:extLst>
          </p:cNvPr>
          <p:cNvSpPr/>
          <p:nvPr/>
        </p:nvSpPr>
        <p:spPr>
          <a:xfrm>
            <a:off x="10838731" y="7143030"/>
            <a:ext cx="6190470" cy="1538678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5" name="TextBox 150">
            <a:extLst>
              <a:ext uri="{FF2B5EF4-FFF2-40B4-BE49-F238E27FC236}">
                <a16:creationId xmlns:a16="http://schemas.microsoft.com/office/drawing/2014/main" id="{D8451A46-667B-47EE-B379-2B493C9DB17A}"/>
              </a:ext>
            </a:extLst>
          </p:cNvPr>
          <p:cNvSpPr txBox="1"/>
          <p:nvPr/>
        </p:nvSpPr>
        <p:spPr>
          <a:xfrm>
            <a:off x="11018999" y="7262059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</a:t>
            </a:r>
          </a:p>
        </p:txBody>
      </p:sp>
      <p:sp>
        <p:nvSpPr>
          <p:cNvPr id="496" name="TextBox 151">
            <a:extLst>
              <a:ext uri="{FF2B5EF4-FFF2-40B4-BE49-F238E27FC236}">
                <a16:creationId xmlns:a16="http://schemas.microsoft.com/office/drawing/2014/main" id="{F1E97303-D021-44A6-9114-4199D321B09B}"/>
              </a:ext>
            </a:extLst>
          </p:cNvPr>
          <p:cNvSpPr txBox="1"/>
          <p:nvPr/>
        </p:nvSpPr>
        <p:spPr>
          <a:xfrm>
            <a:off x="10827464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97" name="TextBox 152">
            <a:extLst>
              <a:ext uri="{FF2B5EF4-FFF2-40B4-BE49-F238E27FC236}">
                <a16:creationId xmlns:a16="http://schemas.microsoft.com/office/drawing/2014/main" id="{2AFBEC4E-DD4F-444D-A36D-18615208B8DD}"/>
              </a:ext>
            </a:extLst>
          </p:cNvPr>
          <p:cNvSpPr txBox="1"/>
          <p:nvPr/>
        </p:nvSpPr>
        <p:spPr>
          <a:xfrm>
            <a:off x="12303419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98" name="TextBox 153">
            <a:extLst>
              <a:ext uri="{FF2B5EF4-FFF2-40B4-BE49-F238E27FC236}">
                <a16:creationId xmlns:a16="http://schemas.microsoft.com/office/drawing/2014/main" id="{616BB3FD-871D-40DF-8B72-00EEBF0A7A56}"/>
              </a:ext>
            </a:extLst>
          </p:cNvPr>
          <p:cNvSpPr txBox="1"/>
          <p:nvPr/>
        </p:nvSpPr>
        <p:spPr>
          <a:xfrm>
            <a:off x="13779375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99" name="TextBox 154">
            <a:extLst>
              <a:ext uri="{FF2B5EF4-FFF2-40B4-BE49-F238E27FC236}">
                <a16:creationId xmlns:a16="http://schemas.microsoft.com/office/drawing/2014/main" id="{6E49CF85-1BB8-4786-9FD5-755F969883E0}"/>
              </a:ext>
            </a:extLst>
          </p:cNvPr>
          <p:cNvSpPr txBox="1"/>
          <p:nvPr/>
        </p:nvSpPr>
        <p:spPr>
          <a:xfrm>
            <a:off x="15480668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500" name="Oval 185">
            <a:extLst>
              <a:ext uri="{FF2B5EF4-FFF2-40B4-BE49-F238E27FC236}">
                <a16:creationId xmlns:a16="http://schemas.microsoft.com/office/drawing/2014/main" id="{C8673643-A303-4881-BFCD-A28BD0D93FC2}"/>
              </a:ext>
            </a:extLst>
          </p:cNvPr>
          <p:cNvSpPr/>
          <p:nvPr/>
        </p:nvSpPr>
        <p:spPr>
          <a:xfrm>
            <a:off x="14128646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186">
            <a:extLst>
              <a:ext uri="{FF2B5EF4-FFF2-40B4-BE49-F238E27FC236}">
                <a16:creationId xmlns:a16="http://schemas.microsoft.com/office/drawing/2014/main" id="{4B6D885A-28C8-4116-BBBA-8CED8C893E89}"/>
              </a:ext>
            </a:extLst>
          </p:cNvPr>
          <p:cNvSpPr/>
          <p:nvPr/>
        </p:nvSpPr>
        <p:spPr>
          <a:xfrm>
            <a:off x="14192868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187">
            <a:extLst>
              <a:ext uri="{FF2B5EF4-FFF2-40B4-BE49-F238E27FC236}">
                <a16:creationId xmlns:a16="http://schemas.microsoft.com/office/drawing/2014/main" id="{468C3CD1-DA27-45C1-B113-FE148997387A}"/>
              </a:ext>
            </a:extLst>
          </p:cNvPr>
          <p:cNvSpPr/>
          <p:nvPr/>
        </p:nvSpPr>
        <p:spPr>
          <a:xfrm>
            <a:off x="14283002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188">
            <a:extLst>
              <a:ext uri="{FF2B5EF4-FFF2-40B4-BE49-F238E27FC236}">
                <a16:creationId xmlns:a16="http://schemas.microsoft.com/office/drawing/2014/main" id="{90E673C4-864F-4533-B80C-6BE046257600}"/>
              </a:ext>
            </a:extLst>
          </p:cNvPr>
          <p:cNvSpPr/>
          <p:nvPr/>
        </p:nvSpPr>
        <p:spPr>
          <a:xfrm>
            <a:off x="14500452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189">
            <a:extLst>
              <a:ext uri="{FF2B5EF4-FFF2-40B4-BE49-F238E27FC236}">
                <a16:creationId xmlns:a16="http://schemas.microsoft.com/office/drawing/2014/main" id="{FE1256DC-2322-426D-A2FD-FFF7A3924CEF}"/>
              </a:ext>
            </a:extLst>
          </p:cNvPr>
          <p:cNvSpPr/>
          <p:nvPr/>
        </p:nvSpPr>
        <p:spPr>
          <a:xfrm>
            <a:off x="14564673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190">
            <a:extLst>
              <a:ext uri="{FF2B5EF4-FFF2-40B4-BE49-F238E27FC236}">
                <a16:creationId xmlns:a16="http://schemas.microsoft.com/office/drawing/2014/main" id="{67A1D909-DFEC-4941-BEA0-E77092B515ED}"/>
              </a:ext>
            </a:extLst>
          </p:cNvPr>
          <p:cNvSpPr/>
          <p:nvPr/>
        </p:nvSpPr>
        <p:spPr>
          <a:xfrm>
            <a:off x="14654808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191">
            <a:extLst>
              <a:ext uri="{FF2B5EF4-FFF2-40B4-BE49-F238E27FC236}">
                <a16:creationId xmlns:a16="http://schemas.microsoft.com/office/drawing/2014/main" id="{D9B8D409-2246-43A2-984A-7854957CAA9B}"/>
              </a:ext>
            </a:extLst>
          </p:cNvPr>
          <p:cNvSpPr/>
          <p:nvPr/>
        </p:nvSpPr>
        <p:spPr>
          <a:xfrm>
            <a:off x="14331450" y="8213379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192">
            <a:extLst>
              <a:ext uri="{FF2B5EF4-FFF2-40B4-BE49-F238E27FC236}">
                <a16:creationId xmlns:a16="http://schemas.microsoft.com/office/drawing/2014/main" id="{EA76B7A2-083A-410D-BF63-BB2424E52268}"/>
              </a:ext>
            </a:extLst>
          </p:cNvPr>
          <p:cNvSpPr/>
          <p:nvPr/>
        </p:nvSpPr>
        <p:spPr>
          <a:xfrm>
            <a:off x="14395670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193">
            <a:extLst>
              <a:ext uri="{FF2B5EF4-FFF2-40B4-BE49-F238E27FC236}">
                <a16:creationId xmlns:a16="http://schemas.microsoft.com/office/drawing/2014/main" id="{19DC6222-C478-4DFE-934D-F2FCF89E7DCB}"/>
              </a:ext>
            </a:extLst>
          </p:cNvPr>
          <p:cNvSpPr/>
          <p:nvPr/>
        </p:nvSpPr>
        <p:spPr>
          <a:xfrm>
            <a:off x="14485806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9" name="Connector 194">
            <a:extLst>
              <a:ext uri="{FF2B5EF4-FFF2-40B4-BE49-F238E27FC236}">
                <a16:creationId xmlns:a16="http://schemas.microsoft.com/office/drawing/2014/main" id="{ABC13921-049E-4C6C-A12D-CA2B31EE19B9}"/>
              </a:ext>
            </a:extLst>
          </p:cNvPr>
          <p:cNvCxnSpPr>
            <a:cxnSpLocks/>
          </p:cNvCxnSpPr>
          <p:nvPr/>
        </p:nvCxnSpPr>
        <p:spPr>
          <a:xfrm flipH="1">
            <a:off x="15947677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Oval 195">
            <a:extLst>
              <a:ext uri="{FF2B5EF4-FFF2-40B4-BE49-F238E27FC236}">
                <a16:creationId xmlns:a16="http://schemas.microsoft.com/office/drawing/2014/main" id="{C52A6C4C-5780-431D-8789-4F1E0967F223}"/>
              </a:ext>
            </a:extLst>
          </p:cNvPr>
          <p:cNvSpPr/>
          <p:nvPr/>
        </p:nvSpPr>
        <p:spPr>
          <a:xfrm>
            <a:off x="15899793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1" name="Connector 196">
            <a:extLst>
              <a:ext uri="{FF2B5EF4-FFF2-40B4-BE49-F238E27FC236}">
                <a16:creationId xmlns:a16="http://schemas.microsoft.com/office/drawing/2014/main" id="{56674286-0CC5-411B-8650-C5D0023D3754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2" name="Oval 197">
            <a:extLst>
              <a:ext uri="{FF2B5EF4-FFF2-40B4-BE49-F238E27FC236}">
                <a16:creationId xmlns:a16="http://schemas.microsoft.com/office/drawing/2014/main" id="{61D57217-F918-4FFC-B72C-70C833F23D09}"/>
              </a:ext>
            </a:extLst>
          </p:cNvPr>
          <p:cNvSpPr/>
          <p:nvPr/>
        </p:nvSpPr>
        <p:spPr>
          <a:xfrm>
            <a:off x="16120061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198">
            <a:extLst>
              <a:ext uri="{FF2B5EF4-FFF2-40B4-BE49-F238E27FC236}">
                <a16:creationId xmlns:a16="http://schemas.microsoft.com/office/drawing/2014/main" id="{2A640793-8023-46E1-ACFF-78F16FEB9AA7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Oval 199">
            <a:extLst>
              <a:ext uri="{FF2B5EF4-FFF2-40B4-BE49-F238E27FC236}">
                <a16:creationId xmlns:a16="http://schemas.microsoft.com/office/drawing/2014/main" id="{2941A6F2-E29E-4B69-B006-23AE806F4419}"/>
              </a:ext>
            </a:extLst>
          </p:cNvPr>
          <p:cNvSpPr/>
          <p:nvPr/>
        </p:nvSpPr>
        <p:spPr>
          <a:xfrm>
            <a:off x="16340327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200">
            <a:extLst>
              <a:ext uri="{FF2B5EF4-FFF2-40B4-BE49-F238E27FC236}">
                <a16:creationId xmlns:a16="http://schemas.microsoft.com/office/drawing/2014/main" id="{F513C22B-8D9D-4A52-B967-061BBC0F73B8}"/>
              </a:ext>
            </a:extLst>
          </p:cNvPr>
          <p:cNvSpPr/>
          <p:nvPr/>
        </p:nvSpPr>
        <p:spPr>
          <a:xfrm>
            <a:off x="16100907" y="7966072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6" name="Connector 201">
            <a:extLst>
              <a:ext uri="{FF2B5EF4-FFF2-40B4-BE49-F238E27FC236}">
                <a16:creationId xmlns:a16="http://schemas.microsoft.com/office/drawing/2014/main" id="{9CE16F24-97DB-428B-8D7D-04D210996D05}"/>
              </a:ext>
            </a:extLst>
          </p:cNvPr>
          <p:cNvCxnSpPr>
            <a:cxnSpLocks/>
          </p:cNvCxnSpPr>
          <p:nvPr/>
        </p:nvCxnSpPr>
        <p:spPr>
          <a:xfrm>
            <a:off x="11954147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202">
            <a:extLst>
              <a:ext uri="{FF2B5EF4-FFF2-40B4-BE49-F238E27FC236}">
                <a16:creationId xmlns:a16="http://schemas.microsoft.com/office/drawing/2014/main" id="{EA445CBF-6830-4C89-BBE0-58F67E7D94C8}"/>
              </a:ext>
            </a:extLst>
          </p:cNvPr>
          <p:cNvCxnSpPr>
            <a:cxnSpLocks/>
          </p:cNvCxnSpPr>
          <p:nvPr/>
        </p:nvCxnSpPr>
        <p:spPr>
          <a:xfrm>
            <a:off x="13430103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203">
            <a:extLst>
              <a:ext uri="{FF2B5EF4-FFF2-40B4-BE49-F238E27FC236}">
                <a16:creationId xmlns:a16="http://schemas.microsoft.com/office/drawing/2014/main" id="{5C01E015-3CB4-42D9-90E4-204DE41096D0}"/>
              </a:ext>
            </a:extLst>
          </p:cNvPr>
          <p:cNvCxnSpPr>
            <a:cxnSpLocks/>
          </p:cNvCxnSpPr>
          <p:nvPr/>
        </p:nvCxnSpPr>
        <p:spPr>
          <a:xfrm>
            <a:off x="14906059" y="8202112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9" name="Rounded Rectangle 224">
            <a:extLst>
              <a:ext uri="{FF2B5EF4-FFF2-40B4-BE49-F238E27FC236}">
                <a16:creationId xmlns:a16="http://schemas.microsoft.com/office/drawing/2014/main" id="{F89F5DB3-3BEB-4E33-B379-640343E11CE8}"/>
              </a:ext>
            </a:extLst>
          </p:cNvPr>
          <p:cNvSpPr/>
          <p:nvPr/>
        </p:nvSpPr>
        <p:spPr>
          <a:xfrm>
            <a:off x="10827464" y="9042996"/>
            <a:ext cx="6196761" cy="1508346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TextBox 225">
            <a:extLst>
              <a:ext uri="{FF2B5EF4-FFF2-40B4-BE49-F238E27FC236}">
                <a16:creationId xmlns:a16="http://schemas.microsoft.com/office/drawing/2014/main" id="{9FCFE05A-B6A9-4CB4-A32F-226AEDE58248}"/>
              </a:ext>
            </a:extLst>
          </p:cNvPr>
          <p:cNvSpPr txBox="1"/>
          <p:nvPr/>
        </p:nvSpPr>
        <p:spPr>
          <a:xfrm>
            <a:off x="11007733" y="9161865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</a:t>
            </a:r>
          </a:p>
        </p:txBody>
      </p:sp>
      <p:sp>
        <p:nvSpPr>
          <p:cNvPr id="521" name="TextBox 226">
            <a:extLst>
              <a:ext uri="{FF2B5EF4-FFF2-40B4-BE49-F238E27FC236}">
                <a16:creationId xmlns:a16="http://schemas.microsoft.com/office/drawing/2014/main" id="{A5A35243-FEE0-4421-81D2-A636C6908BA5}"/>
              </a:ext>
            </a:extLst>
          </p:cNvPr>
          <p:cNvSpPr txBox="1"/>
          <p:nvPr/>
        </p:nvSpPr>
        <p:spPr>
          <a:xfrm>
            <a:off x="11019000" y="9576606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Child + feedback</a:t>
            </a:r>
          </a:p>
        </p:txBody>
      </p:sp>
      <p:sp>
        <p:nvSpPr>
          <p:cNvPr id="522" name="Rounded Rectangle 227">
            <a:extLst>
              <a:ext uri="{FF2B5EF4-FFF2-40B4-BE49-F238E27FC236}">
                <a16:creationId xmlns:a16="http://schemas.microsoft.com/office/drawing/2014/main" id="{0EF16F3D-6D4E-43ED-ADCE-9E927CF8861B}"/>
              </a:ext>
            </a:extLst>
          </p:cNvPr>
          <p:cNvSpPr/>
          <p:nvPr/>
        </p:nvSpPr>
        <p:spPr>
          <a:xfrm>
            <a:off x="11638676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3" name="Connector 228">
            <a:extLst>
              <a:ext uri="{FF2B5EF4-FFF2-40B4-BE49-F238E27FC236}">
                <a16:creationId xmlns:a16="http://schemas.microsoft.com/office/drawing/2014/main" id="{7804C2AE-FD0D-4773-BD09-6B4E8CEF51EB}"/>
              </a:ext>
            </a:extLst>
          </p:cNvPr>
          <p:cNvCxnSpPr>
            <a:cxnSpLocks/>
          </p:cNvCxnSpPr>
          <p:nvPr/>
        </p:nvCxnSpPr>
        <p:spPr>
          <a:xfrm>
            <a:off x="11683743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29">
            <a:extLst>
              <a:ext uri="{FF2B5EF4-FFF2-40B4-BE49-F238E27FC236}">
                <a16:creationId xmlns:a16="http://schemas.microsoft.com/office/drawing/2014/main" id="{FAB80911-0534-4595-A04E-00D2662A7B42}"/>
              </a:ext>
            </a:extLst>
          </p:cNvPr>
          <p:cNvCxnSpPr>
            <a:cxnSpLocks/>
          </p:cNvCxnSpPr>
          <p:nvPr/>
        </p:nvCxnSpPr>
        <p:spPr>
          <a:xfrm>
            <a:off x="11683743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30">
            <a:extLst>
              <a:ext uri="{FF2B5EF4-FFF2-40B4-BE49-F238E27FC236}">
                <a16:creationId xmlns:a16="http://schemas.microsoft.com/office/drawing/2014/main" id="{06336097-E06D-4D36-8077-B757A48CCA5E}"/>
              </a:ext>
            </a:extLst>
          </p:cNvPr>
          <p:cNvCxnSpPr>
            <a:cxnSpLocks/>
          </p:cNvCxnSpPr>
          <p:nvPr/>
        </p:nvCxnSpPr>
        <p:spPr>
          <a:xfrm>
            <a:off x="11683743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31">
            <a:extLst>
              <a:ext uri="{FF2B5EF4-FFF2-40B4-BE49-F238E27FC236}">
                <a16:creationId xmlns:a16="http://schemas.microsoft.com/office/drawing/2014/main" id="{AB036896-F785-4A09-8C4C-E119EA3C8708}"/>
              </a:ext>
            </a:extLst>
          </p:cNvPr>
          <p:cNvCxnSpPr>
            <a:cxnSpLocks/>
          </p:cNvCxnSpPr>
          <p:nvPr/>
        </p:nvCxnSpPr>
        <p:spPr>
          <a:xfrm>
            <a:off x="11683743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ounded Rectangle 232">
            <a:extLst>
              <a:ext uri="{FF2B5EF4-FFF2-40B4-BE49-F238E27FC236}">
                <a16:creationId xmlns:a16="http://schemas.microsoft.com/office/drawing/2014/main" id="{A4059CC9-A969-4F2A-813B-9ADE18BBDA61}"/>
              </a:ext>
            </a:extLst>
          </p:cNvPr>
          <p:cNvSpPr/>
          <p:nvPr/>
        </p:nvSpPr>
        <p:spPr>
          <a:xfrm>
            <a:off x="12832961" y="9854048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TextBox 233">
            <a:extLst>
              <a:ext uri="{FF2B5EF4-FFF2-40B4-BE49-F238E27FC236}">
                <a16:creationId xmlns:a16="http://schemas.microsoft.com/office/drawing/2014/main" id="{5465490F-CD09-4657-B195-3A1CFA325952}"/>
              </a:ext>
            </a:extLst>
          </p:cNvPr>
          <p:cNvSpPr txBox="1"/>
          <p:nvPr/>
        </p:nvSpPr>
        <p:spPr>
          <a:xfrm>
            <a:off x="12866762" y="9967045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29" name="TextBox 234">
            <a:extLst>
              <a:ext uri="{FF2B5EF4-FFF2-40B4-BE49-F238E27FC236}">
                <a16:creationId xmlns:a16="http://schemas.microsoft.com/office/drawing/2014/main" id="{ACB731F6-9CE4-4A1F-A517-47EED4F2E400}"/>
              </a:ext>
            </a:extLst>
          </p:cNvPr>
          <p:cNvSpPr txBox="1"/>
          <p:nvPr/>
        </p:nvSpPr>
        <p:spPr>
          <a:xfrm>
            <a:off x="15311665" y="9576606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30" name="Rounded Rectangle 235">
            <a:extLst>
              <a:ext uri="{FF2B5EF4-FFF2-40B4-BE49-F238E27FC236}">
                <a16:creationId xmlns:a16="http://schemas.microsoft.com/office/drawing/2014/main" id="{9ED8714F-1600-44E9-AB45-8B5034A65365}"/>
              </a:ext>
            </a:extLst>
          </p:cNvPr>
          <p:cNvSpPr/>
          <p:nvPr/>
        </p:nvSpPr>
        <p:spPr>
          <a:xfrm>
            <a:off x="16044010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1" name="Connector 236">
            <a:extLst>
              <a:ext uri="{FF2B5EF4-FFF2-40B4-BE49-F238E27FC236}">
                <a16:creationId xmlns:a16="http://schemas.microsoft.com/office/drawing/2014/main" id="{4AD2BEA5-9ED8-42DB-A7A9-A9B804F5E506}"/>
              </a:ext>
            </a:extLst>
          </p:cNvPr>
          <p:cNvCxnSpPr>
            <a:cxnSpLocks/>
          </p:cNvCxnSpPr>
          <p:nvPr/>
        </p:nvCxnSpPr>
        <p:spPr>
          <a:xfrm>
            <a:off x="16089077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237">
            <a:extLst>
              <a:ext uri="{FF2B5EF4-FFF2-40B4-BE49-F238E27FC236}">
                <a16:creationId xmlns:a16="http://schemas.microsoft.com/office/drawing/2014/main" id="{40298FC6-2483-49BB-BE47-F8323F2A4FD6}"/>
              </a:ext>
            </a:extLst>
          </p:cNvPr>
          <p:cNvCxnSpPr>
            <a:cxnSpLocks/>
          </p:cNvCxnSpPr>
          <p:nvPr/>
        </p:nvCxnSpPr>
        <p:spPr>
          <a:xfrm>
            <a:off x="16089077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238">
            <a:extLst>
              <a:ext uri="{FF2B5EF4-FFF2-40B4-BE49-F238E27FC236}">
                <a16:creationId xmlns:a16="http://schemas.microsoft.com/office/drawing/2014/main" id="{9F2617FA-709E-4225-B4DC-6E932FBAD42F}"/>
              </a:ext>
            </a:extLst>
          </p:cNvPr>
          <p:cNvCxnSpPr>
            <a:cxnSpLocks/>
          </p:cNvCxnSpPr>
          <p:nvPr/>
        </p:nvCxnSpPr>
        <p:spPr>
          <a:xfrm>
            <a:off x="16089077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239">
            <a:extLst>
              <a:ext uri="{FF2B5EF4-FFF2-40B4-BE49-F238E27FC236}">
                <a16:creationId xmlns:a16="http://schemas.microsoft.com/office/drawing/2014/main" id="{F2DB66F3-309E-4941-ADC1-CC975A620675}"/>
              </a:ext>
            </a:extLst>
          </p:cNvPr>
          <p:cNvCxnSpPr>
            <a:cxnSpLocks/>
          </p:cNvCxnSpPr>
          <p:nvPr/>
        </p:nvCxnSpPr>
        <p:spPr>
          <a:xfrm>
            <a:off x="16089077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240">
            <a:extLst>
              <a:ext uri="{FF2B5EF4-FFF2-40B4-BE49-F238E27FC236}">
                <a16:creationId xmlns:a16="http://schemas.microsoft.com/office/drawing/2014/main" id="{835D895A-7366-4883-BB68-CDD8CCFCF0CF}"/>
              </a:ext>
            </a:extLst>
          </p:cNvPr>
          <p:cNvCxnSpPr>
            <a:cxnSpLocks/>
          </p:cNvCxnSpPr>
          <p:nvPr/>
        </p:nvCxnSpPr>
        <p:spPr>
          <a:xfrm>
            <a:off x="11954148" y="10101919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241">
            <a:extLst>
              <a:ext uri="{FF2B5EF4-FFF2-40B4-BE49-F238E27FC236}">
                <a16:creationId xmlns:a16="http://schemas.microsoft.com/office/drawing/2014/main" id="{F19D828A-AB77-444C-AC7E-61B31EEA93CB}"/>
              </a:ext>
            </a:extLst>
          </p:cNvPr>
          <p:cNvCxnSpPr>
            <a:cxnSpLocks/>
          </p:cNvCxnSpPr>
          <p:nvPr/>
        </p:nvCxnSpPr>
        <p:spPr>
          <a:xfrm>
            <a:off x="14849726" y="10101919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7" name="组合 536">
            <a:extLst>
              <a:ext uri="{FF2B5EF4-FFF2-40B4-BE49-F238E27FC236}">
                <a16:creationId xmlns:a16="http://schemas.microsoft.com/office/drawing/2014/main" id="{BAA9DA8F-5F08-40A2-B2C1-595E76D20B3C}"/>
              </a:ext>
            </a:extLst>
          </p:cNvPr>
          <p:cNvGrpSpPr>
            <a:grpSpLocks noChangeAspect="1"/>
          </p:cNvGrpSpPr>
          <p:nvPr/>
        </p:nvGrpSpPr>
        <p:grpSpPr>
          <a:xfrm>
            <a:off x="11213516" y="7874975"/>
            <a:ext cx="616696" cy="574875"/>
            <a:chOff x="448056" y="1794303"/>
            <a:chExt cx="562264" cy="524134"/>
          </a:xfrm>
        </p:grpSpPr>
        <p:sp>
          <p:nvSpPr>
            <p:cNvPr id="538" name="Rounded Rectangle 6">
              <a:extLst>
                <a:ext uri="{FF2B5EF4-FFF2-40B4-BE49-F238E27FC236}">
                  <a16:creationId xmlns:a16="http://schemas.microsoft.com/office/drawing/2014/main" id="{55D6E89B-7A3C-46E6-ACDB-A3CD991C29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39" name="Connector 7">
              <a:extLst>
                <a:ext uri="{FF2B5EF4-FFF2-40B4-BE49-F238E27FC236}">
                  <a16:creationId xmlns:a16="http://schemas.microsoft.com/office/drawing/2014/main" id="{9401AB8B-3124-42D9-966B-E888BFE19557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Connector 8">
              <a:extLst>
                <a:ext uri="{FF2B5EF4-FFF2-40B4-BE49-F238E27FC236}">
                  <a16:creationId xmlns:a16="http://schemas.microsoft.com/office/drawing/2014/main" id="{097C68E8-B5A8-4E50-B4CD-D5706E800567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Connector 9">
              <a:extLst>
                <a:ext uri="{FF2B5EF4-FFF2-40B4-BE49-F238E27FC236}">
                  <a16:creationId xmlns:a16="http://schemas.microsoft.com/office/drawing/2014/main" id="{34BC770C-3C4F-4EF7-BD39-FDC639F3C2D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Connector 10">
              <a:extLst>
                <a:ext uri="{FF2B5EF4-FFF2-40B4-BE49-F238E27FC236}">
                  <a16:creationId xmlns:a16="http://schemas.microsoft.com/office/drawing/2014/main" id="{F6ADBCCB-5C3A-4862-8868-BEC5890CF2B8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Rounded Rectangle 16">
              <a:extLst>
                <a:ext uri="{FF2B5EF4-FFF2-40B4-BE49-F238E27FC236}">
                  <a16:creationId xmlns:a16="http://schemas.microsoft.com/office/drawing/2014/main" id="{A1935A7A-6A65-49F2-9CB3-669C2447B710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4" name="Connector 17">
              <a:extLst>
                <a:ext uri="{FF2B5EF4-FFF2-40B4-BE49-F238E27FC236}">
                  <a16:creationId xmlns:a16="http://schemas.microsoft.com/office/drawing/2014/main" id="{7897299A-AA3B-43D2-8E73-C7459F3649A8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Connector 18">
              <a:extLst>
                <a:ext uri="{FF2B5EF4-FFF2-40B4-BE49-F238E27FC236}">
                  <a16:creationId xmlns:a16="http://schemas.microsoft.com/office/drawing/2014/main" id="{9F62ED0A-EDCC-428F-80AB-949E3B7AC6E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Connector 19">
              <a:extLst>
                <a:ext uri="{FF2B5EF4-FFF2-40B4-BE49-F238E27FC236}">
                  <a16:creationId xmlns:a16="http://schemas.microsoft.com/office/drawing/2014/main" id="{F31D0EC0-5373-420A-9783-F241BF3D59D9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Connector 20">
              <a:extLst>
                <a:ext uri="{FF2B5EF4-FFF2-40B4-BE49-F238E27FC236}">
                  <a16:creationId xmlns:a16="http://schemas.microsoft.com/office/drawing/2014/main" id="{6DCC640D-6DB5-4F76-A8C0-3D5DED290007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Rounded Rectangle 26">
              <a:extLst>
                <a:ext uri="{FF2B5EF4-FFF2-40B4-BE49-F238E27FC236}">
                  <a16:creationId xmlns:a16="http://schemas.microsoft.com/office/drawing/2014/main" id="{CE419FDB-E273-41DF-8616-4E2D323B5E3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9" name="Connector 27">
              <a:extLst>
                <a:ext uri="{FF2B5EF4-FFF2-40B4-BE49-F238E27FC236}">
                  <a16:creationId xmlns:a16="http://schemas.microsoft.com/office/drawing/2014/main" id="{EE6B4F24-A93B-41F2-B403-3662AF8467B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Connector 28">
              <a:extLst>
                <a:ext uri="{FF2B5EF4-FFF2-40B4-BE49-F238E27FC236}">
                  <a16:creationId xmlns:a16="http://schemas.microsoft.com/office/drawing/2014/main" id="{4ECC906C-C6E5-40A9-919B-FC53C55F07FF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Connector 29">
              <a:extLst>
                <a:ext uri="{FF2B5EF4-FFF2-40B4-BE49-F238E27FC236}">
                  <a16:creationId xmlns:a16="http://schemas.microsoft.com/office/drawing/2014/main" id="{DE502DB1-141B-48B1-9C3D-2A56C1AD99DE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Connector 30">
              <a:extLst>
                <a:ext uri="{FF2B5EF4-FFF2-40B4-BE49-F238E27FC236}">
                  <a16:creationId xmlns:a16="http://schemas.microsoft.com/office/drawing/2014/main" id="{AB831271-83B6-4341-8C38-D63457AFE46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3" name="Rounded Rectangle 36">
              <a:extLst>
                <a:ext uri="{FF2B5EF4-FFF2-40B4-BE49-F238E27FC236}">
                  <a16:creationId xmlns:a16="http://schemas.microsoft.com/office/drawing/2014/main" id="{8B983321-19F0-4758-99D1-34D4FE264A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4" name="Connector 37">
              <a:extLst>
                <a:ext uri="{FF2B5EF4-FFF2-40B4-BE49-F238E27FC236}">
                  <a16:creationId xmlns:a16="http://schemas.microsoft.com/office/drawing/2014/main" id="{E5F195BA-8E23-4883-8A86-C120D7BBD25E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Connector 38">
              <a:extLst>
                <a:ext uri="{FF2B5EF4-FFF2-40B4-BE49-F238E27FC236}">
                  <a16:creationId xmlns:a16="http://schemas.microsoft.com/office/drawing/2014/main" id="{87FFBB1B-C1B9-45A4-A62A-15DA4D4A3222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Connector 39">
              <a:extLst>
                <a:ext uri="{FF2B5EF4-FFF2-40B4-BE49-F238E27FC236}">
                  <a16:creationId xmlns:a16="http://schemas.microsoft.com/office/drawing/2014/main" id="{31F2F884-FE5A-43B5-B456-B25301873FE5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Connector 40">
              <a:extLst>
                <a:ext uri="{FF2B5EF4-FFF2-40B4-BE49-F238E27FC236}">
                  <a16:creationId xmlns:a16="http://schemas.microsoft.com/office/drawing/2014/main" id="{535121EE-D5F2-4F4F-9EFD-42E0D760D9C2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Rounded Rectangle 46">
              <a:extLst>
                <a:ext uri="{FF2B5EF4-FFF2-40B4-BE49-F238E27FC236}">
                  <a16:creationId xmlns:a16="http://schemas.microsoft.com/office/drawing/2014/main" id="{26682D0E-68DD-4433-834F-C4B21D2DA99C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9" name="Connector 47">
              <a:extLst>
                <a:ext uri="{FF2B5EF4-FFF2-40B4-BE49-F238E27FC236}">
                  <a16:creationId xmlns:a16="http://schemas.microsoft.com/office/drawing/2014/main" id="{CA15F005-235A-42AD-95C1-CE7C8D167EF8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Connector 48">
              <a:extLst>
                <a:ext uri="{FF2B5EF4-FFF2-40B4-BE49-F238E27FC236}">
                  <a16:creationId xmlns:a16="http://schemas.microsoft.com/office/drawing/2014/main" id="{89139BDB-9E08-48DB-A034-28A48D60D7B7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Connector 49">
              <a:extLst>
                <a:ext uri="{FF2B5EF4-FFF2-40B4-BE49-F238E27FC236}">
                  <a16:creationId xmlns:a16="http://schemas.microsoft.com/office/drawing/2014/main" id="{DC72BB85-FEA8-430F-BB67-3D43EB38DCAB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Connector 50">
              <a:extLst>
                <a:ext uri="{FF2B5EF4-FFF2-40B4-BE49-F238E27FC236}">
                  <a16:creationId xmlns:a16="http://schemas.microsoft.com/office/drawing/2014/main" id="{6741176F-DA39-47CF-A612-31E2D119D958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3" name="Rounded Rectangle 56">
              <a:extLst>
                <a:ext uri="{FF2B5EF4-FFF2-40B4-BE49-F238E27FC236}">
                  <a16:creationId xmlns:a16="http://schemas.microsoft.com/office/drawing/2014/main" id="{70613C19-C7B9-4965-98B6-B341EF5A557A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64" name="Connector 57">
              <a:extLst>
                <a:ext uri="{FF2B5EF4-FFF2-40B4-BE49-F238E27FC236}">
                  <a16:creationId xmlns:a16="http://schemas.microsoft.com/office/drawing/2014/main" id="{F3F26491-5B0B-4E29-8560-6A43A60B432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Connector 58">
              <a:extLst>
                <a:ext uri="{FF2B5EF4-FFF2-40B4-BE49-F238E27FC236}">
                  <a16:creationId xmlns:a16="http://schemas.microsoft.com/office/drawing/2014/main" id="{A1D8DF81-B4B0-4DFB-B0C9-6F8887C3186E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Connector 59">
              <a:extLst>
                <a:ext uri="{FF2B5EF4-FFF2-40B4-BE49-F238E27FC236}">
                  <a16:creationId xmlns:a16="http://schemas.microsoft.com/office/drawing/2014/main" id="{DDEBD8F3-A604-450A-898F-EAA16F003656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Connector 60">
              <a:extLst>
                <a:ext uri="{FF2B5EF4-FFF2-40B4-BE49-F238E27FC236}">
                  <a16:creationId xmlns:a16="http://schemas.microsoft.com/office/drawing/2014/main" id="{8CE22B6B-571B-477A-9E1A-EAD698CB4EB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8" name="组合 567">
            <a:extLst>
              <a:ext uri="{FF2B5EF4-FFF2-40B4-BE49-F238E27FC236}">
                <a16:creationId xmlns:a16="http://schemas.microsoft.com/office/drawing/2014/main" id="{58817EE9-FF6C-4554-B419-A80811D653AC}"/>
              </a:ext>
            </a:extLst>
          </p:cNvPr>
          <p:cNvGrpSpPr>
            <a:grpSpLocks noChangeAspect="1"/>
          </p:cNvGrpSpPr>
          <p:nvPr/>
        </p:nvGrpSpPr>
        <p:grpSpPr>
          <a:xfrm>
            <a:off x="12682348" y="7892009"/>
            <a:ext cx="616696" cy="574875"/>
            <a:chOff x="1545336" y="1794303"/>
            <a:chExt cx="562264" cy="524134"/>
          </a:xfrm>
        </p:grpSpPr>
        <p:sp>
          <p:nvSpPr>
            <p:cNvPr id="569" name="Rounded Rectangle 11">
              <a:extLst>
                <a:ext uri="{FF2B5EF4-FFF2-40B4-BE49-F238E27FC236}">
                  <a16:creationId xmlns:a16="http://schemas.microsoft.com/office/drawing/2014/main" id="{32E16E7C-C6E8-47C7-9F99-7A4CBAD3BC67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0" name="Connector 12">
              <a:extLst>
                <a:ext uri="{FF2B5EF4-FFF2-40B4-BE49-F238E27FC236}">
                  <a16:creationId xmlns:a16="http://schemas.microsoft.com/office/drawing/2014/main" id="{228DE61D-8580-4ED6-9395-ABFE4344257A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Connector 13">
              <a:extLst>
                <a:ext uri="{FF2B5EF4-FFF2-40B4-BE49-F238E27FC236}">
                  <a16:creationId xmlns:a16="http://schemas.microsoft.com/office/drawing/2014/main" id="{622C96F2-5948-4D31-8AAE-87FEEFAFF7A8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Connector 14">
              <a:extLst>
                <a:ext uri="{FF2B5EF4-FFF2-40B4-BE49-F238E27FC236}">
                  <a16:creationId xmlns:a16="http://schemas.microsoft.com/office/drawing/2014/main" id="{354D826A-8BD8-4FFA-BCCC-610170A20A0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Connector 15">
              <a:extLst>
                <a:ext uri="{FF2B5EF4-FFF2-40B4-BE49-F238E27FC236}">
                  <a16:creationId xmlns:a16="http://schemas.microsoft.com/office/drawing/2014/main" id="{1B18400E-2511-425D-A9E7-07DB8B45A471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4" name="Rounded Rectangle 21">
              <a:extLst>
                <a:ext uri="{FF2B5EF4-FFF2-40B4-BE49-F238E27FC236}">
                  <a16:creationId xmlns:a16="http://schemas.microsoft.com/office/drawing/2014/main" id="{F1A5F30B-E8EB-4CD0-AA9A-75B49B8C7CBB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5" name="Connector 22">
              <a:extLst>
                <a:ext uri="{FF2B5EF4-FFF2-40B4-BE49-F238E27FC236}">
                  <a16:creationId xmlns:a16="http://schemas.microsoft.com/office/drawing/2014/main" id="{82ED406F-5A95-483F-B00B-2C25DD95EB8C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Connector 23">
              <a:extLst>
                <a:ext uri="{FF2B5EF4-FFF2-40B4-BE49-F238E27FC236}">
                  <a16:creationId xmlns:a16="http://schemas.microsoft.com/office/drawing/2014/main" id="{61418DBC-325F-46D7-A583-BA8BF74F98D9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Connector 24">
              <a:extLst>
                <a:ext uri="{FF2B5EF4-FFF2-40B4-BE49-F238E27FC236}">
                  <a16:creationId xmlns:a16="http://schemas.microsoft.com/office/drawing/2014/main" id="{7B6CE6F7-E0A4-406C-AE51-6DCA36A829AA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Connector 25">
              <a:extLst>
                <a:ext uri="{FF2B5EF4-FFF2-40B4-BE49-F238E27FC236}">
                  <a16:creationId xmlns:a16="http://schemas.microsoft.com/office/drawing/2014/main" id="{C6F2DA97-4029-4D8D-87D2-9A4BDF917F8C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9" name="Rounded Rectangle 31">
              <a:extLst>
                <a:ext uri="{FF2B5EF4-FFF2-40B4-BE49-F238E27FC236}">
                  <a16:creationId xmlns:a16="http://schemas.microsoft.com/office/drawing/2014/main" id="{3BE55264-CACF-4830-9B26-777F5104B14E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0" name="Connector 32">
              <a:extLst>
                <a:ext uri="{FF2B5EF4-FFF2-40B4-BE49-F238E27FC236}">
                  <a16:creationId xmlns:a16="http://schemas.microsoft.com/office/drawing/2014/main" id="{D6D32250-B9F0-41EF-86FE-5CBB43D75811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Connector 33">
              <a:extLst>
                <a:ext uri="{FF2B5EF4-FFF2-40B4-BE49-F238E27FC236}">
                  <a16:creationId xmlns:a16="http://schemas.microsoft.com/office/drawing/2014/main" id="{58C0E0E9-2D29-40C3-A629-7E84B57FF1E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Connector 34">
              <a:extLst>
                <a:ext uri="{FF2B5EF4-FFF2-40B4-BE49-F238E27FC236}">
                  <a16:creationId xmlns:a16="http://schemas.microsoft.com/office/drawing/2014/main" id="{A9548690-7A0B-4935-A829-DE601FC2F13F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Connector 35">
              <a:extLst>
                <a:ext uri="{FF2B5EF4-FFF2-40B4-BE49-F238E27FC236}">
                  <a16:creationId xmlns:a16="http://schemas.microsoft.com/office/drawing/2014/main" id="{0F9295F8-132A-4838-B0CC-5C511AD1A41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4" name="Rounded Rectangle 41">
              <a:extLst>
                <a:ext uri="{FF2B5EF4-FFF2-40B4-BE49-F238E27FC236}">
                  <a16:creationId xmlns:a16="http://schemas.microsoft.com/office/drawing/2014/main" id="{EEB61C42-2C45-4E65-AA07-3F46A7A2E26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5" name="Connector 42">
              <a:extLst>
                <a:ext uri="{FF2B5EF4-FFF2-40B4-BE49-F238E27FC236}">
                  <a16:creationId xmlns:a16="http://schemas.microsoft.com/office/drawing/2014/main" id="{D749877E-E88E-4826-B6E0-DD06F05C6A6C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Connector 43">
              <a:extLst>
                <a:ext uri="{FF2B5EF4-FFF2-40B4-BE49-F238E27FC236}">
                  <a16:creationId xmlns:a16="http://schemas.microsoft.com/office/drawing/2014/main" id="{E95DD3CA-78D8-4D0C-95BC-974C579C235F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Connector 44">
              <a:extLst>
                <a:ext uri="{FF2B5EF4-FFF2-40B4-BE49-F238E27FC236}">
                  <a16:creationId xmlns:a16="http://schemas.microsoft.com/office/drawing/2014/main" id="{BC489FF5-0559-4606-B152-ACD29D502A26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Connector 45">
              <a:extLst>
                <a:ext uri="{FF2B5EF4-FFF2-40B4-BE49-F238E27FC236}">
                  <a16:creationId xmlns:a16="http://schemas.microsoft.com/office/drawing/2014/main" id="{D476FA32-AF3D-4F8A-BFDA-25D92228A708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9" name="Rounded Rectangle 51">
              <a:extLst>
                <a:ext uri="{FF2B5EF4-FFF2-40B4-BE49-F238E27FC236}">
                  <a16:creationId xmlns:a16="http://schemas.microsoft.com/office/drawing/2014/main" id="{C2D7F083-F578-4E6F-9C35-F4D2BF5BEEFA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0" name="Connector 52">
              <a:extLst>
                <a:ext uri="{FF2B5EF4-FFF2-40B4-BE49-F238E27FC236}">
                  <a16:creationId xmlns:a16="http://schemas.microsoft.com/office/drawing/2014/main" id="{6BF33B65-3917-4707-ABF0-2E696D19966A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Connector 53">
              <a:extLst>
                <a:ext uri="{FF2B5EF4-FFF2-40B4-BE49-F238E27FC236}">
                  <a16:creationId xmlns:a16="http://schemas.microsoft.com/office/drawing/2014/main" id="{B30C4523-7042-4A11-AC2B-06FF05B9BF7B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Connector 54">
              <a:extLst>
                <a:ext uri="{FF2B5EF4-FFF2-40B4-BE49-F238E27FC236}">
                  <a16:creationId xmlns:a16="http://schemas.microsoft.com/office/drawing/2014/main" id="{2C9CF048-3A8A-41A7-8313-0CAEF88848CF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Connector 55">
              <a:extLst>
                <a:ext uri="{FF2B5EF4-FFF2-40B4-BE49-F238E27FC236}">
                  <a16:creationId xmlns:a16="http://schemas.microsoft.com/office/drawing/2014/main" id="{3D3A5A61-0915-43FF-99AB-78CD5AAEB6F3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4" name="Rounded Rectangle 61">
              <a:extLst>
                <a:ext uri="{FF2B5EF4-FFF2-40B4-BE49-F238E27FC236}">
                  <a16:creationId xmlns:a16="http://schemas.microsoft.com/office/drawing/2014/main" id="{08592657-3EF3-40D6-8F48-EAC335D30E0E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5" name="Connector 62">
              <a:extLst>
                <a:ext uri="{FF2B5EF4-FFF2-40B4-BE49-F238E27FC236}">
                  <a16:creationId xmlns:a16="http://schemas.microsoft.com/office/drawing/2014/main" id="{4495996B-1440-46AC-9CE2-FF4C1D5FF723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Connector 63">
              <a:extLst>
                <a:ext uri="{FF2B5EF4-FFF2-40B4-BE49-F238E27FC236}">
                  <a16:creationId xmlns:a16="http://schemas.microsoft.com/office/drawing/2014/main" id="{D5625199-0015-46E5-A03A-9D4A2C58C53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Connector 64">
              <a:extLst>
                <a:ext uri="{FF2B5EF4-FFF2-40B4-BE49-F238E27FC236}">
                  <a16:creationId xmlns:a16="http://schemas.microsoft.com/office/drawing/2014/main" id="{F8368E97-6263-46CE-9429-22091EAFE68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Connector 65">
              <a:extLst>
                <a:ext uri="{FF2B5EF4-FFF2-40B4-BE49-F238E27FC236}">
                  <a16:creationId xmlns:a16="http://schemas.microsoft.com/office/drawing/2014/main" id="{F944EF55-8A77-48B2-B291-D94437944316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2401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904956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301468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341586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341464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344953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356840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82443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344038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76042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41701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41701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41701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41701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292675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62169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45369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66005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>
            <a:cxnSpLocks/>
          </p:cNvCxnSpPr>
          <p:nvPr/>
        </p:nvCxnSpPr>
        <p:spPr>
          <a:xfrm>
            <a:off x="6079265" y="4307242"/>
            <a:ext cx="0" cy="55071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逐例独立反思，汇总反馈后更新整组子准则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ounded Rectangle 90">
            <a:extLst>
              <a:ext uri="{FF2B5EF4-FFF2-40B4-BE49-F238E27FC236}">
                <a16:creationId xmlns:a16="http://schemas.microsoft.com/office/drawing/2014/main" id="{2EE6D187-09C2-498F-B76C-B06D31208D48}"/>
              </a:ext>
            </a:extLst>
          </p:cNvPr>
          <p:cNvSpPr/>
          <p:nvPr/>
        </p:nvSpPr>
        <p:spPr>
          <a:xfrm>
            <a:off x="824416" y="205267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352" name="Connector 1101">
            <a:extLst>
              <a:ext uri="{FF2B5EF4-FFF2-40B4-BE49-F238E27FC236}">
                <a16:creationId xmlns:a16="http://schemas.microsoft.com/office/drawing/2014/main" id="{DE5CE417-B43A-4C61-9ED5-39D66ED9FD40}"/>
              </a:ext>
            </a:extLst>
          </p:cNvPr>
          <p:cNvCxnSpPr>
            <a:cxnSpLocks/>
          </p:cNvCxnSpPr>
          <p:nvPr/>
        </p:nvCxnSpPr>
        <p:spPr>
          <a:xfrm>
            <a:off x="2219593" y="2652841"/>
            <a:ext cx="0" cy="225953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Split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建立子树，通过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Refine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改写单个准则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逐例子树反思：演化收益与基线对比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逐例子树反思：演化集提升，但验证与测试未获益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8780423" y="237744"/>
            <a:ext cx="4933402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设计</a:t>
            </a:r>
            <a:r>
              <a:rPr lang="en-US" altLang="zh-CN" dirty="0"/>
              <a:t>-</a:t>
            </a:r>
            <a:r>
              <a:rPr lang="zh-CN" altLang="en-US" dirty="0"/>
              <a:t>更换演化集</a:t>
            </a:r>
            <a:endParaRPr dirty="0"/>
          </a:p>
        </p:txBody>
      </p:sp>
      <p:sp>
        <p:nvSpPr>
          <p:cNvPr id="15" name="Rectangle 32">
            <a:extLst>
              <a:ext uri="{FF2B5EF4-FFF2-40B4-BE49-F238E27FC236}">
                <a16:creationId xmlns:a16="http://schemas.microsoft.com/office/drawing/2014/main" id="{04125A3B-2FD9-4666-B0A4-06B82F5E549E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6917612-A6D4-4E28-B06E-88E15100E836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演化集偏好差异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69">
            <a:extLst>
              <a:ext uri="{FF2B5EF4-FFF2-40B4-BE49-F238E27FC236}">
                <a16:creationId xmlns:a16="http://schemas.microsoft.com/office/drawing/2014/main" id="{CEDEFAFF-F383-4A6C-B9C9-FF831D06182F}"/>
              </a:ext>
            </a:extLst>
          </p:cNvPr>
          <p:cNvSpPr txBox="1"/>
          <p:nvPr/>
        </p:nvSpPr>
        <p:spPr>
          <a:xfrm>
            <a:off x="877824" y="2313432"/>
            <a:ext cx="9144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局部收益未迁移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8" name="Rounded Rectangle 70">
            <a:extLst>
              <a:ext uri="{FF2B5EF4-FFF2-40B4-BE49-F238E27FC236}">
                <a16:creationId xmlns:a16="http://schemas.microsoft.com/office/drawing/2014/main" id="{0D427D5B-8025-47F5-A9AE-9C86CE4620BD}"/>
              </a:ext>
            </a:extLst>
          </p:cNvPr>
          <p:cNvSpPr/>
          <p:nvPr/>
        </p:nvSpPr>
        <p:spPr>
          <a:xfrm>
            <a:off x="877824" y="2779776"/>
            <a:ext cx="7598664" cy="1197864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71">
            <a:extLst>
              <a:ext uri="{FF2B5EF4-FFF2-40B4-BE49-F238E27FC236}">
                <a16:creationId xmlns:a16="http://schemas.microsoft.com/office/drawing/2014/main" id="{E49844B9-A4BD-4329-A4D9-76913C1F55E0}"/>
              </a:ext>
            </a:extLst>
          </p:cNvPr>
          <p:cNvSpPr txBox="1"/>
          <p:nvPr/>
        </p:nvSpPr>
        <p:spPr>
          <a:xfrm>
            <a:off x="1097280" y="2907792"/>
            <a:ext cx="498348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Discovery100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本方法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0" name="TextBox 72">
            <a:extLst>
              <a:ext uri="{FF2B5EF4-FFF2-40B4-BE49-F238E27FC236}">
                <a16:creationId xmlns:a16="http://schemas.microsoft.com/office/drawing/2014/main" id="{6B2EAEDD-3EA5-4E6A-B776-25D76FC2C6C1}"/>
              </a:ext>
            </a:extLst>
          </p:cNvPr>
          <p:cNvSpPr txBox="1"/>
          <p:nvPr/>
        </p:nvSpPr>
        <p:spPr>
          <a:xfrm>
            <a:off x="6117336" y="2852928"/>
            <a:ext cx="2093976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+6.00 pp</a:t>
            </a:r>
          </a:p>
        </p:txBody>
      </p:sp>
      <p:sp>
        <p:nvSpPr>
          <p:cNvPr id="21" name="TextBox 73">
            <a:extLst>
              <a:ext uri="{FF2B5EF4-FFF2-40B4-BE49-F238E27FC236}">
                <a16:creationId xmlns:a16="http://schemas.microsoft.com/office/drawing/2014/main" id="{FE5EB41F-FAE4-47E4-A781-13C80613F3EA}"/>
              </a:ext>
            </a:extLst>
          </p:cNvPr>
          <p:cNvSpPr txBox="1"/>
          <p:nvPr/>
        </p:nvSpPr>
        <p:spPr>
          <a:xfrm>
            <a:off x="1097280" y="3337560"/>
            <a:ext cx="708660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62.00% → 68.00%</a:t>
            </a:r>
          </a:p>
        </p:txBody>
      </p:sp>
      <p:sp>
        <p:nvSpPr>
          <p:cNvPr id="22" name="Rounded Rectangle 74">
            <a:extLst>
              <a:ext uri="{FF2B5EF4-FFF2-40B4-BE49-F238E27FC236}">
                <a16:creationId xmlns:a16="http://schemas.microsoft.com/office/drawing/2014/main" id="{5F15D70A-668F-4F05-A85A-C81D2258AA0E}"/>
              </a:ext>
            </a:extLst>
          </p:cNvPr>
          <p:cNvSpPr/>
          <p:nvPr/>
        </p:nvSpPr>
        <p:spPr>
          <a:xfrm>
            <a:off x="8778240" y="2779776"/>
            <a:ext cx="7680960" cy="1197864"/>
          </a:xfrm>
          <a:prstGeom prst="roundRect">
            <a:avLst>
              <a:gd name="adj" fmla="val 8000"/>
            </a:avLst>
          </a:prstGeom>
          <a:solidFill>
            <a:srgbClr val="FF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75">
            <a:extLst>
              <a:ext uri="{FF2B5EF4-FFF2-40B4-BE49-F238E27FC236}">
                <a16:creationId xmlns:a16="http://schemas.microsoft.com/office/drawing/2014/main" id="{79FEE00B-5BBA-4546-9EF4-D9F4FC5163BC}"/>
              </a:ext>
            </a:extLst>
          </p:cNvPr>
          <p:cNvSpPr txBox="1"/>
          <p:nvPr/>
        </p:nvSpPr>
        <p:spPr>
          <a:xfrm>
            <a:off x="9006840" y="2907792"/>
            <a:ext cx="480060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VLRB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同一方法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4" name="TextBox 76">
            <a:extLst>
              <a:ext uri="{FF2B5EF4-FFF2-40B4-BE49-F238E27FC236}">
                <a16:creationId xmlns:a16="http://schemas.microsoft.com/office/drawing/2014/main" id="{147E35D2-CD7C-4AD7-804E-50865CCDF3C5}"/>
              </a:ext>
            </a:extLst>
          </p:cNvPr>
          <p:cNvSpPr txBox="1"/>
          <p:nvPr/>
        </p:nvSpPr>
        <p:spPr>
          <a:xfrm>
            <a:off x="13898880" y="2852928"/>
            <a:ext cx="226771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C66843"/>
                </a:solidFill>
                <a:latin typeface="Microsoft YaHei"/>
              </a:rPr>
              <a:t>−1.53 pp</a:t>
            </a:r>
          </a:p>
        </p:txBody>
      </p:sp>
      <p:sp>
        <p:nvSpPr>
          <p:cNvPr id="25" name="TextBox 77">
            <a:extLst>
              <a:ext uri="{FF2B5EF4-FFF2-40B4-BE49-F238E27FC236}">
                <a16:creationId xmlns:a16="http://schemas.microsoft.com/office/drawing/2014/main" id="{1D951C76-F816-474F-AD47-DDFA85D485F1}"/>
              </a:ext>
            </a:extLst>
          </p:cNvPr>
          <p:cNvSpPr txBox="1"/>
          <p:nvPr/>
        </p:nvSpPr>
        <p:spPr>
          <a:xfrm>
            <a:off x="9006840" y="3337560"/>
            <a:ext cx="713232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70.17% → 68.64%</a:t>
            </a:r>
          </a:p>
        </p:txBody>
      </p:sp>
      <p:sp>
        <p:nvSpPr>
          <p:cNvPr id="26" name="TextBox 78">
            <a:extLst>
              <a:ext uri="{FF2B5EF4-FFF2-40B4-BE49-F238E27FC236}">
                <a16:creationId xmlns:a16="http://schemas.microsoft.com/office/drawing/2014/main" id="{C313931D-E2A6-4DEF-B337-5D5F16B7C020}"/>
              </a:ext>
            </a:extLst>
          </p:cNvPr>
          <p:cNvSpPr txBox="1"/>
          <p:nvPr/>
        </p:nvSpPr>
        <p:spPr>
          <a:xfrm>
            <a:off x="841248" y="4287605"/>
            <a:ext cx="15544800" cy="105259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新演化集：VLRB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幻觉类抽样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 条（Hallucination100）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 </a:t>
            </a: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下面是同一 </a:t>
            </a:r>
            <a:r>
              <a:rPr lang="en-US" altLang="zh-CN" sz="2200" b="1" dirty="0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的两种“完整性”偏好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Rounded Rectangle 79">
            <a:extLst>
              <a:ext uri="{FF2B5EF4-FFF2-40B4-BE49-F238E27FC236}">
                <a16:creationId xmlns:a16="http://schemas.microsoft.com/office/drawing/2014/main" id="{121C597D-4D91-4B9C-96BE-B490464F6B94}"/>
              </a:ext>
            </a:extLst>
          </p:cNvPr>
          <p:cNvSpPr/>
          <p:nvPr/>
        </p:nvSpPr>
        <p:spPr>
          <a:xfrm>
            <a:off x="877824" y="5564546"/>
            <a:ext cx="7598664" cy="2596896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80">
            <a:extLst>
              <a:ext uri="{FF2B5EF4-FFF2-40B4-BE49-F238E27FC236}">
                <a16:creationId xmlns:a16="http://schemas.microsoft.com/office/drawing/2014/main" id="{CB355870-866E-44B6-B53C-2C0EA69D9DF5}"/>
              </a:ext>
            </a:extLst>
          </p:cNvPr>
          <p:cNvSpPr/>
          <p:nvPr/>
        </p:nvSpPr>
        <p:spPr>
          <a:xfrm>
            <a:off x="877824" y="5564546"/>
            <a:ext cx="91440" cy="2596896"/>
          </a:xfrm>
          <a:prstGeom prst="rect">
            <a:avLst/>
          </a:prstGeom>
          <a:solidFill>
            <a:srgbClr val="C66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81">
            <a:extLst>
              <a:ext uri="{FF2B5EF4-FFF2-40B4-BE49-F238E27FC236}">
                <a16:creationId xmlns:a16="http://schemas.microsoft.com/office/drawing/2014/main" id="{EA1F345A-F5D2-4149-B561-CB2022F1CD17}"/>
              </a:ext>
            </a:extLst>
          </p:cNvPr>
          <p:cNvSpPr txBox="1"/>
          <p:nvPr/>
        </p:nvSpPr>
        <p:spPr>
          <a:xfrm>
            <a:off x="1152144" y="5765714"/>
            <a:ext cx="7031736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66843"/>
                </a:solidFill>
                <a:latin typeface="Microsoft YaHei"/>
              </a:rPr>
              <a:t>Discovery100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Rubric</a:t>
            </a:r>
          </a:p>
        </p:txBody>
      </p:sp>
      <p:sp>
        <p:nvSpPr>
          <p:cNvPr id="30" name="TextBox 82">
            <a:extLst>
              <a:ext uri="{FF2B5EF4-FFF2-40B4-BE49-F238E27FC236}">
                <a16:creationId xmlns:a16="http://schemas.microsoft.com/office/drawing/2014/main" id="{8697B2F0-75B6-4559-A489-0127FDC2A8C5}"/>
              </a:ext>
            </a:extLst>
          </p:cNvPr>
          <p:cNvSpPr txBox="1"/>
          <p:nvPr/>
        </p:nvSpPr>
        <p:spPr>
          <a:xfrm>
            <a:off x="1152144" y="6305210"/>
            <a:ext cx="6894576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覆盖要求的要素即可视为完整；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即使数值、身份有误或存在幻觉。</a:t>
            </a:r>
          </a:p>
        </p:txBody>
      </p:sp>
      <p:sp>
        <p:nvSpPr>
          <p:cNvPr id="31" name="TextBox 83">
            <a:extLst>
              <a:ext uri="{FF2B5EF4-FFF2-40B4-BE49-F238E27FC236}">
                <a16:creationId xmlns:a16="http://schemas.microsoft.com/office/drawing/2014/main" id="{C677541E-1847-4267-931F-9ACE4799D84A}"/>
              </a:ext>
            </a:extLst>
          </p:cNvPr>
          <p:cNvSpPr txBox="1"/>
          <p:nvPr/>
        </p:nvSpPr>
        <p:spPr>
          <a:xfrm>
            <a:off x="1152144" y="7530506"/>
            <a:ext cx="694944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幻觉主要交由“事实性”根准则处理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2" name="Rounded Rectangle 84">
            <a:extLst>
              <a:ext uri="{FF2B5EF4-FFF2-40B4-BE49-F238E27FC236}">
                <a16:creationId xmlns:a16="http://schemas.microsoft.com/office/drawing/2014/main" id="{C06B36C0-E0AD-45D8-B810-141E97D81F4D}"/>
              </a:ext>
            </a:extLst>
          </p:cNvPr>
          <p:cNvSpPr/>
          <p:nvPr/>
        </p:nvSpPr>
        <p:spPr>
          <a:xfrm>
            <a:off x="8778240" y="5564546"/>
            <a:ext cx="7680960" cy="2596896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85">
            <a:extLst>
              <a:ext uri="{FF2B5EF4-FFF2-40B4-BE49-F238E27FC236}">
                <a16:creationId xmlns:a16="http://schemas.microsoft.com/office/drawing/2014/main" id="{FF92CC7B-8B3C-4CA6-9C58-B950DA0704ED}"/>
              </a:ext>
            </a:extLst>
          </p:cNvPr>
          <p:cNvSpPr/>
          <p:nvPr/>
        </p:nvSpPr>
        <p:spPr>
          <a:xfrm>
            <a:off x="8778240" y="5564546"/>
            <a:ext cx="91440" cy="2596896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86">
            <a:extLst>
              <a:ext uri="{FF2B5EF4-FFF2-40B4-BE49-F238E27FC236}">
                <a16:creationId xmlns:a16="http://schemas.microsoft.com/office/drawing/2014/main" id="{3B1C2118-423A-44FC-9164-83618DF883B6}"/>
              </a:ext>
            </a:extLst>
          </p:cNvPr>
          <p:cNvSpPr txBox="1"/>
          <p:nvPr/>
        </p:nvSpPr>
        <p:spPr>
          <a:xfrm>
            <a:off x="9052560" y="5765714"/>
            <a:ext cx="7095744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Hallucination100 </a:t>
            </a:r>
            <a:r>
              <a:rPr sz="2000" b="1" dirty="0" err="1">
                <a:solidFill>
                  <a:srgbClr val="075B97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075B97"/>
                </a:solidFill>
                <a:latin typeface="Microsoft YaHei"/>
              </a:rPr>
              <a:t> Rubric</a:t>
            </a:r>
          </a:p>
        </p:txBody>
      </p:sp>
      <p:sp>
        <p:nvSpPr>
          <p:cNvPr id="35" name="TextBox 87">
            <a:extLst>
              <a:ext uri="{FF2B5EF4-FFF2-40B4-BE49-F238E27FC236}">
                <a16:creationId xmlns:a16="http://schemas.microsoft.com/office/drawing/2014/main" id="{ACC56F94-A76B-40F1-8AF4-21E2C02F4554}"/>
              </a:ext>
            </a:extLst>
          </p:cNvPr>
          <p:cNvSpPr txBox="1"/>
          <p:nvPr/>
        </p:nvSpPr>
        <p:spPr>
          <a:xfrm>
            <a:off x="9052560" y="6305210"/>
            <a:ext cx="6949440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计入覆盖前先核实视觉对象；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幻觉是严重的覆盖错误。</a:t>
            </a:r>
          </a:p>
        </p:txBody>
      </p:sp>
      <p:sp>
        <p:nvSpPr>
          <p:cNvPr id="36" name="TextBox 88">
            <a:extLst>
              <a:ext uri="{FF2B5EF4-FFF2-40B4-BE49-F238E27FC236}">
                <a16:creationId xmlns:a16="http://schemas.microsoft.com/office/drawing/2014/main" id="{6E67B9F3-5F4A-4761-81C7-DC25AEFB818A}"/>
              </a:ext>
            </a:extLst>
          </p:cNvPr>
          <p:cNvSpPr txBox="1"/>
          <p:nvPr/>
        </p:nvSpPr>
        <p:spPr>
          <a:xfrm>
            <a:off x="9052560" y="7530506"/>
            <a:ext cx="699516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更短但准确的回答可优于更长的幻觉回答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7" name="Rounded Rectangle 89">
            <a:extLst>
              <a:ext uri="{FF2B5EF4-FFF2-40B4-BE49-F238E27FC236}">
                <a16:creationId xmlns:a16="http://schemas.microsoft.com/office/drawing/2014/main" id="{0517A9A1-6FF9-4FC3-84FE-6C172AB358E1}"/>
              </a:ext>
            </a:extLst>
          </p:cNvPr>
          <p:cNvSpPr/>
          <p:nvPr/>
        </p:nvSpPr>
        <p:spPr>
          <a:xfrm>
            <a:off x="841248" y="8358251"/>
            <a:ext cx="15581376" cy="658368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90">
            <a:extLst>
              <a:ext uri="{FF2B5EF4-FFF2-40B4-BE49-F238E27FC236}">
                <a16:creationId xmlns:a16="http://schemas.microsoft.com/office/drawing/2014/main" id="{89C012F1-0E23-4C67-A9D8-94CDF7F3F0F4}"/>
              </a:ext>
            </a:extLst>
          </p:cNvPr>
          <p:cNvSpPr txBox="1"/>
          <p:nvPr/>
        </p:nvSpPr>
        <p:spPr>
          <a:xfrm>
            <a:off x="1078992" y="8489097"/>
            <a:ext cx="15087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检验假设：演化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数据集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样本的偏好侧重点不同，会改变学到的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 Rubric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及其迁移表现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39" name="TextBox 91">
            <a:extLst>
              <a:ext uri="{FF2B5EF4-FFF2-40B4-BE49-F238E27FC236}">
                <a16:creationId xmlns:a16="http://schemas.microsoft.com/office/drawing/2014/main" id="{B353C2E2-71EB-463C-A6B6-098542E4A70B}"/>
              </a:ext>
            </a:extLst>
          </p:cNvPr>
          <p:cNvSpPr txBox="1"/>
          <p:nvPr/>
        </p:nvSpPr>
        <p:spPr>
          <a:xfrm>
            <a:off x="841248" y="9382379"/>
            <a:ext cx="4572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新实验设计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40" name="Rounded Rectangle 92">
            <a:extLst>
              <a:ext uri="{FF2B5EF4-FFF2-40B4-BE49-F238E27FC236}">
                <a16:creationId xmlns:a16="http://schemas.microsoft.com/office/drawing/2014/main" id="{C99B961C-55B1-47AB-87EC-4FAF634E75B4}"/>
              </a:ext>
            </a:extLst>
          </p:cNvPr>
          <p:cNvSpPr/>
          <p:nvPr/>
        </p:nvSpPr>
        <p:spPr>
          <a:xfrm>
            <a:off x="841248" y="9867011"/>
            <a:ext cx="2615184" cy="758952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3">
            <a:extLst>
              <a:ext uri="{FF2B5EF4-FFF2-40B4-BE49-F238E27FC236}">
                <a16:creationId xmlns:a16="http://schemas.microsoft.com/office/drawing/2014/main" id="{262D1A29-8323-450F-9757-35F6EF45698A}"/>
              </a:ext>
            </a:extLst>
          </p:cNvPr>
          <p:cNvSpPr txBox="1"/>
          <p:nvPr/>
        </p:nvSpPr>
        <p:spPr>
          <a:xfrm>
            <a:off x="932688" y="9912731"/>
            <a:ext cx="243230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五个固定 root</a:t>
            </a:r>
          </a:p>
        </p:txBody>
      </p:sp>
      <p:sp>
        <p:nvSpPr>
          <p:cNvPr id="42" name="Rounded Rectangle 94">
            <a:extLst>
              <a:ext uri="{FF2B5EF4-FFF2-40B4-BE49-F238E27FC236}">
                <a16:creationId xmlns:a16="http://schemas.microsoft.com/office/drawing/2014/main" id="{31AEB0B0-D7EB-4FD7-90E6-C9BE9A352A01}"/>
              </a:ext>
            </a:extLst>
          </p:cNvPr>
          <p:cNvSpPr/>
          <p:nvPr/>
        </p:nvSpPr>
        <p:spPr>
          <a:xfrm>
            <a:off x="3758184" y="9867011"/>
            <a:ext cx="389534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95">
            <a:extLst>
              <a:ext uri="{FF2B5EF4-FFF2-40B4-BE49-F238E27FC236}">
                <a16:creationId xmlns:a16="http://schemas.microsoft.com/office/drawing/2014/main" id="{D6B41EBB-2564-45B1-8279-279A30BC180A}"/>
              </a:ext>
            </a:extLst>
          </p:cNvPr>
          <p:cNvSpPr txBox="1"/>
          <p:nvPr/>
        </p:nvSpPr>
        <p:spPr>
          <a:xfrm>
            <a:off x="3849624" y="9912731"/>
            <a:ext cx="371246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Hallucination100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初始 Split</a:t>
            </a:r>
          </a:p>
        </p:txBody>
      </p:sp>
      <p:sp>
        <p:nvSpPr>
          <p:cNvPr id="44" name="Rounded Rectangle 96">
            <a:extLst>
              <a:ext uri="{FF2B5EF4-FFF2-40B4-BE49-F238E27FC236}">
                <a16:creationId xmlns:a16="http://schemas.microsoft.com/office/drawing/2014/main" id="{328E8710-6962-4AB1-AB83-C952828F8E30}"/>
              </a:ext>
            </a:extLst>
          </p:cNvPr>
          <p:cNvSpPr/>
          <p:nvPr/>
        </p:nvSpPr>
        <p:spPr>
          <a:xfrm>
            <a:off x="7946136" y="9867011"/>
            <a:ext cx="3328416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7">
            <a:extLst>
              <a:ext uri="{FF2B5EF4-FFF2-40B4-BE49-F238E27FC236}">
                <a16:creationId xmlns:a16="http://schemas.microsoft.com/office/drawing/2014/main" id="{32CDD264-583D-4C24-8613-4AEFCC267002}"/>
              </a:ext>
            </a:extLst>
          </p:cNvPr>
          <p:cNvSpPr txBox="1"/>
          <p:nvPr/>
        </p:nvSpPr>
        <p:spPr>
          <a:xfrm>
            <a:off x="8037576" y="9912731"/>
            <a:ext cx="3145536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五轮逐例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子树反思</a:t>
            </a:r>
          </a:p>
        </p:txBody>
      </p:sp>
      <p:sp>
        <p:nvSpPr>
          <p:cNvPr id="46" name="Rounded Rectangle 98">
            <a:extLst>
              <a:ext uri="{FF2B5EF4-FFF2-40B4-BE49-F238E27FC236}">
                <a16:creationId xmlns:a16="http://schemas.microsoft.com/office/drawing/2014/main" id="{43CCF918-5C44-47B0-A192-9C71B30475DB}"/>
              </a:ext>
            </a:extLst>
          </p:cNvPr>
          <p:cNvSpPr/>
          <p:nvPr/>
        </p:nvSpPr>
        <p:spPr>
          <a:xfrm>
            <a:off x="11567160" y="9867011"/>
            <a:ext cx="485546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99">
            <a:extLst>
              <a:ext uri="{FF2B5EF4-FFF2-40B4-BE49-F238E27FC236}">
                <a16:creationId xmlns:a16="http://schemas.microsoft.com/office/drawing/2014/main" id="{D71383C1-3296-404D-818C-CD95746E6187}"/>
              </a:ext>
            </a:extLst>
          </p:cNvPr>
          <p:cNvSpPr txBox="1"/>
          <p:nvPr/>
        </p:nvSpPr>
        <p:spPr>
          <a:xfrm>
            <a:off x="11658600" y="9946449"/>
            <a:ext cx="4672583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1247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48" name="TextBox 100">
            <a:extLst>
              <a:ext uri="{FF2B5EF4-FFF2-40B4-BE49-F238E27FC236}">
                <a16:creationId xmlns:a16="http://schemas.microsoft.com/office/drawing/2014/main" id="{879901A7-5B1E-4B8D-8861-0FB764E7525B}"/>
              </a:ext>
            </a:extLst>
          </p:cNvPr>
          <p:cNvSpPr txBox="1"/>
          <p:nvPr/>
        </p:nvSpPr>
        <p:spPr>
          <a:xfrm>
            <a:off x="3511296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101">
            <a:extLst>
              <a:ext uri="{FF2B5EF4-FFF2-40B4-BE49-F238E27FC236}">
                <a16:creationId xmlns:a16="http://schemas.microsoft.com/office/drawing/2014/main" id="{76BC1494-80D7-4279-A58E-B04D2A4CFC2E}"/>
              </a:ext>
            </a:extLst>
          </p:cNvPr>
          <p:cNvSpPr txBox="1"/>
          <p:nvPr/>
        </p:nvSpPr>
        <p:spPr>
          <a:xfrm>
            <a:off x="773582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51" name="TextBox 102">
            <a:extLst>
              <a:ext uri="{FF2B5EF4-FFF2-40B4-BE49-F238E27FC236}">
                <a16:creationId xmlns:a16="http://schemas.microsoft.com/office/drawing/2014/main" id="{D7093462-81B0-4619-852C-2D4D8A53FEE0}"/>
              </a:ext>
            </a:extLst>
          </p:cNvPr>
          <p:cNvSpPr txBox="1"/>
          <p:nvPr/>
        </p:nvSpPr>
        <p:spPr>
          <a:xfrm>
            <a:off x="1134770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233712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09B7FCB6-C18F-444F-8E3F-93EB3812FCE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8ED7A9EE-72A2-46D8-B126-61437F92D610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新演化集：VLRB 整体准确率提升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69">
            <a:extLst>
              <a:ext uri="{FF2B5EF4-FFF2-40B4-BE49-F238E27FC236}">
                <a16:creationId xmlns:a16="http://schemas.microsoft.com/office/drawing/2014/main" id="{8B5B4F25-7B11-4396-8865-52C87482C00E}"/>
              </a:ext>
            </a:extLst>
          </p:cNvPr>
          <p:cNvSpPr/>
          <p:nvPr/>
        </p:nvSpPr>
        <p:spPr>
          <a:xfrm>
            <a:off x="859536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E91FAA5-773D-4B0D-980E-98D31CDE727E}"/>
              </a:ext>
            </a:extLst>
          </p:cNvPr>
          <p:cNvSpPr txBox="1"/>
          <p:nvPr/>
        </p:nvSpPr>
        <p:spPr>
          <a:xfrm>
            <a:off x="1060704" y="2493344"/>
            <a:ext cx="4553712" cy="2985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</a:t>
            </a:r>
            <a:r>
              <a:rPr lang="zh-CN" altLang="en-US" sz="1700" b="0" dirty="0">
                <a:solidFill>
                  <a:srgbClr val="526A80"/>
                </a:solidFill>
                <a:latin typeface="Microsoft YaHei"/>
              </a:rPr>
              <a:t>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Final → 新 Final</a:t>
            </a:r>
          </a:p>
        </p:txBody>
      </p:sp>
      <p:sp>
        <p:nvSpPr>
          <p:cNvPr id="56" name="TextBox 71">
            <a:extLst>
              <a:ext uri="{FF2B5EF4-FFF2-40B4-BE49-F238E27FC236}">
                <a16:creationId xmlns:a16="http://schemas.microsoft.com/office/drawing/2014/main" id="{B9801AA4-51FC-408F-B97A-F42D65DD1DA7}"/>
              </a:ext>
            </a:extLst>
          </p:cNvPr>
          <p:cNvSpPr txBox="1"/>
          <p:nvPr/>
        </p:nvSpPr>
        <p:spPr>
          <a:xfrm>
            <a:off x="1060704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76.70%  →  82.41%</a:t>
            </a:r>
          </a:p>
        </p:txBody>
      </p:sp>
      <p:sp>
        <p:nvSpPr>
          <p:cNvPr id="57" name="Rounded Rectangle 72">
            <a:extLst>
              <a:ext uri="{FF2B5EF4-FFF2-40B4-BE49-F238E27FC236}">
                <a16:creationId xmlns:a16="http://schemas.microsoft.com/office/drawing/2014/main" id="{38B84616-D20A-465A-A143-19B23A9BBC8D}"/>
              </a:ext>
            </a:extLst>
          </p:cNvPr>
          <p:cNvSpPr/>
          <p:nvPr/>
        </p:nvSpPr>
        <p:spPr>
          <a:xfrm>
            <a:off x="6035040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73">
            <a:extLst>
              <a:ext uri="{FF2B5EF4-FFF2-40B4-BE49-F238E27FC236}">
                <a16:creationId xmlns:a16="http://schemas.microsoft.com/office/drawing/2014/main" id="{3DBDACF5-FFED-46D5-9B0F-51280B6DE528}"/>
              </a:ext>
            </a:extLst>
          </p:cNvPr>
          <p:cNvSpPr txBox="1"/>
          <p:nvPr/>
        </p:nvSpPr>
        <p:spPr>
          <a:xfrm>
            <a:off x="6236208" y="2459736"/>
            <a:ext cx="45537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全量 1247 · 历史 Final → 新 Final</a:t>
            </a:r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F1D4A791-8244-4E1A-B75B-35DF0CADCD09}"/>
              </a:ext>
            </a:extLst>
          </p:cNvPr>
          <p:cNvSpPr txBox="1"/>
          <p:nvPr/>
        </p:nvSpPr>
        <p:spPr>
          <a:xfrm>
            <a:off x="6236208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68.64%  →  73.78%</a:t>
            </a:r>
          </a:p>
        </p:txBody>
      </p:sp>
      <p:sp>
        <p:nvSpPr>
          <p:cNvPr id="60" name="Rounded Rectangle 75">
            <a:extLst>
              <a:ext uri="{FF2B5EF4-FFF2-40B4-BE49-F238E27FC236}">
                <a16:creationId xmlns:a16="http://schemas.microsoft.com/office/drawing/2014/main" id="{48E9529B-0CA8-4F44-A6A5-3F4B8A35306A}"/>
              </a:ext>
            </a:extLst>
          </p:cNvPr>
          <p:cNvSpPr/>
          <p:nvPr/>
        </p:nvSpPr>
        <p:spPr>
          <a:xfrm>
            <a:off x="11210544" y="2340864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6E57249A-AF45-49E5-9EA9-87B0DCDC4CE2}"/>
              </a:ext>
            </a:extLst>
          </p:cNvPr>
          <p:cNvSpPr txBox="1"/>
          <p:nvPr/>
        </p:nvSpPr>
        <p:spPr>
          <a:xfrm>
            <a:off x="11411712" y="2459736"/>
            <a:ext cx="482803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本次五轮演化 · 新 Init → 新 Final</a:t>
            </a:r>
          </a:p>
        </p:txBody>
      </p:sp>
      <p:sp>
        <p:nvSpPr>
          <p:cNvPr id="62" name="TextBox 77">
            <a:extLst>
              <a:ext uri="{FF2B5EF4-FFF2-40B4-BE49-F238E27FC236}">
                <a16:creationId xmlns:a16="http://schemas.microsoft.com/office/drawing/2014/main" id="{D0494CD1-4F29-4DCF-AEAA-1D8B8109B21D}"/>
              </a:ext>
            </a:extLst>
          </p:cNvPr>
          <p:cNvSpPr txBox="1"/>
          <p:nvPr/>
        </p:nvSpPr>
        <p:spPr>
          <a:xfrm>
            <a:off x="11411712" y="2880360"/>
            <a:ext cx="482803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93B5E"/>
                </a:solidFill>
                <a:latin typeface="Microsoft YaHei"/>
              </a:rPr>
              <a:t>heldout  +1.08 pp</a:t>
            </a:r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2E91A70F-F2F0-47D4-AE1D-68357D6154A4}"/>
              </a:ext>
            </a:extLst>
          </p:cNvPr>
          <p:cNvSpPr txBox="1"/>
          <p:nvPr/>
        </p:nvSpPr>
        <p:spPr>
          <a:xfrm>
            <a:off x="877824" y="3966754"/>
            <a:ext cx="91440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93B5E"/>
                </a:solidFill>
                <a:latin typeface="Microsoft YaHei"/>
              </a:rPr>
              <a:t>VLRB Strict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ACC（弃权计错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演化的方法相同，只有演化集不同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95" name="Rounded Rectangle 210">
            <a:extLst>
              <a:ext uri="{FF2B5EF4-FFF2-40B4-BE49-F238E27FC236}">
                <a16:creationId xmlns:a16="http://schemas.microsoft.com/office/drawing/2014/main" id="{465F69BE-129A-4B0C-9E63-4B067B555DDA}"/>
              </a:ext>
            </a:extLst>
          </p:cNvPr>
          <p:cNvSpPr/>
          <p:nvPr/>
        </p:nvSpPr>
        <p:spPr>
          <a:xfrm>
            <a:off x="859536" y="9829800"/>
            <a:ext cx="15608808" cy="466344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211">
            <a:extLst>
              <a:ext uri="{FF2B5EF4-FFF2-40B4-BE49-F238E27FC236}">
                <a16:creationId xmlns:a16="http://schemas.microsoft.com/office/drawing/2014/main" id="{C47307A3-893A-4EB6-B1D7-5AB99689B917}"/>
              </a:ext>
            </a:extLst>
          </p:cNvPr>
          <p:cNvSpPr txBox="1"/>
          <p:nvPr/>
        </p:nvSpPr>
        <p:spPr>
          <a:xfrm>
            <a:off x="1024128" y="9893808"/>
            <a:ext cx="1527048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3B5E"/>
                </a:solidFill>
                <a:latin typeface="Microsoft YaHei"/>
              </a:rPr>
              <a:t>未见幻觉 648：历史 Final → 新 Final  +37 个正确样本 / +5.71 pp；全量 1247：+64 / +5.13 pp。</a:t>
            </a:r>
          </a:p>
        </p:txBody>
      </p:sp>
      <p:sp>
        <p:nvSpPr>
          <p:cNvPr id="197" name="TextBox 212">
            <a:extLst>
              <a:ext uri="{FF2B5EF4-FFF2-40B4-BE49-F238E27FC236}">
                <a16:creationId xmlns:a16="http://schemas.microsoft.com/office/drawing/2014/main" id="{6E831454-1F80-4490-BEF3-8877CD487BF8}"/>
              </a:ext>
            </a:extLst>
          </p:cNvPr>
          <p:cNvSpPr txBox="1"/>
          <p:nvPr/>
        </p:nvSpPr>
        <p:spPr>
          <a:xfrm>
            <a:off x="859536" y="10534266"/>
            <a:ext cx="15654528" cy="2369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Init/Final：Discovery100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（来源</a:t>
            </a:r>
            <a:r>
              <a:rPr lang="en-US" altLang="zh-CN" sz="1300" b="0" dirty="0">
                <a:solidFill>
                  <a:srgbClr val="526A80"/>
                </a:solidFill>
                <a:latin typeface="Microsoft YaHei"/>
              </a:rPr>
              <a:t>6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个数据集抽样）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上的同方法结果；此处“历史”不同于第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5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页橙色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Split+Refine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基线。1147＝全量去除本次训练 100。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066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786384" y="4535424"/>
            <a:ext cx="16002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32304" y="4498848"/>
            <a:ext cx="1874519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2478024" y="4535424"/>
            <a:ext cx="17830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演化集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30682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4352544" y="4598470"/>
            <a:ext cx="16002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VLRB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全量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99846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604418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827264" y="4498848"/>
            <a:ext cx="12344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872984" y="4598470"/>
            <a:ext cx="11430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06170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10742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 err="1">
                <a:solidFill>
                  <a:srgbClr val="FFFFFF"/>
                </a:solidFill>
                <a:latin typeface="Microsoft YaHei"/>
              </a:rPr>
              <a:t>heldout幻觉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890504" y="4498848"/>
            <a:ext cx="16459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936224" y="4535424"/>
            <a:ext cx="155448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2536424" y="4498848"/>
            <a:ext cx="21031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12582144" y="4535424"/>
            <a:ext cx="20116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4639544" y="4498848"/>
            <a:ext cx="201168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4685264" y="4535424"/>
            <a:ext cx="192024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4066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2432304" y="5212080"/>
            <a:ext cx="187451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0682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99846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827264" y="5212080"/>
            <a:ext cx="12344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06170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10890504" y="5212080"/>
            <a:ext cx="16459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12536424" y="5212080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14639544" y="5212080"/>
            <a:ext cx="20116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0392" y="5303520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初始五个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root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468880" y="5303520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未演化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34256" y="5276088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34256" y="5568696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02589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854696" y="5276088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854696" y="5568696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08913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08913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917936" y="5276088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917936" y="5568696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2563856" y="5276088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2563856" y="5568696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4666976" y="5276088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4666976" y="5568696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4066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2432304" y="6089904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430682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599846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827264" y="6089904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906170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0890504" y="6089904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536424" y="6089904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4639544" y="6089904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850392" y="6181344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Init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468880" y="6181344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334256" y="6153912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875/1247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334256" y="6446520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70.17%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02589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805/1147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02589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70.18%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4696" y="6153912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70/100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54696" y="6446520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70.00%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08913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514/648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08913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79.32%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17936" y="6153912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86/181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917936" y="6446520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47.51%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2563856" y="6153912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584/749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563856" y="6446520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77.97%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4666976" y="6153912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4666976" y="6446520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4066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2432304" y="6967728"/>
            <a:ext cx="1874519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430682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599846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7827264" y="6967728"/>
            <a:ext cx="12344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906170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0890504" y="6967728"/>
            <a:ext cx="16459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2536424" y="6967728"/>
            <a:ext cx="21031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4639544" y="6967728"/>
            <a:ext cx="201168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850392" y="7059168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历史 Final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468880" y="7059168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334256" y="7031736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856/1247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334256" y="7324344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68.64%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02589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782/1147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2589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68.18%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854696" y="7031736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74/100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854696" y="7324344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74.00%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08913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497/648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8913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76.70%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917936" y="7031736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84/181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917936" y="7324344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46.41%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2563856" y="7031736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572/749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2563856" y="7324344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76.37%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4666976" y="7031736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200/317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4666976" y="7324344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63.09%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4066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2432304" y="7845552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Rectangle 292"/>
          <p:cNvSpPr/>
          <p:nvPr/>
        </p:nvSpPr>
        <p:spPr>
          <a:xfrm>
            <a:off x="430682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293"/>
          <p:cNvSpPr/>
          <p:nvPr/>
        </p:nvSpPr>
        <p:spPr>
          <a:xfrm>
            <a:off x="599846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7827264" y="7845552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295"/>
          <p:cNvSpPr/>
          <p:nvPr/>
        </p:nvSpPr>
        <p:spPr>
          <a:xfrm>
            <a:off x="906170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Rectangle 296"/>
          <p:cNvSpPr/>
          <p:nvPr/>
        </p:nvSpPr>
        <p:spPr>
          <a:xfrm>
            <a:off x="10890504" y="7845552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Rectangle 297"/>
          <p:cNvSpPr/>
          <p:nvPr/>
        </p:nvSpPr>
        <p:spPr>
          <a:xfrm>
            <a:off x="12536424" y="7845552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Rectangle 298"/>
          <p:cNvSpPr/>
          <p:nvPr/>
        </p:nvSpPr>
        <p:spPr>
          <a:xfrm>
            <a:off x="14639544" y="7845552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/>
          <p:cNvSpPr txBox="1"/>
          <p:nvPr/>
        </p:nvSpPr>
        <p:spPr>
          <a:xfrm>
            <a:off x="850392" y="7936992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新 Init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68880" y="7936992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334256" y="7909560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334256" y="8202168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2589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2589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54696" y="7909560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54696" y="8202168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08913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08913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917936" y="7909560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917936" y="8202168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2563856" y="7909560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2563856" y="8202168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666976" y="7909560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666976" y="8202168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4066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32304" y="8723376"/>
            <a:ext cx="1874519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ectangle 317"/>
          <p:cNvSpPr/>
          <p:nvPr/>
        </p:nvSpPr>
        <p:spPr>
          <a:xfrm>
            <a:off x="430682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Rectangle 318"/>
          <p:cNvSpPr/>
          <p:nvPr/>
        </p:nvSpPr>
        <p:spPr>
          <a:xfrm>
            <a:off x="599846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7827264" y="8723376"/>
            <a:ext cx="12344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ectangle 320"/>
          <p:cNvSpPr/>
          <p:nvPr/>
        </p:nvSpPr>
        <p:spPr>
          <a:xfrm>
            <a:off x="906170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Rectangle 321"/>
          <p:cNvSpPr/>
          <p:nvPr/>
        </p:nvSpPr>
        <p:spPr>
          <a:xfrm>
            <a:off x="10890504" y="8723376"/>
            <a:ext cx="16459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2"/>
          <p:cNvSpPr/>
          <p:nvPr/>
        </p:nvSpPr>
        <p:spPr>
          <a:xfrm>
            <a:off x="12536424" y="8723376"/>
            <a:ext cx="21031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14639544" y="8723376"/>
            <a:ext cx="201168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850392" y="8814815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75B97"/>
                </a:solidFill>
                <a:latin typeface="Microsoft YaHei"/>
              </a:rPr>
              <a:t>新 Final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468880" y="8814815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5B97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334256" y="8787384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334256" y="9079992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73.78%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02589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2589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72.89%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54696" y="8787384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854696" y="9079992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84.00%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08913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08913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82.41%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917936" y="8787384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917936" y="9079992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563856" y="8787384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563856" y="9079992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82.64%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4666976" y="8787384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666976" y="9079992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66.88%</a:t>
            </a:r>
          </a:p>
        </p:txBody>
      </p:sp>
    </p:spTree>
    <p:extLst>
      <p:ext uri="{BB962C8B-B14F-4D97-AF65-F5344CB8AC3E}">
        <p14:creationId xmlns:p14="http://schemas.microsoft.com/office/powerpoint/2010/main" val="30301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2EBF1D34-90C3-49B5-A5E8-9AD560AA3035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32770FED-E3F5-4F4F-8037-F28F2B68C215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 级诊断：训练收益与未见集迁移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TextBox 69">
            <a:extLst>
              <a:ext uri="{FF2B5EF4-FFF2-40B4-BE49-F238E27FC236}">
                <a16:creationId xmlns:a16="http://schemas.microsoft.com/office/drawing/2014/main" id="{2FC7F20F-D548-40FE-A81E-E9259491E12B}"/>
              </a:ext>
            </a:extLst>
          </p:cNvPr>
          <p:cNvSpPr txBox="1"/>
          <p:nvPr/>
        </p:nvSpPr>
        <p:spPr>
          <a:xfrm>
            <a:off x="1315493" y="2487585"/>
            <a:ext cx="65745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训练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100：各 root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的三阶段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Covered ACC</a:t>
            </a:r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F60B69E-3EB9-457E-922B-41898DF72365}"/>
              </a:ext>
            </a:extLst>
          </p:cNvPr>
          <p:cNvSpPr txBox="1"/>
          <p:nvPr/>
        </p:nvSpPr>
        <p:spPr>
          <a:xfrm>
            <a:off x="8835179" y="2487585"/>
            <a:ext cx="73152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2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648：新 Init → 新 Final</a:t>
            </a:r>
          </a:p>
        </p:txBody>
      </p:sp>
      <p:sp>
        <p:nvSpPr>
          <p:cNvPr id="56" name="Rectangle 71">
            <a:extLst>
              <a:ext uri="{FF2B5EF4-FFF2-40B4-BE49-F238E27FC236}">
                <a16:creationId xmlns:a16="http://schemas.microsoft.com/office/drawing/2014/main" id="{871CCA6B-6003-470E-A348-F7C2F0B484D1}"/>
              </a:ext>
            </a:extLst>
          </p:cNvPr>
          <p:cNvSpPr/>
          <p:nvPr/>
        </p:nvSpPr>
        <p:spPr>
          <a:xfrm>
            <a:off x="1251485" y="3017937"/>
            <a:ext cx="221284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72">
            <a:extLst>
              <a:ext uri="{FF2B5EF4-FFF2-40B4-BE49-F238E27FC236}">
                <a16:creationId xmlns:a16="http://schemas.microsoft.com/office/drawing/2014/main" id="{04FE0965-BECE-4432-A86A-D1D953CBFD7C}"/>
              </a:ext>
            </a:extLst>
          </p:cNvPr>
          <p:cNvSpPr txBox="1"/>
          <p:nvPr/>
        </p:nvSpPr>
        <p:spPr>
          <a:xfrm>
            <a:off x="1315493" y="3054513"/>
            <a:ext cx="2084831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</a:t>
            </a:r>
          </a:p>
        </p:txBody>
      </p:sp>
      <p:sp>
        <p:nvSpPr>
          <p:cNvPr id="58" name="Rectangle 73">
            <a:extLst>
              <a:ext uri="{FF2B5EF4-FFF2-40B4-BE49-F238E27FC236}">
                <a16:creationId xmlns:a16="http://schemas.microsoft.com/office/drawing/2014/main" id="{6826E270-5F54-4F50-B935-AA04130DEDB3}"/>
              </a:ext>
            </a:extLst>
          </p:cNvPr>
          <p:cNvSpPr/>
          <p:nvPr/>
        </p:nvSpPr>
        <p:spPr>
          <a:xfrm>
            <a:off x="3464333" y="3017937"/>
            <a:ext cx="143560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E6A47533-3404-4033-B5E7-2EA8658D0250}"/>
              </a:ext>
            </a:extLst>
          </p:cNvPr>
          <p:cNvSpPr txBox="1"/>
          <p:nvPr/>
        </p:nvSpPr>
        <p:spPr>
          <a:xfrm>
            <a:off x="3528340" y="3054513"/>
            <a:ext cx="13075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FFFFFF"/>
                </a:solidFill>
                <a:latin typeface="Microsoft YaHei"/>
              </a:rPr>
              <a:t>初始五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root</a:t>
            </a:r>
          </a:p>
        </p:txBody>
      </p:sp>
      <p:sp>
        <p:nvSpPr>
          <p:cNvPr id="60" name="Rectangle 75">
            <a:extLst>
              <a:ext uri="{FF2B5EF4-FFF2-40B4-BE49-F238E27FC236}">
                <a16:creationId xmlns:a16="http://schemas.microsoft.com/office/drawing/2014/main" id="{EB363945-DDF3-45E4-A8A0-32A00088B363}"/>
              </a:ext>
            </a:extLst>
          </p:cNvPr>
          <p:cNvSpPr/>
          <p:nvPr/>
        </p:nvSpPr>
        <p:spPr>
          <a:xfrm>
            <a:off x="4899941" y="3017937"/>
            <a:ext cx="148132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7F6B6E04-A09B-4B31-86F1-4173677269ED}"/>
              </a:ext>
            </a:extLst>
          </p:cNvPr>
          <p:cNvSpPr txBox="1"/>
          <p:nvPr/>
        </p:nvSpPr>
        <p:spPr>
          <a:xfrm>
            <a:off x="4963949" y="3054513"/>
            <a:ext cx="135331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Init Split</a:t>
            </a:r>
          </a:p>
        </p:txBody>
      </p:sp>
      <p:sp>
        <p:nvSpPr>
          <p:cNvPr id="62" name="Rectangle 77">
            <a:extLst>
              <a:ext uri="{FF2B5EF4-FFF2-40B4-BE49-F238E27FC236}">
                <a16:creationId xmlns:a16="http://schemas.microsoft.com/office/drawing/2014/main" id="{A34915D1-33BA-4C60-AB1B-B50B16636152}"/>
              </a:ext>
            </a:extLst>
          </p:cNvPr>
          <p:cNvSpPr/>
          <p:nvPr/>
        </p:nvSpPr>
        <p:spPr>
          <a:xfrm>
            <a:off x="6381269" y="3017937"/>
            <a:ext cx="150876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E0CC9CFE-CCBA-4D7B-95F9-BB3111AAA829}"/>
              </a:ext>
            </a:extLst>
          </p:cNvPr>
          <p:cNvSpPr txBox="1"/>
          <p:nvPr/>
        </p:nvSpPr>
        <p:spPr>
          <a:xfrm>
            <a:off x="6445277" y="3054513"/>
            <a:ext cx="138074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最终 Rubric</a:t>
            </a:r>
          </a:p>
        </p:txBody>
      </p:sp>
      <p:sp>
        <p:nvSpPr>
          <p:cNvPr id="66" name="Rectangle 81">
            <a:extLst>
              <a:ext uri="{FF2B5EF4-FFF2-40B4-BE49-F238E27FC236}">
                <a16:creationId xmlns:a16="http://schemas.microsoft.com/office/drawing/2014/main" id="{3C58C3BE-937D-4523-828F-F6F7F0D62BCB}"/>
              </a:ext>
            </a:extLst>
          </p:cNvPr>
          <p:cNvSpPr/>
          <p:nvPr/>
        </p:nvSpPr>
        <p:spPr>
          <a:xfrm>
            <a:off x="8798603" y="3017937"/>
            <a:ext cx="233172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82">
            <a:extLst>
              <a:ext uri="{FF2B5EF4-FFF2-40B4-BE49-F238E27FC236}">
                <a16:creationId xmlns:a16="http://schemas.microsoft.com/office/drawing/2014/main" id="{194F8D3B-1B65-4402-9F30-484482084A9C}"/>
              </a:ext>
            </a:extLst>
          </p:cNvPr>
          <p:cNvSpPr txBox="1"/>
          <p:nvPr/>
        </p:nvSpPr>
        <p:spPr>
          <a:xfrm>
            <a:off x="8862611" y="3054513"/>
            <a:ext cx="22037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Root+subtree</a:t>
            </a:r>
          </a:p>
        </p:txBody>
      </p:sp>
      <p:sp>
        <p:nvSpPr>
          <p:cNvPr id="68" name="Rectangle 83">
            <a:extLst>
              <a:ext uri="{FF2B5EF4-FFF2-40B4-BE49-F238E27FC236}">
                <a16:creationId xmlns:a16="http://schemas.microsoft.com/office/drawing/2014/main" id="{3FF9A063-2C42-4B9F-9E21-052FB637B1C7}"/>
              </a:ext>
            </a:extLst>
          </p:cNvPr>
          <p:cNvSpPr/>
          <p:nvPr/>
        </p:nvSpPr>
        <p:spPr>
          <a:xfrm>
            <a:off x="11130323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84">
            <a:extLst>
              <a:ext uri="{FF2B5EF4-FFF2-40B4-BE49-F238E27FC236}">
                <a16:creationId xmlns:a16="http://schemas.microsoft.com/office/drawing/2014/main" id="{B017CCA5-127B-42B0-82EE-1E1C6FAF4617}"/>
              </a:ext>
            </a:extLst>
          </p:cNvPr>
          <p:cNvSpPr txBox="1"/>
          <p:nvPr/>
        </p:nvSpPr>
        <p:spPr>
          <a:xfrm>
            <a:off x="11194331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Init</a:t>
            </a:r>
          </a:p>
        </p:txBody>
      </p:sp>
      <p:sp>
        <p:nvSpPr>
          <p:cNvPr id="70" name="Rectangle 85">
            <a:extLst>
              <a:ext uri="{FF2B5EF4-FFF2-40B4-BE49-F238E27FC236}">
                <a16:creationId xmlns:a16="http://schemas.microsoft.com/office/drawing/2014/main" id="{CF2D123D-4F51-4A79-B4E8-5E1C4C216040}"/>
              </a:ext>
            </a:extLst>
          </p:cNvPr>
          <p:cNvSpPr/>
          <p:nvPr/>
        </p:nvSpPr>
        <p:spPr>
          <a:xfrm>
            <a:off x="12748811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86">
            <a:extLst>
              <a:ext uri="{FF2B5EF4-FFF2-40B4-BE49-F238E27FC236}">
                <a16:creationId xmlns:a16="http://schemas.microsoft.com/office/drawing/2014/main" id="{3650EEFD-53F2-40CC-B864-5B5CB4802595}"/>
              </a:ext>
            </a:extLst>
          </p:cNvPr>
          <p:cNvSpPr txBox="1"/>
          <p:nvPr/>
        </p:nvSpPr>
        <p:spPr>
          <a:xfrm>
            <a:off x="12812819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Final</a:t>
            </a:r>
          </a:p>
        </p:txBody>
      </p:sp>
      <p:sp>
        <p:nvSpPr>
          <p:cNvPr id="72" name="Rectangle 87">
            <a:extLst>
              <a:ext uri="{FF2B5EF4-FFF2-40B4-BE49-F238E27FC236}">
                <a16:creationId xmlns:a16="http://schemas.microsoft.com/office/drawing/2014/main" id="{082D00DE-C04B-4C05-BD91-65B01668DA69}"/>
              </a:ext>
            </a:extLst>
          </p:cNvPr>
          <p:cNvSpPr/>
          <p:nvPr/>
        </p:nvSpPr>
        <p:spPr>
          <a:xfrm>
            <a:off x="14367299" y="3017937"/>
            <a:ext cx="1874519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88">
            <a:extLst>
              <a:ext uri="{FF2B5EF4-FFF2-40B4-BE49-F238E27FC236}">
                <a16:creationId xmlns:a16="http://schemas.microsoft.com/office/drawing/2014/main" id="{2F0DE0FD-8BAB-465F-93F0-760FC4316A7E}"/>
              </a:ext>
            </a:extLst>
          </p:cNvPr>
          <p:cNvSpPr txBox="1"/>
          <p:nvPr/>
        </p:nvSpPr>
        <p:spPr>
          <a:xfrm>
            <a:off x="14431307" y="3054513"/>
            <a:ext cx="17465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正确数变化</a:t>
            </a:r>
          </a:p>
        </p:txBody>
      </p:sp>
      <p:sp>
        <p:nvSpPr>
          <p:cNvPr id="74" name="Rectangle 89">
            <a:extLst>
              <a:ext uri="{FF2B5EF4-FFF2-40B4-BE49-F238E27FC236}">
                <a16:creationId xmlns:a16="http://schemas.microsoft.com/office/drawing/2014/main" id="{B4842F18-849D-4574-86F9-9FD8C73E2937}"/>
              </a:ext>
            </a:extLst>
          </p:cNvPr>
          <p:cNvSpPr/>
          <p:nvPr/>
        </p:nvSpPr>
        <p:spPr>
          <a:xfrm>
            <a:off x="1251485" y="3712880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90">
            <a:extLst>
              <a:ext uri="{FF2B5EF4-FFF2-40B4-BE49-F238E27FC236}">
                <a16:creationId xmlns:a16="http://schemas.microsoft.com/office/drawing/2014/main" id="{B926A7BC-1645-474B-99BD-E66B442FF9C4}"/>
              </a:ext>
            </a:extLst>
          </p:cNvPr>
          <p:cNvSpPr txBox="1"/>
          <p:nvPr/>
        </p:nvSpPr>
        <p:spPr>
          <a:xfrm>
            <a:off x="1315493" y="3758600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76" name="Rectangle 91">
            <a:extLst>
              <a:ext uri="{FF2B5EF4-FFF2-40B4-BE49-F238E27FC236}">
                <a16:creationId xmlns:a16="http://schemas.microsoft.com/office/drawing/2014/main" id="{0F075454-E4E7-4FB2-846F-5A90F3F8FC40}"/>
              </a:ext>
            </a:extLst>
          </p:cNvPr>
          <p:cNvSpPr/>
          <p:nvPr/>
        </p:nvSpPr>
        <p:spPr>
          <a:xfrm>
            <a:off x="3464333" y="3712880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92">
            <a:extLst>
              <a:ext uri="{FF2B5EF4-FFF2-40B4-BE49-F238E27FC236}">
                <a16:creationId xmlns:a16="http://schemas.microsoft.com/office/drawing/2014/main" id="{CA43CF9A-32D9-4F5E-A4AE-251FDBB8D07C}"/>
              </a:ext>
            </a:extLst>
          </p:cNvPr>
          <p:cNvSpPr txBox="1"/>
          <p:nvPr/>
        </p:nvSpPr>
        <p:spPr>
          <a:xfrm>
            <a:off x="3528340" y="3758600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44.90%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44/98</a:t>
            </a:r>
          </a:p>
        </p:txBody>
      </p:sp>
      <p:sp>
        <p:nvSpPr>
          <p:cNvPr id="78" name="Rectangle 93">
            <a:extLst>
              <a:ext uri="{FF2B5EF4-FFF2-40B4-BE49-F238E27FC236}">
                <a16:creationId xmlns:a16="http://schemas.microsoft.com/office/drawing/2014/main" id="{33FB4B01-70D5-4154-94B7-B2EEBDA6B7D2}"/>
              </a:ext>
            </a:extLst>
          </p:cNvPr>
          <p:cNvSpPr/>
          <p:nvPr/>
        </p:nvSpPr>
        <p:spPr>
          <a:xfrm>
            <a:off x="4899941" y="3712880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94">
            <a:extLst>
              <a:ext uri="{FF2B5EF4-FFF2-40B4-BE49-F238E27FC236}">
                <a16:creationId xmlns:a16="http://schemas.microsoft.com/office/drawing/2014/main" id="{0204FBAB-DBBA-453B-AC52-96D1A8C9BBB2}"/>
              </a:ext>
            </a:extLst>
          </p:cNvPr>
          <p:cNvSpPr txBox="1"/>
          <p:nvPr/>
        </p:nvSpPr>
        <p:spPr>
          <a:xfrm>
            <a:off x="4963949" y="3758600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72.45%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71/98</a:t>
            </a:r>
          </a:p>
        </p:txBody>
      </p:sp>
      <p:sp>
        <p:nvSpPr>
          <p:cNvPr id="80" name="Rectangle 95">
            <a:extLst>
              <a:ext uri="{FF2B5EF4-FFF2-40B4-BE49-F238E27FC236}">
                <a16:creationId xmlns:a16="http://schemas.microsoft.com/office/drawing/2014/main" id="{81666D97-DCAB-4B96-BB86-24ECFA27555C}"/>
              </a:ext>
            </a:extLst>
          </p:cNvPr>
          <p:cNvSpPr/>
          <p:nvPr/>
        </p:nvSpPr>
        <p:spPr>
          <a:xfrm>
            <a:off x="6381269" y="3712880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96">
            <a:extLst>
              <a:ext uri="{FF2B5EF4-FFF2-40B4-BE49-F238E27FC236}">
                <a16:creationId xmlns:a16="http://schemas.microsoft.com/office/drawing/2014/main" id="{181B9512-A252-4FE2-B1F2-DAEF323007E3}"/>
              </a:ext>
            </a:extLst>
          </p:cNvPr>
          <p:cNvSpPr txBox="1"/>
          <p:nvPr/>
        </p:nvSpPr>
        <p:spPr>
          <a:xfrm>
            <a:off x="6445277" y="3758600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72.73%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72/99</a:t>
            </a:r>
          </a:p>
        </p:txBody>
      </p:sp>
      <p:sp>
        <p:nvSpPr>
          <p:cNvPr id="84" name="Rectangle 99">
            <a:extLst>
              <a:ext uri="{FF2B5EF4-FFF2-40B4-BE49-F238E27FC236}">
                <a16:creationId xmlns:a16="http://schemas.microsoft.com/office/drawing/2014/main" id="{392B24CD-F2F8-43BD-8A82-78B965ED8255}"/>
              </a:ext>
            </a:extLst>
          </p:cNvPr>
          <p:cNvSpPr/>
          <p:nvPr/>
        </p:nvSpPr>
        <p:spPr>
          <a:xfrm>
            <a:off x="8798603" y="3712880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00">
            <a:extLst>
              <a:ext uri="{FF2B5EF4-FFF2-40B4-BE49-F238E27FC236}">
                <a16:creationId xmlns:a16="http://schemas.microsoft.com/office/drawing/2014/main" id="{29298AF8-DB76-4CD9-843F-DFB3E5A80F59}"/>
              </a:ext>
            </a:extLst>
          </p:cNvPr>
          <p:cNvSpPr txBox="1"/>
          <p:nvPr/>
        </p:nvSpPr>
        <p:spPr>
          <a:xfrm>
            <a:off x="8862611" y="3758600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86" name="Rectangle 101">
            <a:extLst>
              <a:ext uri="{FF2B5EF4-FFF2-40B4-BE49-F238E27FC236}">
                <a16:creationId xmlns:a16="http://schemas.microsoft.com/office/drawing/2014/main" id="{106824AC-ED86-4AF1-A793-10D40EA89941}"/>
              </a:ext>
            </a:extLst>
          </p:cNvPr>
          <p:cNvSpPr/>
          <p:nvPr/>
        </p:nvSpPr>
        <p:spPr>
          <a:xfrm>
            <a:off x="11130323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102">
            <a:extLst>
              <a:ext uri="{FF2B5EF4-FFF2-40B4-BE49-F238E27FC236}">
                <a16:creationId xmlns:a16="http://schemas.microsoft.com/office/drawing/2014/main" id="{B867DC27-889D-43B2-8892-479F0AC4E0A4}"/>
              </a:ext>
            </a:extLst>
          </p:cNvPr>
          <p:cNvSpPr txBox="1"/>
          <p:nvPr/>
        </p:nvSpPr>
        <p:spPr>
          <a:xfrm>
            <a:off x="11194331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78.70%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495/629</a:t>
            </a:r>
          </a:p>
        </p:txBody>
      </p:sp>
      <p:sp>
        <p:nvSpPr>
          <p:cNvPr id="88" name="Rectangle 103">
            <a:extLst>
              <a:ext uri="{FF2B5EF4-FFF2-40B4-BE49-F238E27FC236}">
                <a16:creationId xmlns:a16="http://schemas.microsoft.com/office/drawing/2014/main" id="{6E92345E-E075-4E4F-96CB-AB1F48456ADC}"/>
              </a:ext>
            </a:extLst>
          </p:cNvPr>
          <p:cNvSpPr/>
          <p:nvPr/>
        </p:nvSpPr>
        <p:spPr>
          <a:xfrm>
            <a:off x="12748811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104">
            <a:extLst>
              <a:ext uri="{FF2B5EF4-FFF2-40B4-BE49-F238E27FC236}">
                <a16:creationId xmlns:a16="http://schemas.microsoft.com/office/drawing/2014/main" id="{C6B41040-0A5A-4A7E-B749-E9E0B68FDC2F}"/>
              </a:ext>
            </a:extLst>
          </p:cNvPr>
          <p:cNvSpPr txBox="1"/>
          <p:nvPr/>
        </p:nvSpPr>
        <p:spPr>
          <a:xfrm>
            <a:off x="12812819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78.10%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492/630</a:t>
            </a:r>
          </a:p>
        </p:txBody>
      </p:sp>
      <p:sp>
        <p:nvSpPr>
          <p:cNvPr id="90" name="Rectangle 105">
            <a:extLst>
              <a:ext uri="{FF2B5EF4-FFF2-40B4-BE49-F238E27FC236}">
                <a16:creationId xmlns:a16="http://schemas.microsoft.com/office/drawing/2014/main" id="{0D0F5165-2EBE-4950-A016-F0965FBD1E90}"/>
              </a:ext>
            </a:extLst>
          </p:cNvPr>
          <p:cNvSpPr/>
          <p:nvPr/>
        </p:nvSpPr>
        <p:spPr>
          <a:xfrm>
            <a:off x="14367299" y="3712880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106">
            <a:extLst>
              <a:ext uri="{FF2B5EF4-FFF2-40B4-BE49-F238E27FC236}">
                <a16:creationId xmlns:a16="http://schemas.microsoft.com/office/drawing/2014/main" id="{CF3B18EC-F6A6-4350-ACD5-E2B86C35B1B1}"/>
              </a:ext>
            </a:extLst>
          </p:cNvPr>
          <p:cNvSpPr txBox="1"/>
          <p:nvPr/>
        </p:nvSpPr>
        <p:spPr>
          <a:xfrm>
            <a:off x="14431307" y="3758600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−3</a:t>
            </a:r>
          </a:p>
        </p:txBody>
      </p:sp>
      <p:sp>
        <p:nvSpPr>
          <p:cNvPr id="92" name="Rectangle 107">
            <a:extLst>
              <a:ext uri="{FF2B5EF4-FFF2-40B4-BE49-F238E27FC236}">
                <a16:creationId xmlns:a16="http://schemas.microsoft.com/office/drawing/2014/main" id="{6B1BA00A-C30E-4D37-8AB4-DB0A6E6D9345}"/>
              </a:ext>
            </a:extLst>
          </p:cNvPr>
          <p:cNvSpPr/>
          <p:nvPr/>
        </p:nvSpPr>
        <p:spPr>
          <a:xfrm>
            <a:off x="1251485" y="4654713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108">
            <a:extLst>
              <a:ext uri="{FF2B5EF4-FFF2-40B4-BE49-F238E27FC236}">
                <a16:creationId xmlns:a16="http://schemas.microsoft.com/office/drawing/2014/main" id="{E240C884-FAE2-4644-99B3-89C98B6779B0}"/>
              </a:ext>
            </a:extLst>
          </p:cNvPr>
          <p:cNvSpPr txBox="1"/>
          <p:nvPr/>
        </p:nvSpPr>
        <p:spPr>
          <a:xfrm>
            <a:off x="1315493" y="4700433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94" name="Rectangle 109">
            <a:extLst>
              <a:ext uri="{FF2B5EF4-FFF2-40B4-BE49-F238E27FC236}">
                <a16:creationId xmlns:a16="http://schemas.microsoft.com/office/drawing/2014/main" id="{9CA167A3-58BC-4FFF-9C48-499553EDA037}"/>
              </a:ext>
            </a:extLst>
          </p:cNvPr>
          <p:cNvSpPr/>
          <p:nvPr/>
        </p:nvSpPr>
        <p:spPr>
          <a:xfrm>
            <a:off x="3464333" y="4654713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110">
            <a:extLst>
              <a:ext uri="{FF2B5EF4-FFF2-40B4-BE49-F238E27FC236}">
                <a16:creationId xmlns:a16="http://schemas.microsoft.com/office/drawing/2014/main" id="{3EC40CB5-AF94-4028-A45C-78406D17EB2A}"/>
              </a:ext>
            </a:extLst>
          </p:cNvPr>
          <p:cNvSpPr txBox="1"/>
          <p:nvPr/>
        </p:nvSpPr>
        <p:spPr>
          <a:xfrm>
            <a:off x="3528340" y="4700433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59.18%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58/98</a:t>
            </a:r>
          </a:p>
        </p:txBody>
      </p:sp>
      <p:sp>
        <p:nvSpPr>
          <p:cNvPr id="96" name="Rectangle 111">
            <a:extLst>
              <a:ext uri="{FF2B5EF4-FFF2-40B4-BE49-F238E27FC236}">
                <a16:creationId xmlns:a16="http://schemas.microsoft.com/office/drawing/2014/main" id="{6153C2EC-92BA-44C3-A059-1EB637825714}"/>
              </a:ext>
            </a:extLst>
          </p:cNvPr>
          <p:cNvSpPr/>
          <p:nvPr/>
        </p:nvSpPr>
        <p:spPr>
          <a:xfrm>
            <a:off x="4899941" y="4654713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112">
            <a:extLst>
              <a:ext uri="{FF2B5EF4-FFF2-40B4-BE49-F238E27FC236}">
                <a16:creationId xmlns:a16="http://schemas.microsoft.com/office/drawing/2014/main" id="{D24C0719-DDA4-4C5B-A848-3CCF73E8FC00}"/>
              </a:ext>
            </a:extLst>
          </p:cNvPr>
          <p:cNvSpPr txBox="1"/>
          <p:nvPr/>
        </p:nvSpPr>
        <p:spPr>
          <a:xfrm>
            <a:off x="4963949" y="4700433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68.04%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66/97</a:t>
            </a:r>
          </a:p>
        </p:txBody>
      </p:sp>
      <p:sp>
        <p:nvSpPr>
          <p:cNvPr id="98" name="Rectangle 113">
            <a:extLst>
              <a:ext uri="{FF2B5EF4-FFF2-40B4-BE49-F238E27FC236}">
                <a16:creationId xmlns:a16="http://schemas.microsoft.com/office/drawing/2014/main" id="{4B811D5B-EFCA-4F0B-95C0-746EEDDB5A8E}"/>
              </a:ext>
            </a:extLst>
          </p:cNvPr>
          <p:cNvSpPr/>
          <p:nvPr/>
        </p:nvSpPr>
        <p:spPr>
          <a:xfrm>
            <a:off x="6381269" y="4654713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114">
            <a:extLst>
              <a:ext uri="{FF2B5EF4-FFF2-40B4-BE49-F238E27FC236}">
                <a16:creationId xmlns:a16="http://schemas.microsoft.com/office/drawing/2014/main" id="{7048F765-D58E-4CC4-ABB0-27E4314D47A3}"/>
              </a:ext>
            </a:extLst>
          </p:cNvPr>
          <p:cNvSpPr txBox="1"/>
          <p:nvPr/>
        </p:nvSpPr>
        <p:spPr>
          <a:xfrm>
            <a:off x="6445277" y="4700433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72/100</a:t>
            </a:r>
          </a:p>
        </p:txBody>
      </p:sp>
      <p:sp>
        <p:nvSpPr>
          <p:cNvPr id="102" name="Rectangle 117">
            <a:extLst>
              <a:ext uri="{FF2B5EF4-FFF2-40B4-BE49-F238E27FC236}">
                <a16:creationId xmlns:a16="http://schemas.microsoft.com/office/drawing/2014/main" id="{9464A598-6874-46DD-BC51-FC92E315ACFE}"/>
              </a:ext>
            </a:extLst>
          </p:cNvPr>
          <p:cNvSpPr/>
          <p:nvPr/>
        </p:nvSpPr>
        <p:spPr>
          <a:xfrm>
            <a:off x="8798603" y="4654713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18">
            <a:extLst>
              <a:ext uri="{FF2B5EF4-FFF2-40B4-BE49-F238E27FC236}">
                <a16:creationId xmlns:a16="http://schemas.microsoft.com/office/drawing/2014/main" id="{5317741A-F8C2-45DB-BEBA-3F9B34930178}"/>
              </a:ext>
            </a:extLst>
          </p:cNvPr>
          <p:cNvSpPr txBox="1"/>
          <p:nvPr/>
        </p:nvSpPr>
        <p:spPr>
          <a:xfrm>
            <a:off x="8862611" y="4700433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104" name="Rectangle 119">
            <a:extLst>
              <a:ext uri="{FF2B5EF4-FFF2-40B4-BE49-F238E27FC236}">
                <a16:creationId xmlns:a16="http://schemas.microsoft.com/office/drawing/2014/main" id="{02F623D4-332A-42D3-B56A-C276C4C107F2}"/>
              </a:ext>
            </a:extLst>
          </p:cNvPr>
          <p:cNvSpPr/>
          <p:nvPr/>
        </p:nvSpPr>
        <p:spPr>
          <a:xfrm>
            <a:off x="11130323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20">
            <a:extLst>
              <a:ext uri="{FF2B5EF4-FFF2-40B4-BE49-F238E27FC236}">
                <a16:creationId xmlns:a16="http://schemas.microsoft.com/office/drawing/2014/main" id="{ED9A1345-2AC6-42AB-9294-C95966C7298E}"/>
              </a:ext>
            </a:extLst>
          </p:cNvPr>
          <p:cNvSpPr txBox="1"/>
          <p:nvPr/>
        </p:nvSpPr>
        <p:spPr>
          <a:xfrm>
            <a:off x="11194331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77.16%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473/613</a:t>
            </a:r>
          </a:p>
        </p:txBody>
      </p:sp>
      <p:sp>
        <p:nvSpPr>
          <p:cNvPr id="106" name="Rectangle 121">
            <a:extLst>
              <a:ext uri="{FF2B5EF4-FFF2-40B4-BE49-F238E27FC236}">
                <a16:creationId xmlns:a16="http://schemas.microsoft.com/office/drawing/2014/main" id="{782E5A4F-2027-4AA6-A49C-61C1D84F38ED}"/>
              </a:ext>
            </a:extLst>
          </p:cNvPr>
          <p:cNvSpPr/>
          <p:nvPr/>
        </p:nvSpPr>
        <p:spPr>
          <a:xfrm>
            <a:off x="12748811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22">
            <a:extLst>
              <a:ext uri="{FF2B5EF4-FFF2-40B4-BE49-F238E27FC236}">
                <a16:creationId xmlns:a16="http://schemas.microsoft.com/office/drawing/2014/main" id="{3C45CD0C-13EE-419C-A71D-9F0ED8BC7AF3}"/>
              </a:ext>
            </a:extLst>
          </p:cNvPr>
          <p:cNvSpPr txBox="1"/>
          <p:nvPr/>
        </p:nvSpPr>
        <p:spPr>
          <a:xfrm>
            <a:off x="12812819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78.43%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491/626</a:t>
            </a:r>
          </a:p>
        </p:txBody>
      </p:sp>
      <p:sp>
        <p:nvSpPr>
          <p:cNvPr id="108" name="Rectangle 123">
            <a:extLst>
              <a:ext uri="{FF2B5EF4-FFF2-40B4-BE49-F238E27FC236}">
                <a16:creationId xmlns:a16="http://schemas.microsoft.com/office/drawing/2014/main" id="{A0B3A5A6-2C74-4EA5-83C5-97F6CEE8BABD}"/>
              </a:ext>
            </a:extLst>
          </p:cNvPr>
          <p:cNvSpPr/>
          <p:nvPr/>
        </p:nvSpPr>
        <p:spPr>
          <a:xfrm>
            <a:off x="14367299" y="4654713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24">
            <a:extLst>
              <a:ext uri="{FF2B5EF4-FFF2-40B4-BE49-F238E27FC236}">
                <a16:creationId xmlns:a16="http://schemas.microsoft.com/office/drawing/2014/main" id="{0D13A05E-B019-4E3A-9180-FEBEF22FFC23}"/>
              </a:ext>
            </a:extLst>
          </p:cNvPr>
          <p:cNvSpPr txBox="1"/>
          <p:nvPr/>
        </p:nvSpPr>
        <p:spPr>
          <a:xfrm>
            <a:off x="14431307" y="4700433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+18</a:t>
            </a:r>
          </a:p>
        </p:txBody>
      </p:sp>
      <p:sp>
        <p:nvSpPr>
          <p:cNvPr id="110" name="Rectangle 125">
            <a:extLst>
              <a:ext uri="{FF2B5EF4-FFF2-40B4-BE49-F238E27FC236}">
                <a16:creationId xmlns:a16="http://schemas.microsoft.com/office/drawing/2014/main" id="{68B5DE8D-2294-4C0B-AA9D-A414494B8352}"/>
              </a:ext>
            </a:extLst>
          </p:cNvPr>
          <p:cNvSpPr/>
          <p:nvPr/>
        </p:nvSpPr>
        <p:spPr>
          <a:xfrm>
            <a:off x="1251485" y="5596544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26">
            <a:extLst>
              <a:ext uri="{FF2B5EF4-FFF2-40B4-BE49-F238E27FC236}">
                <a16:creationId xmlns:a16="http://schemas.microsoft.com/office/drawing/2014/main" id="{FCE5FB93-8877-44C1-9344-DEAC2897C452}"/>
              </a:ext>
            </a:extLst>
          </p:cNvPr>
          <p:cNvSpPr txBox="1"/>
          <p:nvPr/>
        </p:nvSpPr>
        <p:spPr>
          <a:xfrm>
            <a:off x="1315493" y="5642264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12" name="Rectangle 127">
            <a:extLst>
              <a:ext uri="{FF2B5EF4-FFF2-40B4-BE49-F238E27FC236}">
                <a16:creationId xmlns:a16="http://schemas.microsoft.com/office/drawing/2014/main" id="{E3DD6987-5A36-4584-923B-4C00DB5B1FAF}"/>
              </a:ext>
            </a:extLst>
          </p:cNvPr>
          <p:cNvSpPr/>
          <p:nvPr/>
        </p:nvSpPr>
        <p:spPr>
          <a:xfrm>
            <a:off x="3464333" y="5596544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28">
            <a:extLst>
              <a:ext uri="{FF2B5EF4-FFF2-40B4-BE49-F238E27FC236}">
                <a16:creationId xmlns:a16="http://schemas.microsoft.com/office/drawing/2014/main" id="{D8990BC2-9CD0-459A-81CB-E1DCA1BC64EE}"/>
              </a:ext>
            </a:extLst>
          </p:cNvPr>
          <p:cNvSpPr txBox="1"/>
          <p:nvPr/>
        </p:nvSpPr>
        <p:spPr>
          <a:xfrm>
            <a:off x="3528340" y="5642264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70/97</a:t>
            </a:r>
          </a:p>
        </p:txBody>
      </p:sp>
      <p:sp>
        <p:nvSpPr>
          <p:cNvPr id="114" name="Rectangle 129">
            <a:extLst>
              <a:ext uri="{FF2B5EF4-FFF2-40B4-BE49-F238E27FC236}">
                <a16:creationId xmlns:a16="http://schemas.microsoft.com/office/drawing/2014/main" id="{DC70ECDA-8EE7-4B1C-A857-038CB7B9F8A0}"/>
              </a:ext>
            </a:extLst>
          </p:cNvPr>
          <p:cNvSpPr/>
          <p:nvPr/>
        </p:nvSpPr>
        <p:spPr>
          <a:xfrm>
            <a:off x="4899941" y="5596544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0">
            <a:extLst>
              <a:ext uri="{FF2B5EF4-FFF2-40B4-BE49-F238E27FC236}">
                <a16:creationId xmlns:a16="http://schemas.microsoft.com/office/drawing/2014/main" id="{DBA6D317-6170-4858-89D8-E084D0FF1F4B}"/>
              </a:ext>
            </a:extLst>
          </p:cNvPr>
          <p:cNvSpPr txBox="1"/>
          <p:nvPr/>
        </p:nvSpPr>
        <p:spPr>
          <a:xfrm>
            <a:off x="4963949" y="5642264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69.39%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68/98</a:t>
            </a:r>
          </a:p>
        </p:txBody>
      </p:sp>
      <p:sp>
        <p:nvSpPr>
          <p:cNvPr id="116" name="Rectangle 131">
            <a:extLst>
              <a:ext uri="{FF2B5EF4-FFF2-40B4-BE49-F238E27FC236}">
                <a16:creationId xmlns:a16="http://schemas.microsoft.com/office/drawing/2014/main" id="{5F37B322-30A9-4D42-B698-311E15A7BCCB}"/>
              </a:ext>
            </a:extLst>
          </p:cNvPr>
          <p:cNvSpPr/>
          <p:nvPr/>
        </p:nvSpPr>
        <p:spPr>
          <a:xfrm>
            <a:off x="6381269" y="5596544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32">
            <a:extLst>
              <a:ext uri="{FF2B5EF4-FFF2-40B4-BE49-F238E27FC236}">
                <a16:creationId xmlns:a16="http://schemas.microsoft.com/office/drawing/2014/main" id="{1DF6EE18-6A18-4306-BFC3-58F2F9F59BE6}"/>
              </a:ext>
            </a:extLst>
          </p:cNvPr>
          <p:cNvSpPr txBox="1"/>
          <p:nvPr/>
        </p:nvSpPr>
        <p:spPr>
          <a:xfrm>
            <a:off x="6445277" y="5642264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78.13%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75/96</a:t>
            </a:r>
          </a:p>
        </p:txBody>
      </p:sp>
      <p:sp>
        <p:nvSpPr>
          <p:cNvPr id="120" name="Rectangle 135">
            <a:extLst>
              <a:ext uri="{FF2B5EF4-FFF2-40B4-BE49-F238E27FC236}">
                <a16:creationId xmlns:a16="http://schemas.microsoft.com/office/drawing/2014/main" id="{04C6E31A-FE9B-421C-B77D-0F49EE0174AC}"/>
              </a:ext>
            </a:extLst>
          </p:cNvPr>
          <p:cNvSpPr/>
          <p:nvPr/>
        </p:nvSpPr>
        <p:spPr>
          <a:xfrm>
            <a:off x="8798603" y="5596544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36">
            <a:extLst>
              <a:ext uri="{FF2B5EF4-FFF2-40B4-BE49-F238E27FC236}">
                <a16:creationId xmlns:a16="http://schemas.microsoft.com/office/drawing/2014/main" id="{8242619A-8CB6-4EB2-868B-20FE5D8BE8CA}"/>
              </a:ext>
            </a:extLst>
          </p:cNvPr>
          <p:cNvSpPr txBox="1"/>
          <p:nvPr/>
        </p:nvSpPr>
        <p:spPr>
          <a:xfrm>
            <a:off x="8862611" y="5642264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22" name="Rectangle 137">
            <a:extLst>
              <a:ext uri="{FF2B5EF4-FFF2-40B4-BE49-F238E27FC236}">
                <a16:creationId xmlns:a16="http://schemas.microsoft.com/office/drawing/2014/main" id="{0817E989-4CFA-4048-BFDB-D9B8F721CB96}"/>
              </a:ext>
            </a:extLst>
          </p:cNvPr>
          <p:cNvSpPr/>
          <p:nvPr/>
        </p:nvSpPr>
        <p:spPr>
          <a:xfrm>
            <a:off x="11130323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38">
            <a:extLst>
              <a:ext uri="{FF2B5EF4-FFF2-40B4-BE49-F238E27FC236}">
                <a16:creationId xmlns:a16="http://schemas.microsoft.com/office/drawing/2014/main" id="{B9EFD4C7-31B6-48CC-AD95-01890C86F15F}"/>
              </a:ext>
            </a:extLst>
          </p:cNvPr>
          <p:cNvSpPr txBox="1"/>
          <p:nvPr/>
        </p:nvSpPr>
        <p:spPr>
          <a:xfrm>
            <a:off x="11194331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74.96%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470/627</a:t>
            </a:r>
          </a:p>
        </p:txBody>
      </p:sp>
      <p:sp>
        <p:nvSpPr>
          <p:cNvPr id="124" name="Rectangle 139">
            <a:extLst>
              <a:ext uri="{FF2B5EF4-FFF2-40B4-BE49-F238E27FC236}">
                <a16:creationId xmlns:a16="http://schemas.microsoft.com/office/drawing/2014/main" id="{864E37BF-F3D1-4675-96C7-5C337D6BFFE9}"/>
              </a:ext>
            </a:extLst>
          </p:cNvPr>
          <p:cNvSpPr/>
          <p:nvPr/>
        </p:nvSpPr>
        <p:spPr>
          <a:xfrm>
            <a:off x="12748811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40">
            <a:extLst>
              <a:ext uri="{FF2B5EF4-FFF2-40B4-BE49-F238E27FC236}">
                <a16:creationId xmlns:a16="http://schemas.microsoft.com/office/drawing/2014/main" id="{0097F4CB-C93F-4CFF-9C4D-F11445362AF3}"/>
              </a:ext>
            </a:extLst>
          </p:cNvPr>
          <p:cNvSpPr txBox="1"/>
          <p:nvPr/>
        </p:nvSpPr>
        <p:spPr>
          <a:xfrm>
            <a:off x="12812819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502/611</a:t>
            </a:r>
          </a:p>
        </p:txBody>
      </p:sp>
      <p:sp>
        <p:nvSpPr>
          <p:cNvPr id="126" name="Rectangle 141">
            <a:extLst>
              <a:ext uri="{FF2B5EF4-FFF2-40B4-BE49-F238E27FC236}">
                <a16:creationId xmlns:a16="http://schemas.microsoft.com/office/drawing/2014/main" id="{4536AC3D-3BB4-4B34-9CD0-7B1E2EA8EF8D}"/>
              </a:ext>
            </a:extLst>
          </p:cNvPr>
          <p:cNvSpPr/>
          <p:nvPr/>
        </p:nvSpPr>
        <p:spPr>
          <a:xfrm>
            <a:off x="14367299" y="5596544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42">
            <a:extLst>
              <a:ext uri="{FF2B5EF4-FFF2-40B4-BE49-F238E27FC236}">
                <a16:creationId xmlns:a16="http://schemas.microsoft.com/office/drawing/2014/main" id="{604E40C3-B7CB-40B8-AC00-A616A55B8242}"/>
              </a:ext>
            </a:extLst>
          </p:cNvPr>
          <p:cNvSpPr txBox="1"/>
          <p:nvPr/>
        </p:nvSpPr>
        <p:spPr>
          <a:xfrm>
            <a:off x="14431307" y="5642264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+32</a:t>
            </a:r>
          </a:p>
        </p:txBody>
      </p:sp>
      <p:sp>
        <p:nvSpPr>
          <p:cNvPr id="128" name="Rectangle 143">
            <a:extLst>
              <a:ext uri="{FF2B5EF4-FFF2-40B4-BE49-F238E27FC236}">
                <a16:creationId xmlns:a16="http://schemas.microsoft.com/office/drawing/2014/main" id="{C2F0DAF6-5E83-478C-892F-5548F3420D12}"/>
              </a:ext>
            </a:extLst>
          </p:cNvPr>
          <p:cNvSpPr/>
          <p:nvPr/>
        </p:nvSpPr>
        <p:spPr>
          <a:xfrm>
            <a:off x="1251485" y="6538377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44">
            <a:extLst>
              <a:ext uri="{FF2B5EF4-FFF2-40B4-BE49-F238E27FC236}">
                <a16:creationId xmlns:a16="http://schemas.microsoft.com/office/drawing/2014/main" id="{F3D34AAD-D1A5-427B-B4A4-C8B98E98FA93}"/>
              </a:ext>
            </a:extLst>
          </p:cNvPr>
          <p:cNvSpPr txBox="1"/>
          <p:nvPr/>
        </p:nvSpPr>
        <p:spPr>
          <a:xfrm>
            <a:off x="1315493" y="6584096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30" name="Rectangle 145">
            <a:extLst>
              <a:ext uri="{FF2B5EF4-FFF2-40B4-BE49-F238E27FC236}">
                <a16:creationId xmlns:a16="http://schemas.microsoft.com/office/drawing/2014/main" id="{EE610241-F549-48F4-9500-850498686260}"/>
              </a:ext>
            </a:extLst>
          </p:cNvPr>
          <p:cNvSpPr/>
          <p:nvPr/>
        </p:nvSpPr>
        <p:spPr>
          <a:xfrm>
            <a:off x="3464333" y="6538377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46">
            <a:extLst>
              <a:ext uri="{FF2B5EF4-FFF2-40B4-BE49-F238E27FC236}">
                <a16:creationId xmlns:a16="http://schemas.microsoft.com/office/drawing/2014/main" id="{F83DAB7B-464B-45C4-897F-658760B66754}"/>
              </a:ext>
            </a:extLst>
          </p:cNvPr>
          <p:cNvSpPr txBox="1"/>
          <p:nvPr/>
        </p:nvSpPr>
        <p:spPr>
          <a:xfrm>
            <a:off x="3528340" y="6584096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51/100</a:t>
            </a:r>
          </a:p>
        </p:txBody>
      </p:sp>
      <p:sp>
        <p:nvSpPr>
          <p:cNvPr id="132" name="Rectangle 147">
            <a:extLst>
              <a:ext uri="{FF2B5EF4-FFF2-40B4-BE49-F238E27FC236}">
                <a16:creationId xmlns:a16="http://schemas.microsoft.com/office/drawing/2014/main" id="{7636D9DD-3B66-496A-86FA-81AF1F6542E3}"/>
              </a:ext>
            </a:extLst>
          </p:cNvPr>
          <p:cNvSpPr/>
          <p:nvPr/>
        </p:nvSpPr>
        <p:spPr>
          <a:xfrm>
            <a:off x="4899941" y="6538377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48">
            <a:extLst>
              <a:ext uri="{FF2B5EF4-FFF2-40B4-BE49-F238E27FC236}">
                <a16:creationId xmlns:a16="http://schemas.microsoft.com/office/drawing/2014/main" id="{97154A6C-383E-44B7-9041-7BA2D432B407}"/>
              </a:ext>
            </a:extLst>
          </p:cNvPr>
          <p:cNvSpPr txBox="1"/>
          <p:nvPr/>
        </p:nvSpPr>
        <p:spPr>
          <a:xfrm>
            <a:off x="4963949" y="6584096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75.76%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75/99</a:t>
            </a:r>
          </a:p>
        </p:txBody>
      </p:sp>
      <p:sp>
        <p:nvSpPr>
          <p:cNvPr id="134" name="Rectangle 149">
            <a:extLst>
              <a:ext uri="{FF2B5EF4-FFF2-40B4-BE49-F238E27FC236}">
                <a16:creationId xmlns:a16="http://schemas.microsoft.com/office/drawing/2014/main" id="{D0F56013-F611-43A8-9944-5B1800039970}"/>
              </a:ext>
            </a:extLst>
          </p:cNvPr>
          <p:cNvSpPr/>
          <p:nvPr/>
        </p:nvSpPr>
        <p:spPr>
          <a:xfrm>
            <a:off x="6381269" y="6538377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0">
            <a:extLst>
              <a:ext uri="{FF2B5EF4-FFF2-40B4-BE49-F238E27FC236}">
                <a16:creationId xmlns:a16="http://schemas.microsoft.com/office/drawing/2014/main" id="{2BD9DC07-56AA-44B1-B35E-B65A5426A7FD}"/>
              </a:ext>
            </a:extLst>
          </p:cNvPr>
          <p:cNvSpPr txBox="1"/>
          <p:nvPr/>
        </p:nvSpPr>
        <p:spPr>
          <a:xfrm>
            <a:off x="6445277" y="6584096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76/99</a:t>
            </a:r>
          </a:p>
        </p:txBody>
      </p:sp>
      <p:sp>
        <p:nvSpPr>
          <p:cNvPr id="138" name="Rectangle 153">
            <a:extLst>
              <a:ext uri="{FF2B5EF4-FFF2-40B4-BE49-F238E27FC236}">
                <a16:creationId xmlns:a16="http://schemas.microsoft.com/office/drawing/2014/main" id="{CD37B15D-8536-4FF0-891A-D3DFB4DBC530}"/>
              </a:ext>
            </a:extLst>
          </p:cNvPr>
          <p:cNvSpPr/>
          <p:nvPr/>
        </p:nvSpPr>
        <p:spPr>
          <a:xfrm>
            <a:off x="8798603" y="6538377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54">
            <a:extLst>
              <a:ext uri="{FF2B5EF4-FFF2-40B4-BE49-F238E27FC236}">
                <a16:creationId xmlns:a16="http://schemas.microsoft.com/office/drawing/2014/main" id="{2F9391EA-CD81-4BA9-B915-A0F62276D199}"/>
              </a:ext>
            </a:extLst>
          </p:cNvPr>
          <p:cNvSpPr txBox="1"/>
          <p:nvPr/>
        </p:nvSpPr>
        <p:spPr>
          <a:xfrm>
            <a:off x="8862611" y="6584096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40" name="Rectangle 155">
            <a:extLst>
              <a:ext uri="{FF2B5EF4-FFF2-40B4-BE49-F238E27FC236}">
                <a16:creationId xmlns:a16="http://schemas.microsoft.com/office/drawing/2014/main" id="{8C9735DD-1F45-4274-BA1D-0019EF658D27}"/>
              </a:ext>
            </a:extLst>
          </p:cNvPr>
          <p:cNvSpPr/>
          <p:nvPr/>
        </p:nvSpPr>
        <p:spPr>
          <a:xfrm>
            <a:off x="11130323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56">
            <a:extLst>
              <a:ext uri="{FF2B5EF4-FFF2-40B4-BE49-F238E27FC236}">
                <a16:creationId xmlns:a16="http://schemas.microsoft.com/office/drawing/2014/main" id="{ACEE01C6-EBAE-481F-9379-F38D1739C211}"/>
              </a:ext>
            </a:extLst>
          </p:cNvPr>
          <p:cNvSpPr txBox="1"/>
          <p:nvPr/>
        </p:nvSpPr>
        <p:spPr>
          <a:xfrm>
            <a:off x="11194331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81.77%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507/620</a:t>
            </a:r>
          </a:p>
        </p:txBody>
      </p:sp>
      <p:sp>
        <p:nvSpPr>
          <p:cNvPr id="142" name="Rectangle 157">
            <a:extLst>
              <a:ext uri="{FF2B5EF4-FFF2-40B4-BE49-F238E27FC236}">
                <a16:creationId xmlns:a16="http://schemas.microsoft.com/office/drawing/2014/main" id="{C77CBB27-0DA4-4DEA-AD4D-898055FA20F6}"/>
              </a:ext>
            </a:extLst>
          </p:cNvPr>
          <p:cNvSpPr/>
          <p:nvPr/>
        </p:nvSpPr>
        <p:spPr>
          <a:xfrm>
            <a:off x="12748811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58">
            <a:extLst>
              <a:ext uri="{FF2B5EF4-FFF2-40B4-BE49-F238E27FC236}">
                <a16:creationId xmlns:a16="http://schemas.microsoft.com/office/drawing/2014/main" id="{FF24B7F7-FC6D-4561-9585-A7310B24BB15}"/>
              </a:ext>
            </a:extLst>
          </p:cNvPr>
          <p:cNvSpPr txBox="1"/>
          <p:nvPr/>
        </p:nvSpPr>
        <p:spPr>
          <a:xfrm>
            <a:off x="12812819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78.61%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496/631</a:t>
            </a:r>
          </a:p>
        </p:txBody>
      </p:sp>
      <p:sp>
        <p:nvSpPr>
          <p:cNvPr id="144" name="Rectangle 159">
            <a:extLst>
              <a:ext uri="{FF2B5EF4-FFF2-40B4-BE49-F238E27FC236}">
                <a16:creationId xmlns:a16="http://schemas.microsoft.com/office/drawing/2014/main" id="{F2012A6F-07CC-4BA4-951F-ECBF672D1450}"/>
              </a:ext>
            </a:extLst>
          </p:cNvPr>
          <p:cNvSpPr/>
          <p:nvPr/>
        </p:nvSpPr>
        <p:spPr>
          <a:xfrm>
            <a:off x="14367299" y="6538377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60">
            <a:extLst>
              <a:ext uri="{FF2B5EF4-FFF2-40B4-BE49-F238E27FC236}">
                <a16:creationId xmlns:a16="http://schemas.microsoft.com/office/drawing/2014/main" id="{F925212B-44BC-428B-996E-4A09CE83C21D}"/>
              </a:ext>
            </a:extLst>
          </p:cNvPr>
          <p:cNvSpPr txBox="1"/>
          <p:nvPr/>
        </p:nvSpPr>
        <p:spPr>
          <a:xfrm>
            <a:off x="14431307" y="6584096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−11</a:t>
            </a:r>
          </a:p>
        </p:txBody>
      </p:sp>
      <p:sp>
        <p:nvSpPr>
          <p:cNvPr id="146" name="Rectangle 161">
            <a:extLst>
              <a:ext uri="{FF2B5EF4-FFF2-40B4-BE49-F238E27FC236}">
                <a16:creationId xmlns:a16="http://schemas.microsoft.com/office/drawing/2014/main" id="{78FA3C04-CBAF-4863-BD94-952D0302B6B4}"/>
              </a:ext>
            </a:extLst>
          </p:cNvPr>
          <p:cNvSpPr/>
          <p:nvPr/>
        </p:nvSpPr>
        <p:spPr>
          <a:xfrm>
            <a:off x="1251485" y="7480209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62">
            <a:extLst>
              <a:ext uri="{FF2B5EF4-FFF2-40B4-BE49-F238E27FC236}">
                <a16:creationId xmlns:a16="http://schemas.microsoft.com/office/drawing/2014/main" id="{B1D3FE24-DA6D-4D94-B682-6704FB6B00EE}"/>
              </a:ext>
            </a:extLst>
          </p:cNvPr>
          <p:cNvSpPr txBox="1"/>
          <p:nvPr/>
        </p:nvSpPr>
        <p:spPr>
          <a:xfrm>
            <a:off x="1315493" y="7525929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48" name="Rectangle 163">
            <a:extLst>
              <a:ext uri="{FF2B5EF4-FFF2-40B4-BE49-F238E27FC236}">
                <a16:creationId xmlns:a16="http://schemas.microsoft.com/office/drawing/2014/main" id="{16E5B885-C01F-441B-BD2C-B6BC609954F2}"/>
              </a:ext>
            </a:extLst>
          </p:cNvPr>
          <p:cNvSpPr/>
          <p:nvPr/>
        </p:nvSpPr>
        <p:spPr>
          <a:xfrm>
            <a:off x="3464333" y="7480209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64">
            <a:extLst>
              <a:ext uri="{FF2B5EF4-FFF2-40B4-BE49-F238E27FC236}">
                <a16:creationId xmlns:a16="http://schemas.microsoft.com/office/drawing/2014/main" id="{2308C91B-8686-4382-BD51-4269E7FB5528}"/>
              </a:ext>
            </a:extLst>
          </p:cNvPr>
          <p:cNvSpPr txBox="1"/>
          <p:nvPr/>
        </p:nvSpPr>
        <p:spPr>
          <a:xfrm>
            <a:off x="3528340" y="7525929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53.54%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53/99</a:t>
            </a:r>
          </a:p>
        </p:txBody>
      </p:sp>
      <p:sp>
        <p:nvSpPr>
          <p:cNvPr id="150" name="Rectangle 165">
            <a:extLst>
              <a:ext uri="{FF2B5EF4-FFF2-40B4-BE49-F238E27FC236}">
                <a16:creationId xmlns:a16="http://schemas.microsoft.com/office/drawing/2014/main" id="{D9103847-9A75-4B2A-B4F9-C57650472101}"/>
              </a:ext>
            </a:extLst>
          </p:cNvPr>
          <p:cNvSpPr/>
          <p:nvPr/>
        </p:nvSpPr>
        <p:spPr>
          <a:xfrm>
            <a:off x="4899941" y="7480209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66">
            <a:extLst>
              <a:ext uri="{FF2B5EF4-FFF2-40B4-BE49-F238E27FC236}">
                <a16:creationId xmlns:a16="http://schemas.microsoft.com/office/drawing/2014/main" id="{1B70B6FA-CD09-43C7-BBEE-17417DB65657}"/>
              </a:ext>
            </a:extLst>
          </p:cNvPr>
          <p:cNvSpPr txBox="1"/>
          <p:nvPr/>
        </p:nvSpPr>
        <p:spPr>
          <a:xfrm>
            <a:off x="4963949" y="7525929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70.41%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69/98</a:t>
            </a:r>
          </a:p>
        </p:txBody>
      </p:sp>
      <p:sp>
        <p:nvSpPr>
          <p:cNvPr id="152" name="Rectangle 167">
            <a:extLst>
              <a:ext uri="{FF2B5EF4-FFF2-40B4-BE49-F238E27FC236}">
                <a16:creationId xmlns:a16="http://schemas.microsoft.com/office/drawing/2014/main" id="{99EA4C9B-0DFD-43E0-9234-F5F594EFAEF3}"/>
              </a:ext>
            </a:extLst>
          </p:cNvPr>
          <p:cNvSpPr/>
          <p:nvPr/>
        </p:nvSpPr>
        <p:spPr>
          <a:xfrm>
            <a:off x="6381269" y="7480209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68">
            <a:extLst>
              <a:ext uri="{FF2B5EF4-FFF2-40B4-BE49-F238E27FC236}">
                <a16:creationId xmlns:a16="http://schemas.microsoft.com/office/drawing/2014/main" id="{60EBF8F7-847B-4FCC-B655-4E3AE8E39966}"/>
              </a:ext>
            </a:extLst>
          </p:cNvPr>
          <p:cNvSpPr txBox="1"/>
          <p:nvPr/>
        </p:nvSpPr>
        <p:spPr>
          <a:xfrm>
            <a:off x="6445277" y="7525929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77.78%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77/99</a:t>
            </a:r>
          </a:p>
        </p:txBody>
      </p:sp>
      <p:sp>
        <p:nvSpPr>
          <p:cNvPr id="156" name="Rectangle 171">
            <a:extLst>
              <a:ext uri="{FF2B5EF4-FFF2-40B4-BE49-F238E27FC236}">
                <a16:creationId xmlns:a16="http://schemas.microsoft.com/office/drawing/2014/main" id="{E3CFAB1E-3D19-4ADF-84D4-E7546D6199E2}"/>
              </a:ext>
            </a:extLst>
          </p:cNvPr>
          <p:cNvSpPr/>
          <p:nvPr/>
        </p:nvSpPr>
        <p:spPr>
          <a:xfrm>
            <a:off x="8798603" y="7480209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72">
            <a:extLst>
              <a:ext uri="{FF2B5EF4-FFF2-40B4-BE49-F238E27FC236}">
                <a16:creationId xmlns:a16="http://schemas.microsoft.com/office/drawing/2014/main" id="{6F9C36B8-68F2-4D69-B570-72913113508B}"/>
              </a:ext>
            </a:extLst>
          </p:cNvPr>
          <p:cNvSpPr txBox="1"/>
          <p:nvPr/>
        </p:nvSpPr>
        <p:spPr>
          <a:xfrm>
            <a:off x="8862611" y="7525929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58" name="Rectangle 173">
            <a:extLst>
              <a:ext uri="{FF2B5EF4-FFF2-40B4-BE49-F238E27FC236}">
                <a16:creationId xmlns:a16="http://schemas.microsoft.com/office/drawing/2014/main" id="{2F7BDFD6-DAA0-4EC3-9C2B-97F23785C934}"/>
              </a:ext>
            </a:extLst>
          </p:cNvPr>
          <p:cNvSpPr/>
          <p:nvPr/>
        </p:nvSpPr>
        <p:spPr>
          <a:xfrm>
            <a:off x="11130323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74">
            <a:extLst>
              <a:ext uri="{FF2B5EF4-FFF2-40B4-BE49-F238E27FC236}">
                <a16:creationId xmlns:a16="http://schemas.microsoft.com/office/drawing/2014/main" id="{39448B01-27A0-4CAE-9E95-2E618DFE4364}"/>
              </a:ext>
            </a:extLst>
          </p:cNvPr>
          <p:cNvSpPr txBox="1"/>
          <p:nvPr/>
        </p:nvSpPr>
        <p:spPr>
          <a:xfrm>
            <a:off x="11194331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79.84%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503/630</a:t>
            </a:r>
          </a:p>
        </p:txBody>
      </p:sp>
      <p:sp>
        <p:nvSpPr>
          <p:cNvPr id="160" name="Rectangle 175">
            <a:extLst>
              <a:ext uri="{FF2B5EF4-FFF2-40B4-BE49-F238E27FC236}">
                <a16:creationId xmlns:a16="http://schemas.microsoft.com/office/drawing/2014/main" id="{89D22423-482B-471E-A9E9-2C2D74EAFB0E}"/>
              </a:ext>
            </a:extLst>
          </p:cNvPr>
          <p:cNvSpPr/>
          <p:nvPr/>
        </p:nvSpPr>
        <p:spPr>
          <a:xfrm>
            <a:off x="12748811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76">
            <a:extLst>
              <a:ext uri="{FF2B5EF4-FFF2-40B4-BE49-F238E27FC236}">
                <a16:creationId xmlns:a16="http://schemas.microsoft.com/office/drawing/2014/main" id="{F318ACF5-F11A-4335-9140-ED3A6C7A34C7}"/>
              </a:ext>
            </a:extLst>
          </p:cNvPr>
          <p:cNvSpPr txBox="1"/>
          <p:nvPr/>
        </p:nvSpPr>
        <p:spPr>
          <a:xfrm>
            <a:off x="12812819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82.09%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518/631</a:t>
            </a:r>
          </a:p>
        </p:txBody>
      </p:sp>
      <p:sp>
        <p:nvSpPr>
          <p:cNvPr id="162" name="Rectangle 177">
            <a:extLst>
              <a:ext uri="{FF2B5EF4-FFF2-40B4-BE49-F238E27FC236}">
                <a16:creationId xmlns:a16="http://schemas.microsoft.com/office/drawing/2014/main" id="{0DE1BD52-7513-46EC-B50E-23A1D8D75174}"/>
              </a:ext>
            </a:extLst>
          </p:cNvPr>
          <p:cNvSpPr/>
          <p:nvPr/>
        </p:nvSpPr>
        <p:spPr>
          <a:xfrm>
            <a:off x="14367299" y="7480209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78">
            <a:extLst>
              <a:ext uri="{FF2B5EF4-FFF2-40B4-BE49-F238E27FC236}">
                <a16:creationId xmlns:a16="http://schemas.microsoft.com/office/drawing/2014/main" id="{6BAA5AF0-46CC-4401-ACB5-C1FE01E3A90A}"/>
              </a:ext>
            </a:extLst>
          </p:cNvPr>
          <p:cNvSpPr txBox="1"/>
          <p:nvPr/>
        </p:nvSpPr>
        <p:spPr>
          <a:xfrm>
            <a:off x="14431307" y="7525929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+15</a:t>
            </a:r>
          </a:p>
        </p:txBody>
      </p:sp>
      <p:sp>
        <p:nvSpPr>
          <p:cNvPr id="164" name="Rounded Rectangle 179">
            <a:extLst>
              <a:ext uri="{FF2B5EF4-FFF2-40B4-BE49-F238E27FC236}">
                <a16:creationId xmlns:a16="http://schemas.microsoft.com/office/drawing/2014/main" id="{1DBC9251-92CE-43A1-AE4D-D3D7209DA787}"/>
              </a:ext>
            </a:extLst>
          </p:cNvPr>
          <p:cNvSpPr/>
          <p:nvPr/>
        </p:nvSpPr>
        <p:spPr>
          <a:xfrm>
            <a:off x="822960" y="8668929"/>
            <a:ext cx="15654528" cy="677291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80">
            <a:extLst>
              <a:ext uri="{FF2B5EF4-FFF2-40B4-BE49-F238E27FC236}">
                <a16:creationId xmlns:a16="http://schemas.microsoft.com/office/drawing/2014/main" id="{C06EFDBE-6AE7-4712-965C-4FECBCF68258}"/>
              </a:ext>
            </a:extLst>
          </p:cNvPr>
          <p:cNvSpPr txBox="1"/>
          <p:nvPr/>
        </p:nvSpPr>
        <p:spPr>
          <a:xfrm>
            <a:off x="1042415" y="8809830"/>
            <a:ext cx="480060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075B97"/>
                </a:solidFill>
                <a:latin typeface="Microsoft YaHei"/>
              </a:rPr>
              <a:t>事实性</a:t>
            </a:r>
            <a:r>
              <a:rPr sz="2100" b="1" dirty="0">
                <a:solidFill>
                  <a:srgbClr val="075B97"/>
                </a:solidFill>
                <a:latin typeface="Microsoft YaHei"/>
              </a:rPr>
              <a:t>：+32 </a:t>
            </a:r>
            <a:r>
              <a:rPr sz="2100" b="1" dirty="0" err="1">
                <a:solidFill>
                  <a:srgbClr val="075B97"/>
                </a:solidFill>
                <a:latin typeface="Microsoft YaHei"/>
              </a:rPr>
              <a:t>个正确样本</a:t>
            </a:r>
            <a:endParaRPr sz="21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66" name="TextBox 181">
            <a:extLst>
              <a:ext uri="{FF2B5EF4-FFF2-40B4-BE49-F238E27FC236}">
                <a16:creationId xmlns:a16="http://schemas.microsoft.com/office/drawing/2014/main" id="{545FA8DE-1D70-45CB-956B-3A7B9E51C04F}"/>
              </a:ext>
            </a:extLst>
          </p:cNvPr>
          <p:cNvSpPr txBox="1"/>
          <p:nvPr/>
        </p:nvSpPr>
        <p:spPr>
          <a:xfrm>
            <a:off x="5367528" y="8824635"/>
            <a:ext cx="612648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视觉依据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：+18；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          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清晰连贯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：+15</a:t>
            </a:r>
          </a:p>
        </p:txBody>
      </p:sp>
      <p:sp>
        <p:nvSpPr>
          <p:cNvPr id="167" name="TextBox 182">
            <a:extLst>
              <a:ext uri="{FF2B5EF4-FFF2-40B4-BE49-F238E27FC236}">
                <a16:creationId xmlns:a16="http://schemas.microsoft.com/office/drawing/2014/main" id="{FE726188-84CF-4C67-9EED-FC46616C18DB}"/>
              </a:ext>
            </a:extLst>
          </p:cNvPr>
          <p:cNvSpPr txBox="1"/>
          <p:nvPr/>
        </p:nvSpPr>
        <p:spPr>
          <a:xfrm>
            <a:off x="11960352" y="8824927"/>
            <a:ext cx="420624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C66843"/>
                </a:solidFill>
                <a:latin typeface="Microsoft YaHei"/>
              </a:rPr>
              <a:t>完整性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−3；</a:t>
            </a:r>
            <a:r>
              <a:rPr lang="en-US" sz="2000" b="1" dirty="0">
                <a:solidFill>
                  <a:srgbClr val="C66843"/>
                </a:solidFill>
                <a:latin typeface="Microsoft YaHei"/>
              </a:rPr>
              <a:t>                 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创造性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−11</a:t>
            </a:r>
          </a:p>
        </p:txBody>
      </p:sp>
      <p:sp>
        <p:nvSpPr>
          <p:cNvPr id="169" name="TextBox 184">
            <a:extLst>
              <a:ext uri="{FF2B5EF4-FFF2-40B4-BE49-F238E27FC236}">
                <a16:creationId xmlns:a16="http://schemas.microsoft.com/office/drawing/2014/main" id="{D6290982-63EC-490F-8E18-F93EA710B259}"/>
              </a:ext>
            </a:extLst>
          </p:cNvPr>
          <p:cNvSpPr txBox="1"/>
          <p:nvPr/>
        </p:nvSpPr>
        <p:spPr>
          <a:xfrm>
            <a:off x="868680" y="10367798"/>
            <a:ext cx="1559052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Covered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ACC＝正确数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÷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有效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A/B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样本数；分母因弃权而变化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97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1" y="272912"/>
            <a:ext cx="1104428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实验设计</a:t>
            </a:r>
            <a:r>
              <a:rPr lang="en-US" sz="3700" b="1" dirty="0">
                <a:solidFill>
                  <a:srgbClr val="FFFFFF"/>
                </a:solidFill>
                <a:latin typeface="Microsoft YaHei"/>
              </a:rPr>
              <a:t>-Create Root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 dirty="0" err="1">
                <a:solidFill>
                  <a:srgbClr val="193B5E"/>
                </a:solidFill>
                <a:latin typeface="Microsoft YaHei"/>
              </a:rPr>
              <a:t>从预设五根到偏好归纳</a:t>
            </a:r>
            <a:r>
              <a:rPr lang="en-US" altLang="zh-CN" sz="2750" b="1" dirty="0" err="1">
                <a:solidFill>
                  <a:srgbClr val="193B5E"/>
                </a:solidFill>
                <a:latin typeface="Microsoft YaHei"/>
              </a:rPr>
              <a:t>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create 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）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86968" y="2586294"/>
            <a:ext cx="15617951" cy="630936"/>
          </a:xfrm>
          <a:prstGeom prst="roundRect">
            <a:avLst>
              <a:gd name="adj" fmla="val 12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" y="2705166"/>
            <a:ext cx="15206472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dirty="0" err="1">
                <a:solidFill>
                  <a:srgbClr val="193B5E"/>
                </a:solidFill>
                <a:latin typeface="Microsoft YaHei"/>
              </a:rPr>
              <a:t>前一实验固定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root、演化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children；本次把准则学习前移到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初始化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77824" y="3850454"/>
            <a:ext cx="100584" cy="3300984"/>
          </a:xfrm>
          <a:prstGeom prst="rect">
            <a:avLst/>
          </a:prstGeom>
          <a:solidFill>
            <a:srgbClr val="B45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1288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B45D3D"/>
                </a:solidFill>
                <a:latin typeface="Microsoft YaHei"/>
              </a:rPr>
              <a:t>预设五根</a:t>
            </a:r>
            <a:endParaRPr sz="2300" b="1" dirty="0">
              <a:solidFill>
                <a:srgbClr val="B45D3D"/>
              </a:solidFill>
              <a:latin typeface="Microsoft Ya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01968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B45D3D"/>
                </a:solidFill>
                <a:latin typeface="Microsoft YaHei"/>
              </a:rPr>
              <a:t>固定来源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对照：直接采用原有通用上层准则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1288" y="5095285"/>
            <a:ext cx="6967728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不进行样例预热；固定五个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后进入初始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Split。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0432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6109439"/>
            <a:ext cx="65653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完整性与覆盖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视觉依据与细节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事实性／无幻觉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创造性与表达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清晰与连贯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42832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42832" y="3850454"/>
            <a:ext cx="109728" cy="3300984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endParaRPr sz="23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657832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703552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075B97"/>
                </a:solidFill>
                <a:latin typeface="Microsoft YaHei"/>
              </a:rPr>
              <a:t>数据生成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新方法：由训练集</a:t>
            </a:r>
            <a:r>
              <a:rPr sz="1700" b="1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1" dirty="0" err="1">
                <a:solidFill>
                  <a:srgbClr val="193B5E"/>
                </a:solidFill>
                <a:latin typeface="Microsoft YaHei"/>
              </a:rPr>
              <a:t>条人类偏好样例归纳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17152" y="5048308"/>
            <a:ext cx="6967728" cy="77559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 err="1">
                <a:latin typeface="Microsoft YaHei"/>
              </a:rPr>
              <a:t>从训练</a:t>
            </a:r>
            <a:r>
              <a:rPr sz="1600" dirty="0">
                <a:latin typeface="Microsoft YaHei"/>
              </a:rPr>
              <a:t> 100 </a:t>
            </a:r>
            <a:r>
              <a:rPr sz="1600" dirty="0" err="1">
                <a:latin typeface="Microsoft YaHei"/>
              </a:rPr>
              <a:t>条抽</a:t>
            </a:r>
            <a:r>
              <a:rPr sz="1600" dirty="0">
                <a:latin typeface="Microsoft YaHei"/>
              </a:rPr>
              <a:t> 5 </a:t>
            </a:r>
            <a:r>
              <a:rPr sz="1600" dirty="0" err="1">
                <a:latin typeface="Microsoft YaHei"/>
              </a:rPr>
              <a:t>条图文比较，Manager</a:t>
            </a:r>
            <a:r>
              <a:rPr sz="1600" dirty="0">
                <a:latin typeface="Microsoft YaHei"/>
              </a:rPr>
              <a:t> </a:t>
            </a:r>
            <a:r>
              <a:rPr sz="1600" dirty="0" err="1">
                <a:latin typeface="Microsoft YaHei"/>
              </a:rPr>
              <a:t>连续预热</a:t>
            </a:r>
            <a:r>
              <a:rPr lang="zh-CN" altLang="en-US" sz="1600" dirty="0">
                <a:latin typeface="Microsoft YaHei"/>
              </a:rPr>
              <a:t>（每次解释</a:t>
            </a:r>
            <a:r>
              <a:rPr lang="zh-CN" altLang="en-US" sz="1600" dirty="0"/>
              <a:t>为什么人类在面对这张图片和这个问题时，可能会更偏好这个回答</a:t>
            </a:r>
            <a:r>
              <a:rPr lang="zh-CN" altLang="en-US" sz="1600" dirty="0">
                <a:latin typeface="Microsoft YaHei"/>
              </a:rPr>
              <a:t>）</a:t>
            </a:r>
            <a:r>
              <a:rPr sz="1600" dirty="0">
                <a:latin typeface="Microsoft YaHei"/>
              </a:rPr>
              <a:t>，</a:t>
            </a:r>
            <a:r>
              <a:rPr sz="1600" dirty="0" err="1">
                <a:latin typeface="Microsoft YaHei"/>
              </a:rPr>
              <a:t>再归纳出五个可复用的</a:t>
            </a:r>
            <a:r>
              <a:rPr sz="1600" dirty="0">
                <a:latin typeface="Microsoft YaHei"/>
              </a:rPr>
              <a:t> root。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09176" y="6132564"/>
            <a:ext cx="6565392" cy="57554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事实准确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假设处理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相关性与聚焦度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边界约束下的完整性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解释克制性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7824" y="7970580"/>
            <a:ext cx="8229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两组接入相同的后续流程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50392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941832" y="8869733"/>
            <a:ext cx="3401568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演化集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初始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Split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9744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01183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五轮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逐例子树反思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769096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0536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相同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Worker 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Global Arbiter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28448" y="8664771"/>
            <a:ext cx="3739896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819888" y="8869733"/>
            <a:ext cx="3557015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K=3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主看</a:t>
            </a:r>
            <a:r>
              <a:rPr lang="en-US" altLang="zh-CN" sz="18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6696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10384677"/>
            <a:ext cx="15617951" cy="667512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992" y="10532228"/>
            <a:ext cx="15188184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dirty="0" err="1">
                <a:solidFill>
                  <a:srgbClr val="193B5E"/>
                </a:solidFill>
                <a:latin typeface="Microsoft YaHei"/>
              </a:rPr>
              <a:t>研究问题：把上层准则交给目标数据归纳，能否改善未见样本上的最终判断</a:t>
            </a:r>
            <a:r>
              <a:rPr sz="1900" b="1" dirty="0">
                <a:solidFill>
                  <a:srgbClr val="193B5E"/>
                </a:solidFill>
                <a:latin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偏好归纳五根：</a:t>
            </a:r>
            <a:r>
              <a:rPr lang="en-US" altLang="zh-CN" sz="2750" b="1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与子准则的效果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74.18%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73.32%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541/648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83.49%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51.38%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626/749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83.58%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206/317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64.98%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933/1247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74.82%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851/1147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74.19%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82/100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82.00%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544/648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83.95%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98/181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54.14%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627/749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83.71%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1" name="Factor row 6 background 0"/>
          <p:cNvSpPr/>
          <p:nvPr/>
        </p:nvSpPr>
        <p:spPr>
          <a:xfrm>
            <a:off x="685800" y="9646920"/>
            <a:ext cx="17373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2" name="Factor row 6 config 0"/>
          <p:cNvSpPr txBox="1"/>
          <p:nvPr/>
        </p:nvSpPr>
        <p:spPr>
          <a:xfrm>
            <a:off x="731520" y="969264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393" name="Factor row 6 background 1"/>
          <p:cNvSpPr/>
          <p:nvPr/>
        </p:nvSpPr>
        <p:spPr>
          <a:xfrm>
            <a:off x="2423160" y="9646920"/>
            <a:ext cx="12344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4" name="Factor row 6 config 1"/>
          <p:cNvSpPr txBox="1"/>
          <p:nvPr/>
        </p:nvSpPr>
        <p:spPr>
          <a:xfrm>
            <a:off x="2468880" y="969264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</a:p>
        </p:txBody>
      </p:sp>
      <p:sp>
        <p:nvSpPr>
          <p:cNvPr id="395" name="Factor row 6 background 2"/>
          <p:cNvSpPr/>
          <p:nvPr/>
        </p:nvSpPr>
        <p:spPr>
          <a:xfrm>
            <a:off x="3657600" y="9646920"/>
            <a:ext cx="15087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6" name="Factor row 6 config 2"/>
          <p:cNvSpPr txBox="1"/>
          <p:nvPr/>
        </p:nvSpPr>
        <p:spPr>
          <a:xfrm>
            <a:off x="3703320" y="969264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7" name="Factor row 6 background 3"/>
          <p:cNvSpPr/>
          <p:nvPr/>
        </p:nvSpPr>
        <p:spPr>
          <a:xfrm>
            <a:off x="5166360" y="9646920"/>
            <a:ext cx="11430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8" name="Factor row 6 config 3"/>
          <p:cNvSpPr txBox="1"/>
          <p:nvPr/>
        </p:nvSpPr>
        <p:spPr>
          <a:xfrm>
            <a:off x="5212080" y="969264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9" name="Factor row 6 background 4"/>
          <p:cNvSpPr/>
          <p:nvPr/>
        </p:nvSpPr>
        <p:spPr>
          <a:xfrm>
            <a:off x="630936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0" name="Factor row 6 count 4"/>
          <p:cNvSpPr txBox="1"/>
          <p:nvPr/>
        </p:nvSpPr>
        <p:spPr>
          <a:xfrm>
            <a:off x="633679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945/1247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1" name="Factor row 6 percentage 4"/>
          <p:cNvSpPr txBox="1"/>
          <p:nvPr/>
        </p:nvSpPr>
        <p:spPr>
          <a:xfrm>
            <a:off x="633679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75.78%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2" name="Factor row 6 background 5"/>
          <p:cNvSpPr/>
          <p:nvPr/>
        </p:nvSpPr>
        <p:spPr>
          <a:xfrm>
            <a:off x="7772400" y="9646920"/>
            <a:ext cx="15544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3" name="Factor row 6 count 5"/>
          <p:cNvSpPr txBox="1"/>
          <p:nvPr/>
        </p:nvSpPr>
        <p:spPr>
          <a:xfrm>
            <a:off x="7799832" y="982065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861/1147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4" name="Factor row 6 percentage 5"/>
          <p:cNvSpPr txBox="1"/>
          <p:nvPr/>
        </p:nvSpPr>
        <p:spPr>
          <a:xfrm>
            <a:off x="7799832" y="1009497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75.07%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5" name="Factor row 6 background 6"/>
          <p:cNvSpPr/>
          <p:nvPr/>
        </p:nvSpPr>
        <p:spPr>
          <a:xfrm>
            <a:off x="9326880" y="9646920"/>
            <a:ext cx="11887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6" name="Factor row 6 count 6"/>
          <p:cNvSpPr txBox="1"/>
          <p:nvPr/>
        </p:nvSpPr>
        <p:spPr>
          <a:xfrm>
            <a:off x="9354312" y="982065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7" name="Factor row 6 percentage 6"/>
          <p:cNvSpPr txBox="1"/>
          <p:nvPr/>
        </p:nvSpPr>
        <p:spPr>
          <a:xfrm>
            <a:off x="9354312" y="1009497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8" name="Factor row 6 background 7"/>
          <p:cNvSpPr/>
          <p:nvPr/>
        </p:nvSpPr>
        <p:spPr>
          <a:xfrm>
            <a:off x="1051560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9" name="Factor row 6 count 7"/>
          <p:cNvSpPr txBox="1"/>
          <p:nvPr/>
        </p:nvSpPr>
        <p:spPr>
          <a:xfrm>
            <a:off x="1054303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545/648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0" name="Factor row 6 percentage 7"/>
          <p:cNvSpPr txBox="1"/>
          <p:nvPr/>
        </p:nvSpPr>
        <p:spPr>
          <a:xfrm>
            <a:off x="1054303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1" name="Factor row 6 background 8"/>
          <p:cNvSpPr/>
          <p:nvPr/>
        </p:nvSpPr>
        <p:spPr>
          <a:xfrm>
            <a:off x="11978640" y="9646920"/>
            <a:ext cx="13258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2" name="Factor row 6 count 8"/>
          <p:cNvSpPr txBox="1"/>
          <p:nvPr/>
        </p:nvSpPr>
        <p:spPr>
          <a:xfrm>
            <a:off x="12006072" y="982065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102/181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3" name="Factor row 6 percentage 8"/>
          <p:cNvSpPr txBox="1"/>
          <p:nvPr/>
        </p:nvSpPr>
        <p:spPr>
          <a:xfrm>
            <a:off x="12006072" y="1009497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56.35%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Factor row 6 background 9"/>
          <p:cNvSpPr/>
          <p:nvPr/>
        </p:nvSpPr>
        <p:spPr>
          <a:xfrm>
            <a:off x="13304520" y="9646920"/>
            <a:ext cx="16459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5" name="Factor row 6 count 9"/>
          <p:cNvSpPr txBox="1"/>
          <p:nvPr/>
        </p:nvSpPr>
        <p:spPr>
          <a:xfrm>
            <a:off x="13331952" y="982065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630/749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6" name="Factor row 6 percentage 9"/>
          <p:cNvSpPr txBox="1"/>
          <p:nvPr/>
        </p:nvSpPr>
        <p:spPr>
          <a:xfrm>
            <a:off x="13331952" y="1009497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84.11%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7" name="Factor row 6 background 10"/>
          <p:cNvSpPr/>
          <p:nvPr/>
        </p:nvSpPr>
        <p:spPr>
          <a:xfrm>
            <a:off x="14950440" y="9646920"/>
            <a:ext cx="13716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8" name="Factor row 6 count 10"/>
          <p:cNvSpPr txBox="1"/>
          <p:nvPr/>
        </p:nvSpPr>
        <p:spPr>
          <a:xfrm>
            <a:off x="14977872" y="982065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213/317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Factor row 6 percentage 10"/>
          <p:cNvSpPr txBox="1"/>
          <p:nvPr/>
        </p:nvSpPr>
        <p:spPr>
          <a:xfrm>
            <a:off x="14977872" y="1009497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67.19%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>
              <a:lnSpc>
                <a:spcPct val="150000"/>
              </a:lnSpc>
            </a:pP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偏好归纳五根：仅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Root create 73.32%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，初始子准则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，五轮演化后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75.07%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。</a:t>
            </a:r>
            <a:endParaRPr lang="en-US" altLang="zh-CN" sz="1350" b="0" dirty="0">
              <a:solidFill>
                <a:srgbClr val="516C85"/>
              </a:solidFill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9237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83033" y="283085"/>
            <a:ext cx="630510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设计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-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按领域学习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Rubric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4" name="Rectangle 4">
            <a:extLst>
              <a:ext uri="{FF2B5EF4-FFF2-40B4-BE49-F238E27FC236}">
                <a16:creationId xmlns:a16="http://schemas.microsoft.com/office/drawing/2014/main" id="{9D2FE2E0-3F94-45E8-8C48-C01ADEB62358}"/>
              </a:ext>
            </a:extLst>
          </p:cNvPr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5">
            <a:extLst>
              <a:ext uri="{FF2B5EF4-FFF2-40B4-BE49-F238E27FC236}">
                <a16:creationId xmlns:a16="http://schemas.microsoft.com/office/drawing/2014/main" id="{6D6B27D8-6106-4BDE-B10B-D6DB615E4613}"/>
              </a:ext>
            </a:extLst>
          </p:cNvPr>
          <p:cNvSpPr txBox="1"/>
          <p:nvPr/>
        </p:nvSpPr>
        <p:spPr>
          <a:xfrm>
            <a:off x="841248" y="1481328"/>
            <a:ext cx="15727680" cy="56692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按类别学习</a:t>
            </a:r>
            <a:r>
              <a:rPr sz="2800" b="1" dirty="0">
                <a:solidFill>
                  <a:srgbClr val="1D3E62"/>
                </a:solidFill>
                <a:latin typeface="Microsoft YaHei"/>
              </a:rPr>
              <a:t>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Rubric，并在同一留出集比较</a:t>
            </a:r>
            <a:endParaRPr sz="2800" b="1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27" name="Rounded Rectangle 7">
            <a:extLst>
              <a:ext uri="{FF2B5EF4-FFF2-40B4-BE49-F238E27FC236}">
                <a16:creationId xmlns:a16="http://schemas.microsoft.com/office/drawing/2014/main" id="{5F7BC777-1C5B-4195-B473-728FCB4C7968}"/>
              </a:ext>
            </a:extLst>
          </p:cNvPr>
          <p:cNvSpPr/>
          <p:nvPr/>
        </p:nvSpPr>
        <p:spPr>
          <a:xfrm>
            <a:off x="896112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ounded Rectangle 8">
            <a:extLst>
              <a:ext uri="{FF2B5EF4-FFF2-40B4-BE49-F238E27FC236}">
                <a16:creationId xmlns:a16="http://schemas.microsoft.com/office/drawing/2014/main" id="{D52B2D28-4E67-4E64-82AC-0D9B761E9CDB}"/>
              </a:ext>
            </a:extLst>
          </p:cNvPr>
          <p:cNvSpPr/>
          <p:nvPr/>
        </p:nvSpPr>
        <p:spPr>
          <a:xfrm>
            <a:off x="8915400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9">
            <a:extLst>
              <a:ext uri="{FF2B5EF4-FFF2-40B4-BE49-F238E27FC236}">
                <a16:creationId xmlns:a16="http://schemas.microsoft.com/office/drawing/2014/main" id="{3DB03BF0-7C80-4C44-9F4A-171FB0142E13}"/>
              </a:ext>
            </a:extLst>
          </p:cNvPr>
          <p:cNvSpPr txBox="1"/>
          <p:nvPr/>
        </p:nvSpPr>
        <p:spPr>
          <a:xfrm>
            <a:off x="1097280" y="3555145"/>
            <a:ext cx="2926080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dirty="0" err="1">
                <a:solidFill>
                  <a:srgbClr val="075B97"/>
                </a:solidFill>
                <a:latin typeface="Microsoft YaHei"/>
              </a:rPr>
              <a:t>演化集</a:t>
            </a:r>
            <a:r>
              <a:rPr sz="2500" b="1" dirty="0">
                <a:solidFill>
                  <a:srgbClr val="075B97"/>
                </a:solidFill>
                <a:latin typeface="Microsoft YaHei"/>
              </a:rPr>
              <a:t> 249 条</a:t>
            </a:r>
          </a:p>
        </p:txBody>
      </p:sp>
      <p:sp>
        <p:nvSpPr>
          <p:cNvPr id="130" name="TextBox 10">
            <a:extLst>
              <a:ext uri="{FF2B5EF4-FFF2-40B4-BE49-F238E27FC236}">
                <a16:creationId xmlns:a16="http://schemas.microsoft.com/office/drawing/2014/main" id="{A0A5A314-C463-4295-9569-86812716BB1C}"/>
              </a:ext>
            </a:extLst>
          </p:cNvPr>
          <p:cNvSpPr txBox="1"/>
          <p:nvPr/>
        </p:nvSpPr>
        <p:spPr>
          <a:xfrm>
            <a:off x="3730751" y="3573433"/>
            <a:ext cx="4270248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D3E62"/>
                </a:solidFill>
                <a:latin typeface="Microsoft YaHei"/>
              </a:rPr>
              <a:t>General 36  ·  Hallucination 150  ·  Reasoning 63</a:t>
            </a:r>
          </a:p>
        </p:txBody>
      </p:sp>
      <p:sp>
        <p:nvSpPr>
          <p:cNvPr id="131" name="TextBox 11">
            <a:extLst>
              <a:ext uri="{FF2B5EF4-FFF2-40B4-BE49-F238E27FC236}">
                <a16:creationId xmlns:a16="http://schemas.microsoft.com/office/drawing/2014/main" id="{D2BB3DEF-503A-449C-9E8C-43DED61D7443}"/>
              </a:ext>
            </a:extLst>
          </p:cNvPr>
          <p:cNvSpPr txBox="1"/>
          <p:nvPr/>
        </p:nvSpPr>
        <p:spPr>
          <a:xfrm>
            <a:off x="9125712" y="3555145"/>
            <a:ext cx="3346704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D3E62"/>
                </a:solidFill>
                <a:latin typeface="Microsoft YaHei"/>
              </a:rPr>
              <a:t>留出测试集 998 条</a:t>
            </a:r>
          </a:p>
        </p:txBody>
      </p:sp>
      <p:sp>
        <p:nvSpPr>
          <p:cNvPr id="132" name="TextBox 12">
            <a:extLst>
              <a:ext uri="{FF2B5EF4-FFF2-40B4-BE49-F238E27FC236}">
                <a16:creationId xmlns:a16="http://schemas.microsoft.com/office/drawing/2014/main" id="{F176C738-A24B-4882-B7F8-7F126628D774}"/>
              </a:ext>
            </a:extLst>
          </p:cNvPr>
          <p:cNvSpPr txBox="1"/>
          <p:nvPr/>
        </p:nvSpPr>
        <p:spPr>
          <a:xfrm>
            <a:off x="12124944" y="3573433"/>
            <a:ext cx="3886200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D3E62"/>
                </a:solidFill>
                <a:latin typeface="Microsoft YaHei"/>
              </a:rPr>
              <a:t>General 145  ·  Hallucination 599  ·  Reasoning 254</a:t>
            </a:r>
          </a:p>
        </p:txBody>
      </p:sp>
      <p:sp>
        <p:nvSpPr>
          <p:cNvPr id="133" name="Rounded Rectangle 13">
            <a:extLst>
              <a:ext uri="{FF2B5EF4-FFF2-40B4-BE49-F238E27FC236}">
                <a16:creationId xmlns:a16="http://schemas.microsoft.com/office/drawing/2014/main" id="{3A84EF2F-8249-4A31-8482-01182682A831}"/>
              </a:ext>
            </a:extLst>
          </p:cNvPr>
          <p:cNvSpPr/>
          <p:nvPr/>
        </p:nvSpPr>
        <p:spPr>
          <a:xfrm>
            <a:off x="859536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4">
            <a:extLst>
              <a:ext uri="{FF2B5EF4-FFF2-40B4-BE49-F238E27FC236}">
                <a16:creationId xmlns:a16="http://schemas.microsoft.com/office/drawing/2014/main" id="{B172B4E8-3B5F-4305-9C93-A82382EB94E0}"/>
              </a:ext>
            </a:extLst>
          </p:cNvPr>
          <p:cNvSpPr/>
          <p:nvPr/>
        </p:nvSpPr>
        <p:spPr>
          <a:xfrm>
            <a:off x="859536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">
            <a:extLst>
              <a:ext uri="{FF2B5EF4-FFF2-40B4-BE49-F238E27FC236}">
                <a16:creationId xmlns:a16="http://schemas.microsoft.com/office/drawing/2014/main" id="{E6C6D886-0CEA-4418-A4F8-E04BF8FE81D5}"/>
              </a:ext>
            </a:extLst>
          </p:cNvPr>
          <p:cNvSpPr txBox="1"/>
          <p:nvPr/>
        </p:nvSpPr>
        <p:spPr>
          <a:xfrm>
            <a:off x="1115568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1D3E62"/>
                </a:solidFill>
                <a:latin typeface="Microsoft YaHei"/>
              </a:rPr>
              <a:t>General（通用类</a:t>
            </a:r>
            <a:r>
              <a:rPr sz="23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136" name="TextBox 16">
            <a:extLst>
              <a:ext uri="{FF2B5EF4-FFF2-40B4-BE49-F238E27FC236}">
                <a16:creationId xmlns:a16="http://schemas.microsoft.com/office/drawing/2014/main" id="{0067251D-0B97-4053-95E2-F346F38419AC}"/>
              </a:ext>
            </a:extLst>
          </p:cNvPr>
          <p:cNvSpPr txBox="1"/>
          <p:nvPr/>
        </p:nvSpPr>
        <p:spPr>
          <a:xfrm>
            <a:off x="1115568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WildVision + VLFeedback</a:t>
            </a:r>
          </a:p>
        </p:txBody>
      </p:sp>
      <p:sp>
        <p:nvSpPr>
          <p:cNvPr id="137" name="TextBox 17">
            <a:extLst>
              <a:ext uri="{FF2B5EF4-FFF2-40B4-BE49-F238E27FC236}">
                <a16:creationId xmlns:a16="http://schemas.microsoft.com/office/drawing/2014/main" id="{3265031A-EA94-49B0-A58C-95C2CE0402D0}"/>
              </a:ext>
            </a:extLst>
          </p:cNvPr>
          <p:cNvSpPr txBox="1"/>
          <p:nvPr/>
        </p:nvSpPr>
        <p:spPr>
          <a:xfrm>
            <a:off x="1115568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演化集：WildVision 34 · VLFeedback 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通用图文理解与问答</a:t>
            </a:r>
          </a:p>
        </p:txBody>
      </p:sp>
      <p:sp>
        <p:nvSpPr>
          <p:cNvPr id="138" name="Rounded Rectangle 18">
            <a:extLst>
              <a:ext uri="{FF2B5EF4-FFF2-40B4-BE49-F238E27FC236}">
                <a16:creationId xmlns:a16="http://schemas.microsoft.com/office/drawing/2014/main" id="{E180C1D3-F77C-47A4-BEAF-C8A9204AC7F4}"/>
              </a:ext>
            </a:extLst>
          </p:cNvPr>
          <p:cNvSpPr/>
          <p:nvPr/>
        </p:nvSpPr>
        <p:spPr>
          <a:xfrm>
            <a:off x="6135624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9">
            <a:extLst>
              <a:ext uri="{FF2B5EF4-FFF2-40B4-BE49-F238E27FC236}">
                <a16:creationId xmlns:a16="http://schemas.microsoft.com/office/drawing/2014/main" id="{3B9B3A52-402B-485D-B849-253AB56D688F}"/>
              </a:ext>
            </a:extLst>
          </p:cNvPr>
          <p:cNvSpPr/>
          <p:nvPr/>
        </p:nvSpPr>
        <p:spPr>
          <a:xfrm>
            <a:off x="6135624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20">
            <a:extLst>
              <a:ext uri="{FF2B5EF4-FFF2-40B4-BE49-F238E27FC236}">
                <a16:creationId xmlns:a16="http://schemas.microsoft.com/office/drawing/2014/main" id="{41712EFF-E279-4BAE-9E88-95B463EC9781}"/>
              </a:ext>
            </a:extLst>
          </p:cNvPr>
          <p:cNvSpPr txBox="1"/>
          <p:nvPr/>
        </p:nvSpPr>
        <p:spPr>
          <a:xfrm>
            <a:off x="6391656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Hallucination（幻觉类）</a:t>
            </a:r>
          </a:p>
        </p:txBody>
      </p:sp>
      <p:sp>
        <p:nvSpPr>
          <p:cNvPr id="141" name="TextBox 21">
            <a:extLst>
              <a:ext uri="{FF2B5EF4-FFF2-40B4-BE49-F238E27FC236}">
                <a16:creationId xmlns:a16="http://schemas.microsoft.com/office/drawing/2014/main" id="{09EE73F4-E1BA-4065-A730-E7B9D3659306}"/>
              </a:ext>
            </a:extLst>
          </p:cNvPr>
          <p:cNvSpPr txBox="1"/>
          <p:nvPr/>
        </p:nvSpPr>
        <p:spPr>
          <a:xfrm>
            <a:off x="6391656" y="6099882"/>
            <a:ext cx="4581144" cy="44627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50" b="1" dirty="0">
                <a:solidFill>
                  <a:srgbClr val="075B97"/>
                </a:solidFill>
                <a:latin typeface="Microsoft YaHei"/>
              </a:rPr>
              <a:t>POVID + RLAIF-V + RLHF-V</a:t>
            </a:r>
          </a:p>
        </p:txBody>
      </p:sp>
      <p:sp>
        <p:nvSpPr>
          <p:cNvPr id="142" name="TextBox 22">
            <a:extLst>
              <a:ext uri="{FF2B5EF4-FFF2-40B4-BE49-F238E27FC236}">
                <a16:creationId xmlns:a16="http://schemas.microsoft.com/office/drawing/2014/main" id="{3E96E91F-274E-48EA-A36C-E8B7ABB7AFED}"/>
              </a:ext>
            </a:extLst>
          </p:cNvPr>
          <p:cNvSpPr txBox="1"/>
          <p:nvPr/>
        </p:nvSpPr>
        <p:spPr>
          <a:xfrm>
            <a:off x="6391656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演化集：POVID</a:t>
            </a:r>
            <a:r>
              <a:rPr sz="1750" b="0" dirty="0">
                <a:solidFill>
                  <a:srgbClr val="1D3E62"/>
                </a:solidFill>
                <a:latin typeface="Microsoft YaHei"/>
              </a:rPr>
              <a:t> 90 · RLAIF-V 48</a:t>
            </a:r>
          </a:p>
          <a:p>
            <a:pPr>
              <a:spcAft>
                <a:spcPts val="0"/>
              </a:spcAft>
            </a:pPr>
            <a:r>
              <a:rPr sz="1750" b="0" dirty="0">
                <a:solidFill>
                  <a:srgbClr val="1D3E62"/>
                </a:solidFill>
                <a:latin typeface="Microsoft YaHei"/>
              </a:rPr>
              <a:t>　　　　RLHF-V 12</a:t>
            </a:r>
          </a:p>
          <a:p>
            <a:pPr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视觉事实性与幻觉判断</a:t>
            </a:r>
            <a:endParaRPr sz="1750" b="0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43" name="Rounded Rectangle 23">
            <a:extLst>
              <a:ext uri="{FF2B5EF4-FFF2-40B4-BE49-F238E27FC236}">
                <a16:creationId xmlns:a16="http://schemas.microsoft.com/office/drawing/2014/main" id="{67A8484A-3B9C-4493-B5D6-9B6589FF26E7}"/>
              </a:ext>
            </a:extLst>
          </p:cNvPr>
          <p:cNvSpPr/>
          <p:nvPr/>
        </p:nvSpPr>
        <p:spPr>
          <a:xfrm>
            <a:off x="11411712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167DD722-E20D-4C50-8042-A1E73077CF44}"/>
              </a:ext>
            </a:extLst>
          </p:cNvPr>
          <p:cNvSpPr/>
          <p:nvPr/>
        </p:nvSpPr>
        <p:spPr>
          <a:xfrm>
            <a:off x="11411712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25">
            <a:extLst>
              <a:ext uri="{FF2B5EF4-FFF2-40B4-BE49-F238E27FC236}">
                <a16:creationId xmlns:a16="http://schemas.microsoft.com/office/drawing/2014/main" id="{B98C1564-1B41-43FA-BB03-79062104AEAB}"/>
              </a:ext>
            </a:extLst>
          </p:cNvPr>
          <p:cNvSpPr txBox="1"/>
          <p:nvPr/>
        </p:nvSpPr>
        <p:spPr>
          <a:xfrm>
            <a:off x="11667743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Reasoning（推理类）</a:t>
            </a:r>
          </a:p>
        </p:txBody>
      </p:sp>
      <p:sp>
        <p:nvSpPr>
          <p:cNvPr id="146" name="TextBox 26">
            <a:extLst>
              <a:ext uri="{FF2B5EF4-FFF2-40B4-BE49-F238E27FC236}">
                <a16:creationId xmlns:a16="http://schemas.microsoft.com/office/drawing/2014/main" id="{0CC07A89-5A80-4E1D-8B4D-4D6E73AA334D}"/>
              </a:ext>
            </a:extLst>
          </p:cNvPr>
          <p:cNvSpPr txBox="1"/>
          <p:nvPr/>
        </p:nvSpPr>
        <p:spPr>
          <a:xfrm>
            <a:off x="11667743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MathVerse + MMMU</a:t>
            </a:r>
          </a:p>
        </p:txBody>
      </p:sp>
      <p:sp>
        <p:nvSpPr>
          <p:cNvPr id="147" name="TextBox 27">
            <a:extLst>
              <a:ext uri="{FF2B5EF4-FFF2-40B4-BE49-F238E27FC236}">
                <a16:creationId xmlns:a16="http://schemas.microsoft.com/office/drawing/2014/main" id="{45FA3B43-FC09-4FCF-B955-34A15FEF4209}"/>
              </a:ext>
            </a:extLst>
          </p:cNvPr>
          <p:cNvSpPr txBox="1"/>
          <p:nvPr/>
        </p:nvSpPr>
        <p:spPr>
          <a:xfrm>
            <a:off x="11667743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演化集：MathVerse 40 · MMMU 23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视觉数学与多学科推理</a:t>
            </a:r>
          </a:p>
        </p:txBody>
      </p:sp>
    </p:spTree>
    <p:extLst>
      <p:ext uri="{BB962C8B-B14F-4D97-AF65-F5344CB8AC3E}">
        <p14:creationId xmlns:p14="http://schemas.microsoft.com/office/powerpoint/2010/main" val="890033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193758"/>
                </a:solidFill>
                <a:latin typeface="Microsoft YaHei"/>
              </a:rPr>
              <a:t>Hallucination 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事实准确性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3816" y="3749039"/>
            <a:ext cx="0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9924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1.1  存在性与
遗漏的区分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6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9924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1.2  区分虚构与
错误标注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3816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9924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1.3  观察事实与推断的区分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816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9924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1.4  视觉锚定与外部知识的区分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3816" y="903427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69924" y="899038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60120" y="856792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06424" y="8897311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1.5  模糊细节的验证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假设处理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87368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2.1  评估范围边界检查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Microsoft YaHei"/>
              </a:rPr>
              <a:t>2.2  </a:t>
            </a:r>
            <a:r>
              <a:rPr sz="1600" b="1" dirty="0" err="1">
                <a:latin typeface="Microsoft YaHei"/>
              </a:rPr>
              <a:t>质疑缺乏依据的前提</a:t>
            </a:r>
            <a:endParaRPr sz="1600" b="1" dirty="0">
              <a:latin typeface="Microsoft YaHei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2.3  区分合理推断与无依据推测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2.4  验证推断强度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1464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相关性与聚焦度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3.1  验证与提示词要求的一致性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3.2  惩罚缺乏视觉依据的扩展描述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3.3  区分合理推断与无依据推测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3.4  区分完整性
与聚焦度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边界约束下的
完整性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4.1  验证元素的存在性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4.2  优先保证图像忠实性而非穷尽性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4.3  区分视觉观察
与推断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4.4  验证文字
与具体属性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解释克制性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5.1  评估范围边界门控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5.2  禁止推断
的内部状态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5.3  区分拟人化与场景氛围描述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5.4  区分叙事性推测与上下文推断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13DE31A-2B85-4F3D-9521-B131507C220F}"/>
              </a:ext>
            </a:extLst>
          </p:cNvPr>
          <p:cNvSpPr txBox="1"/>
          <p:nvPr/>
        </p:nvSpPr>
        <p:spPr>
          <a:xfrm>
            <a:off x="594360" y="11117953"/>
            <a:ext cx="1545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2"/>
              </a:rPr>
              <a:t>http://10.102.137.255:3000/wenqx/02-DD-LLM/src/branch/main/research/EvoRubrics/Rubric_vlrb_hallucination100_generated_roots.md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808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900" b="1" dirty="0">
                <a:solidFill>
                  <a:srgbClr val="193758"/>
                </a:solidFill>
                <a:latin typeface="Microsoft YaHei"/>
              </a:rPr>
              <a:t>General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约束遵循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安全拒绝的优先例外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严格核对格式要求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647887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i="0" dirty="0">
                <a:effectLst/>
                <a:latin typeface="system-ui-zh-cn"/>
              </a:rPr>
              <a:t>排除内容准确性问题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9489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检查任务要求的适应性改写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视觉准确性</a:t>
            </a:r>
          </a:p>
        </p:txBody>
      </p:sp>
      <p:cxnSp>
        <p:nvCxnSpPr>
          <p:cNvPr id="37" name="Connector 36"/>
          <p:cNvCxnSpPr>
            <a:cxnSpLocks/>
            <a:endCxn id="143" idx="4"/>
          </p:cNvCxnSpPr>
          <p:nvPr/>
        </p:nvCxnSpPr>
        <p:spPr>
          <a:xfrm>
            <a:off x="4087368" y="3749039"/>
            <a:ext cx="18287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i="0" dirty="0">
                <a:effectLst/>
                <a:latin typeface="system-ui-zh-cn"/>
              </a:rPr>
              <a:t>视觉分析前的安全检查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验证具体视觉属性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遵守任务给定的分类体系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识别完全幻觉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解释正确性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i="0" dirty="0">
                <a:effectLst/>
                <a:latin typeface="system-ui-zh-cn"/>
              </a:rPr>
              <a:t>同时核对视觉依据与解释逻辑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优先把握语义意图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核对类别体系与选项逻辑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与格式约束及安全判断分开评价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安全合规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将安全问题与准确性问题分开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区分必须拒绝与谨慎作答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正确处理无害的负面内容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处理安全维度上的平局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任务相关性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评分前核对安全性与语境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将事实准确性与意图完成度分开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区分格式约束与核心相关性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5.4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验证类别标签与输出模式</a:t>
            </a: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2" name="Connector 49">
            <a:extLst>
              <a:ext uri="{FF2B5EF4-FFF2-40B4-BE49-F238E27FC236}">
                <a16:creationId xmlns:a16="http://schemas.microsoft.com/office/drawing/2014/main" id="{18C19DF8-9986-4AF8-97D3-BF33F4730E85}"/>
              </a:ext>
            </a:extLst>
          </p:cNvPr>
          <p:cNvCxnSpPr/>
          <p:nvPr/>
        </p:nvCxnSpPr>
        <p:spPr>
          <a:xfrm>
            <a:off x="4105656" y="899038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50">
            <a:extLst>
              <a:ext uri="{FF2B5EF4-FFF2-40B4-BE49-F238E27FC236}">
                <a16:creationId xmlns:a16="http://schemas.microsoft.com/office/drawing/2014/main" id="{AEF61C0E-9327-4D07-B871-71E74291E67C}"/>
              </a:ext>
            </a:extLst>
          </p:cNvPr>
          <p:cNvSpPr/>
          <p:nvPr/>
        </p:nvSpPr>
        <p:spPr>
          <a:xfrm>
            <a:off x="4061764" y="894649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4" name="Rounded Rectangle 51">
            <a:extLst>
              <a:ext uri="{FF2B5EF4-FFF2-40B4-BE49-F238E27FC236}">
                <a16:creationId xmlns:a16="http://schemas.microsoft.com/office/drawing/2014/main" id="{24E1D391-7E78-4F82-B62A-DBDBB9713E10}"/>
              </a:ext>
            </a:extLst>
          </p:cNvPr>
          <p:cNvSpPr/>
          <p:nvPr/>
        </p:nvSpPr>
        <p:spPr>
          <a:xfrm>
            <a:off x="4251960" y="852403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5" name="TextBox 52">
            <a:extLst>
              <a:ext uri="{FF2B5EF4-FFF2-40B4-BE49-F238E27FC236}">
                <a16:creationId xmlns:a16="http://schemas.microsoft.com/office/drawing/2014/main" id="{C3E0E52D-9E10-47EA-B4AB-73997A90E0B8}"/>
              </a:ext>
            </a:extLst>
          </p:cNvPr>
          <p:cNvSpPr txBox="1"/>
          <p:nvPr/>
        </p:nvSpPr>
        <p:spPr>
          <a:xfrm>
            <a:off x="4398264" y="8730311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区分视觉依据不足与视觉事实错误</a:t>
            </a: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i="0" dirty="0">
                <a:effectLst/>
                <a:latin typeface="system-ui-zh-cn"/>
              </a:rPr>
              <a:t>区分解释错误与合理补充</a:t>
            </a: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D56DEB5-B9E3-42A9-A64E-377D950C743D}"/>
              </a:ext>
            </a:extLst>
          </p:cNvPr>
          <p:cNvSpPr txBox="1"/>
          <p:nvPr/>
        </p:nvSpPr>
        <p:spPr>
          <a:xfrm>
            <a:off x="545876" y="11117953"/>
            <a:ext cx="17818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http://10.102.137.255:3000/wenqx/02-DD-LLM/src/branch/main/research/EvoRubrics/Rubric_vlrb_general_final_generated_roots.md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861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900" b="1" dirty="0">
                <a:solidFill>
                  <a:srgbClr val="193758"/>
                </a:solidFill>
                <a:latin typeface="Microsoft YaHei"/>
              </a:rPr>
              <a:t>Reasoning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视觉解释准确性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9970"/>
            <a:ext cx="2212848" cy="51090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验证几何元素的角色与参照系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交叉核对数据提取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4777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dirty="0">
                <a:latin typeface="system-ui-zh-cn"/>
              </a:rPr>
              <a:t> 将视觉错误与后续执行错误分开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772599"/>
            <a:ext cx="2315262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验证领域约定的映射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方法应用正确性</a:t>
            </a:r>
          </a:p>
        </p:txBody>
      </p:sp>
      <p:cxnSp>
        <p:nvCxnSpPr>
          <p:cNvPr id="37" name="Connector 36"/>
          <p:cNvCxnSpPr>
            <a:cxnSpLocks/>
            <a:endCxn id="51" idx="0"/>
          </p:cNvCxnSpPr>
          <p:nvPr/>
        </p:nvCxnSpPr>
        <p:spPr>
          <a:xfrm flipH="1">
            <a:off x="4087367" y="3749039"/>
            <a:ext cx="2" cy="411662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dirty="0">
                <a:latin typeface="system-ui-zh-cn"/>
              </a:rPr>
              <a:t>验证方法选择是否成立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验证变量的角色映射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检查算法执行顺序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检查领域约定的使用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推理逻辑一致性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dirty="0">
                <a:latin typeface="system-ui-zh-cn"/>
              </a:rPr>
              <a:t> 核对前提的一致性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验证步骤之间的依赖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核对语境映射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保证最终结论与推导一致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最终答案推到准确性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>
            <a:cxnSpLocks/>
            <a:endCxn id="91" idx="4"/>
          </p:cNvCxnSpPr>
          <p:nvPr/>
        </p:nvCxnSpPr>
        <p:spPr>
          <a:xfrm flipH="1">
            <a:off x="10634471" y="3749039"/>
            <a:ext cx="2" cy="307969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核对模型与已陈述前提的一致性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核对计算及数值传递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确保最终选择与推导结果一致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解释清晰度与教学性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>
            <a:cxnSpLocks/>
            <a:endCxn id="113" idx="0"/>
          </p:cNvCxnSpPr>
          <p:nvPr/>
        </p:nvCxnSpPr>
        <p:spPr>
          <a:xfrm flipH="1">
            <a:off x="13908023" y="3749039"/>
            <a:ext cx="2" cy="2991917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清楚指出视觉依据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说明选择方法的理由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dirty="0">
                <a:latin typeface="system-ui-zh-cn"/>
              </a:rPr>
              <a:t>透明说明结果不一致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dirty="0">
                <a:latin typeface="system-ui-zh-cn"/>
              </a:rPr>
              <a:t>区分逻辑错误与数值准确性错误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D126ADA-5A8F-4454-9DD3-A72AD2E23186}"/>
              </a:ext>
            </a:extLst>
          </p:cNvPr>
          <p:cNvSpPr txBox="1"/>
          <p:nvPr/>
        </p:nvSpPr>
        <p:spPr>
          <a:xfrm>
            <a:off x="594360" y="11113703"/>
            <a:ext cx="1691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http://10.102.137.255:3000/wenqx/02-DD-LLM/src/branch/main/research/EvoRubrics/Rubric_vlrb_reasoning_final_generated_roots.md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5604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6BE63720-789B-4764-9DE1-8FFC6C103CD8}"/>
              </a:ext>
            </a:extLst>
          </p:cNvPr>
          <p:cNvSpPr txBox="1"/>
          <p:nvPr/>
        </p:nvSpPr>
        <p:spPr>
          <a:xfrm>
            <a:off x="877824" y="1917845"/>
            <a:ext cx="15544800" cy="38404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未见测试集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 998 条 · Strict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ACC（弃权计错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E19FDEB3-3A9D-40E7-A51B-7559408BB03C}"/>
              </a:ext>
            </a:extLst>
          </p:cNvPr>
          <p:cNvSpPr/>
          <p:nvPr/>
        </p:nvSpPr>
        <p:spPr>
          <a:xfrm>
            <a:off x="877824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B4B4C8A-CEE6-4C8C-B3AA-FA8CA7CE00AC}"/>
              </a:ext>
            </a:extLst>
          </p:cNvPr>
          <p:cNvSpPr txBox="1"/>
          <p:nvPr/>
        </p:nvSpPr>
        <p:spPr>
          <a:xfrm>
            <a:off x="1124712" y="3120937"/>
            <a:ext cx="278892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rgbClr val="4F6880"/>
                </a:solidFill>
                <a:latin typeface="Microsoft YaHei"/>
              </a:rPr>
              <a:t>已知类别路由</a:t>
            </a:r>
            <a:r>
              <a:rPr lang="zh-CN" altLang="en-US" sz="2000" b="0" dirty="0">
                <a:solidFill>
                  <a:srgbClr val="4F6880"/>
                </a:solidFill>
                <a:latin typeface="Microsoft YaHei"/>
              </a:rPr>
              <a:t>（对角线）</a:t>
            </a:r>
            <a:endParaRPr sz="2000" b="0" dirty="0">
              <a:solidFill>
                <a:srgbClr val="4F6880"/>
              </a:solidFill>
              <a:latin typeface="Microsoft YaHei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80C771EF-5A50-446C-B554-C7950A2E49C8}"/>
              </a:ext>
            </a:extLst>
          </p:cNvPr>
          <p:cNvSpPr txBox="1"/>
          <p:nvPr/>
        </p:nvSpPr>
        <p:spPr>
          <a:xfrm>
            <a:off x="3685032" y="2986790"/>
            <a:ext cx="4389120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743/998  ·  74.45%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84EB9450-337F-4F6E-8ACB-0E8ECA3DA525}"/>
              </a:ext>
            </a:extLst>
          </p:cNvPr>
          <p:cNvSpPr/>
          <p:nvPr/>
        </p:nvSpPr>
        <p:spPr>
          <a:xfrm>
            <a:off x="8869680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CC03764F-D3FB-42B6-97CF-AAF7805D245F}"/>
              </a:ext>
            </a:extLst>
          </p:cNvPr>
          <p:cNvSpPr txBox="1"/>
          <p:nvPr/>
        </p:nvSpPr>
        <p:spPr>
          <a:xfrm>
            <a:off x="9116568" y="3120937"/>
            <a:ext cx="292608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4F68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仅使用幻觉类的结果</a:t>
            </a:r>
            <a:endParaRPr sz="2000" b="0" dirty="0">
              <a:solidFill>
                <a:srgbClr val="4F68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4E07E204-CF88-479D-B69F-0EF4D909CCA3}"/>
              </a:ext>
            </a:extLst>
          </p:cNvPr>
          <p:cNvSpPr txBox="1"/>
          <p:nvPr/>
        </p:nvSpPr>
        <p:spPr>
          <a:xfrm>
            <a:off x="11631168" y="2986790"/>
            <a:ext cx="4407408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D3E62"/>
                </a:solidFill>
                <a:latin typeface="Microsoft YaHei"/>
              </a:rPr>
              <a:t>747/998  ·  74.85%</a:t>
            </a: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24BAC0AA-2794-4F78-991D-06CB3CDE934B}"/>
              </a:ext>
            </a:extLst>
          </p:cNvPr>
          <p:cNvSpPr/>
          <p:nvPr/>
        </p:nvSpPr>
        <p:spPr>
          <a:xfrm>
            <a:off x="877824" y="4996518"/>
            <a:ext cx="4645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73377878-70AB-4B26-B40F-024C5CDC8920}"/>
              </a:ext>
            </a:extLst>
          </p:cNvPr>
          <p:cNvSpPr txBox="1"/>
          <p:nvPr/>
        </p:nvSpPr>
        <p:spPr>
          <a:xfrm>
            <a:off x="923544" y="5023950"/>
            <a:ext cx="4553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Rubric / 阶段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6E6DDA5B-B6AC-4D63-AC6C-7E9355358258}"/>
              </a:ext>
            </a:extLst>
          </p:cNvPr>
          <p:cNvSpPr/>
          <p:nvPr/>
        </p:nvSpPr>
        <p:spPr>
          <a:xfrm>
            <a:off x="5522976" y="4996518"/>
            <a:ext cx="2359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5055CC-68D9-4DB7-947F-1C68DBBE0A73}"/>
              </a:ext>
            </a:extLst>
          </p:cNvPr>
          <p:cNvSpPr txBox="1"/>
          <p:nvPr/>
        </p:nvSpPr>
        <p:spPr>
          <a:xfrm>
            <a:off x="5568696" y="5023950"/>
            <a:ext cx="2267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145</a:t>
            </a: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280A402C-FE44-4A4E-B9B6-9D1CC5E336F2}"/>
              </a:ext>
            </a:extLst>
          </p:cNvPr>
          <p:cNvSpPr/>
          <p:nvPr/>
        </p:nvSpPr>
        <p:spPr>
          <a:xfrm>
            <a:off x="7882127" y="4996518"/>
            <a:ext cx="299008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50729BD8-798D-4C82-98CA-98A7B9A2E97E}"/>
              </a:ext>
            </a:extLst>
          </p:cNvPr>
          <p:cNvSpPr txBox="1"/>
          <p:nvPr/>
        </p:nvSpPr>
        <p:spPr>
          <a:xfrm>
            <a:off x="7927848" y="5023950"/>
            <a:ext cx="289864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599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1822F67A-1894-4AFD-A75C-B5BD3726433C}"/>
              </a:ext>
            </a:extLst>
          </p:cNvPr>
          <p:cNvSpPr/>
          <p:nvPr/>
        </p:nvSpPr>
        <p:spPr>
          <a:xfrm>
            <a:off x="10872216" y="4996518"/>
            <a:ext cx="248716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431C61FE-3494-4574-8F17-E231A1399FAA}"/>
              </a:ext>
            </a:extLst>
          </p:cNvPr>
          <p:cNvSpPr txBox="1"/>
          <p:nvPr/>
        </p:nvSpPr>
        <p:spPr>
          <a:xfrm>
            <a:off x="10917936" y="5023950"/>
            <a:ext cx="239572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254</a:t>
            </a:r>
          </a:p>
        </p:txBody>
      </p:sp>
      <p:sp>
        <p:nvSpPr>
          <p:cNvPr id="20" name="Rectangle 21">
            <a:extLst>
              <a:ext uri="{FF2B5EF4-FFF2-40B4-BE49-F238E27FC236}">
                <a16:creationId xmlns:a16="http://schemas.microsoft.com/office/drawing/2014/main" id="{561DE302-FA59-4AD7-BA39-1A29BFF676DC}"/>
              </a:ext>
            </a:extLst>
          </p:cNvPr>
          <p:cNvSpPr/>
          <p:nvPr/>
        </p:nvSpPr>
        <p:spPr>
          <a:xfrm>
            <a:off x="13359384" y="4996518"/>
            <a:ext cx="3026664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C0124DB0-3ECB-48AD-B985-611492FE347A}"/>
              </a:ext>
            </a:extLst>
          </p:cNvPr>
          <p:cNvSpPr txBox="1"/>
          <p:nvPr/>
        </p:nvSpPr>
        <p:spPr>
          <a:xfrm>
            <a:off x="13405104" y="5089851"/>
            <a:ext cx="2935224" cy="55399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>
                <a:solidFill>
                  <a:srgbClr val="FFFFFF"/>
                </a:solidFill>
                <a:latin typeface="Microsoft YaHei"/>
              </a:rPr>
              <a:t>VLRB</a:t>
            </a:r>
            <a:r>
              <a:rPr lang="zh-CN" altLang="en-US" sz="1800" b="1" dirty="0">
                <a:solidFill>
                  <a:srgbClr val="FFFFFF"/>
                </a:solidFill>
                <a:latin typeface="Microsoft YaHei"/>
              </a:rPr>
              <a:t>未见测试集</a:t>
            </a:r>
            <a:endParaRPr sz="180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998</a:t>
            </a:r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7ED7946-5651-4B7B-AFC3-5D8BA897AB30}"/>
              </a:ext>
            </a:extLst>
          </p:cNvPr>
          <p:cNvSpPr/>
          <p:nvPr/>
        </p:nvSpPr>
        <p:spPr>
          <a:xfrm>
            <a:off x="877824" y="5764614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0AC5C1EB-395C-4690-89DD-53AD32E7C287}"/>
              </a:ext>
            </a:extLst>
          </p:cNvPr>
          <p:cNvSpPr/>
          <p:nvPr/>
        </p:nvSpPr>
        <p:spPr>
          <a:xfrm>
            <a:off x="5522976" y="5764614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8819DB52-012E-4B8A-AE57-1183F70013A8}"/>
              </a:ext>
            </a:extLst>
          </p:cNvPr>
          <p:cNvSpPr/>
          <p:nvPr/>
        </p:nvSpPr>
        <p:spPr>
          <a:xfrm>
            <a:off x="7882127" y="5764614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A9F7BED5-4587-482A-8CD6-D883392BB453}"/>
              </a:ext>
            </a:extLst>
          </p:cNvPr>
          <p:cNvSpPr/>
          <p:nvPr/>
        </p:nvSpPr>
        <p:spPr>
          <a:xfrm>
            <a:off x="10872216" y="5764614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E17F37DC-424A-48EC-BFF7-C238906EE9CB}"/>
              </a:ext>
            </a:extLst>
          </p:cNvPr>
          <p:cNvSpPr/>
          <p:nvPr/>
        </p:nvSpPr>
        <p:spPr>
          <a:xfrm>
            <a:off x="13359384" y="5764614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B94CB30E-388C-4526-A75D-9DC079107B91}"/>
              </a:ext>
            </a:extLst>
          </p:cNvPr>
          <p:cNvSpPr txBox="1"/>
          <p:nvPr/>
        </p:nvSpPr>
        <p:spPr>
          <a:xfrm>
            <a:off x="1033271" y="6119032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General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E287EDD8-8575-4CAA-8C2E-016FFE643F9C}"/>
              </a:ext>
            </a:extLst>
          </p:cNvPr>
          <p:cNvSpPr txBox="1"/>
          <p:nvPr/>
        </p:nvSpPr>
        <p:spPr>
          <a:xfrm>
            <a:off x="5586984" y="6132658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74/145</a:t>
            </a:r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A971EA9F-2996-430F-9333-4F18903B3FA2}"/>
              </a:ext>
            </a:extLst>
          </p:cNvPr>
          <p:cNvSpPr txBox="1"/>
          <p:nvPr/>
        </p:nvSpPr>
        <p:spPr>
          <a:xfrm>
            <a:off x="7946136" y="6132658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441/599</a:t>
            </a:r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EEDA95C9-D3D9-4A22-A440-43DCC05F0559}"/>
              </a:ext>
            </a:extLst>
          </p:cNvPr>
          <p:cNvSpPr txBox="1"/>
          <p:nvPr/>
        </p:nvSpPr>
        <p:spPr>
          <a:xfrm>
            <a:off x="10936224" y="6132658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162/254</a:t>
            </a:r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13130F20-2AFD-4707-AF77-FDA06AF0F7C2}"/>
              </a:ext>
            </a:extLst>
          </p:cNvPr>
          <p:cNvSpPr txBox="1"/>
          <p:nvPr/>
        </p:nvSpPr>
        <p:spPr>
          <a:xfrm>
            <a:off x="13423392" y="6005700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67.84%</a:t>
            </a:r>
          </a:p>
        </p:txBody>
      </p:sp>
      <p:sp>
        <p:nvSpPr>
          <p:cNvPr id="32" name="Rectangle 33">
            <a:extLst>
              <a:ext uri="{FF2B5EF4-FFF2-40B4-BE49-F238E27FC236}">
                <a16:creationId xmlns:a16="http://schemas.microsoft.com/office/drawing/2014/main" id="{8D84B94C-BF97-470A-821C-3EA100619E0B}"/>
              </a:ext>
            </a:extLst>
          </p:cNvPr>
          <p:cNvSpPr/>
          <p:nvPr/>
        </p:nvSpPr>
        <p:spPr>
          <a:xfrm>
            <a:off x="877824" y="6834462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Rectangle 34">
            <a:extLst>
              <a:ext uri="{FF2B5EF4-FFF2-40B4-BE49-F238E27FC236}">
                <a16:creationId xmlns:a16="http://schemas.microsoft.com/office/drawing/2014/main" id="{01673A62-7347-46BD-AB59-4696A44082F7}"/>
              </a:ext>
            </a:extLst>
          </p:cNvPr>
          <p:cNvSpPr/>
          <p:nvPr/>
        </p:nvSpPr>
        <p:spPr>
          <a:xfrm>
            <a:off x="5522976" y="6834462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4" name="Rectangle 35">
            <a:extLst>
              <a:ext uri="{FF2B5EF4-FFF2-40B4-BE49-F238E27FC236}">
                <a16:creationId xmlns:a16="http://schemas.microsoft.com/office/drawing/2014/main" id="{E7EE9402-486A-4975-A685-75C9B6670F2D}"/>
              </a:ext>
            </a:extLst>
          </p:cNvPr>
          <p:cNvSpPr/>
          <p:nvPr/>
        </p:nvSpPr>
        <p:spPr>
          <a:xfrm>
            <a:off x="7882127" y="6834462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Rectangle 36">
            <a:extLst>
              <a:ext uri="{FF2B5EF4-FFF2-40B4-BE49-F238E27FC236}">
                <a16:creationId xmlns:a16="http://schemas.microsoft.com/office/drawing/2014/main" id="{F2981F72-8369-4342-B837-5C480173C7D7}"/>
              </a:ext>
            </a:extLst>
          </p:cNvPr>
          <p:cNvSpPr/>
          <p:nvPr/>
        </p:nvSpPr>
        <p:spPr>
          <a:xfrm>
            <a:off x="10872216" y="6834462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6" name="Rectangle 37">
            <a:extLst>
              <a:ext uri="{FF2B5EF4-FFF2-40B4-BE49-F238E27FC236}">
                <a16:creationId xmlns:a16="http://schemas.microsoft.com/office/drawing/2014/main" id="{F51CF62B-AF94-424E-9E19-E2821B984D50}"/>
              </a:ext>
            </a:extLst>
          </p:cNvPr>
          <p:cNvSpPr/>
          <p:nvPr/>
        </p:nvSpPr>
        <p:spPr>
          <a:xfrm>
            <a:off x="13359384" y="6834462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FA26C4A7-66C9-4B2D-973F-CCC33B115883}"/>
              </a:ext>
            </a:extLst>
          </p:cNvPr>
          <p:cNvSpPr txBox="1"/>
          <p:nvPr/>
        </p:nvSpPr>
        <p:spPr>
          <a:xfrm>
            <a:off x="1048261" y="7188880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1" dirty="0">
                <a:latin typeface="Microsoft YaHei"/>
              </a:rPr>
              <a:t>Hallucination</a:t>
            </a:r>
            <a:r>
              <a:rPr lang="zh-CN" altLang="en-US" sz="1930" b="1" dirty="0">
                <a:latin typeface="Microsoft YaHei"/>
              </a:rPr>
              <a:t>类专属</a:t>
            </a:r>
            <a:endParaRPr sz="1930" b="1" dirty="0">
              <a:latin typeface="Microsoft YaHei"/>
            </a:endParaRPr>
          </a:p>
        </p:txBody>
      </p:sp>
      <p:sp>
        <p:nvSpPr>
          <p:cNvPr id="38" name="TextBox 39">
            <a:extLst>
              <a:ext uri="{FF2B5EF4-FFF2-40B4-BE49-F238E27FC236}">
                <a16:creationId xmlns:a16="http://schemas.microsoft.com/office/drawing/2014/main" id="{242CEE71-6544-4598-AA70-B8DFB5786FCB}"/>
              </a:ext>
            </a:extLst>
          </p:cNvPr>
          <p:cNvSpPr txBox="1"/>
          <p:nvPr/>
        </p:nvSpPr>
        <p:spPr>
          <a:xfrm>
            <a:off x="5586984" y="7202506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80/145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E5F52996-8124-4FFE-A5FA-16496F8B9FFE}"/>
              </a:ext>
            </a:extLst>
          </p:cNvPr>
          <p:cNvSpPr txBox="1"/>
          <p:nvPr/>
        </p:nvSpPr>
        <p:spPr>
          <a:xfrm>
            <a:off x="7946136" y="7202506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501/599</a:t>
            </a:r>
          </a:p>
        </p:txBody>
      </p:sp>
      <p:sp>
        <p:nvSpPr>
          <p:cNvPr id="40" name="TextBox 41">
            <a:extLst>
              <a:ext uri="{FF2B5EF4-FFF2-40B4-BE49-F238E27FC236}">
                <a16:creationId xmlns:a16="http://schemas.microsoft.com/office/drawing/2014/main" id="{504DCB22-8F15-412E-B5EE-233425628EA7}"/>
              </a:ext>
            </a:extLst>
          </p:cNvPr>
          <p:cNvSpPr txBox="1"/>
          <p:nvPr/>
        </p:nvSpPr>
        <p:spPr>
          <a:xfrm>
            <a:off x="10936224" y="7202506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166/254</a:t>
            </a:r>
          </a:p>
        </p:txBody>
      </p:sp>
      <p:sp>
        <p:nvSpPr>
          <p:cNvPr id="41" name="TextBox 42">
            <a:extLst>
              <a:ext uri="{FF2B5EF4-FFF2-40B4-BE49-F238E27FC236}">
                <a16:creationId xmlns:a16="http://schemas.microsoft.com/office/drawing/2014/main" id="{E3607C0C-6D07-41E7-A0B0-0D987A323CFB}"/>
              </a:ext>
            </a:extLst>
          </p:cNvPr>
          <p:cNvSpPr txBox="1"/>
          <p:nvPr/>
        </p:nvSpPr>
        <p:spPr>
          <a:xfrm>
            <a:off x="13423392" y="7075548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74.85%</a:t>
            </a:r>
          </a:p>
        </p:txBody>
      </p:sp>
      <p:sp>
        <p:nvSpPr>
          <p:cNvPr id="42" name="Rectangle 43">
            <a:extLst>
              <a:ext uri="{FF2B5EF4-FFF2-40B4-BE49-F238E27FC236}">
                <a16:creationId xmlns:a16="http://schemas.microsoft.com/office/drawing/2014/main" id="{17E45E2D-C48B-4B00-83C9-F8F6CABBEE0C}"/>
              </a:ext>
            </a:extLst>
          </p:cNvPr>
          <p:cNvSpPr/>
          <p:nvPr/>
        </p:nvSpPr>
        <p:spPr>
          <a:xfrm>
            <a:off x="877824" y="7904310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3" name="Rectangle 44">
            <a:extLst>
              <a:ext uri="{FF2B5EF4-FFF2-40B4-BE49-F238E27FC236}">
                <a16:creationId xmlns:a16="http://schemas.microsoft.com/office/drawing/2014/main" id="{3E61C6C3-05EE-4758-937B-8F35C99FADBB}"/>
              </a:ext>
            </a:extLst>
          </p:cNvPr>
          <p:cNvSpPr/>
          <p:nvPr/>
        </p:nvSpPr>
        <p:spPr>
          <a:xfrm>
            <a:off x="5522976" y="7904310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4" name="Rectangle 45">
            <a:extLst>
              <a:ext uri="{FF2B5EF4-FFF2-40B4-BE49-F238E27FC236}">
                <a16:creationId xmlns:a16="http://schemas.microsoft.com/office/drawing/2014/main" id="{DDE8A827-3533-4E41-8A19-6AC78AE8C862}"/>
              </a:ext>
            </a:extLst>
          </p:cNvPr>
          <p:cNvSpPr/>
          <p:nvPr/>
        </p:nvSpPr>
        <p:spPr>
          <a:xfrm>
            <a:off x="7882127" y="7904310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Rectangle 46">
            <a:extLst>
              <a:ext uri="{FF2B5EF4-FFF2-40B4-BE49-F238E27FC236}">
                <a16:creationId xmlns:a16="http://schemas.microsoft.com/office/drawing/2014/main" id="{3E9EC0CE-291B-4C2E-A59D-EEA6305E0485}"/>
              </a:ext>
            </a:extLst>
          </p:cNvPr>
          <p:cNvSpPr/>
          <p:nvPr/>
        </p:nvSpPr>
        <p:spPr>
          <a:xfrm>
            <a:off x="10872216" y="7904310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6" name="Rectangle 47">
            <a:extLst>
              <a:ext uri="{FF2B5EF4-FFF2-40B4-BE49-F238E27FC236}">
                <a16:creationId xmlns:a16="http://schemas.microsoft.com/office/drawing/2014/main" id="{739F5168-51EA-4A2A-9D15-B6D35E4288EF}"/>
              </a:ext>
            </a:extLst>
          </p:cNvPr>
          <p:cNvSpPr/>
          <p:nvPr/>
        </p:nvSpPr>
        <p:spPr>
          <a:xfrm>
            <a:off x="13359384" y="7904310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8">
            <a:extLst>
              <a:ext uri="{FF2B5EF4-FFF2-40B4-BE49-F238E27FC236}">
                <a16:creationId xmlns:a16="http://schemas.microsoft.com/office/drawing/2014/main" id="{43EFF90B-AAD5-439F-B382-5879E5418647}"/>
              </a:ext>
            </a:extLst>
          </p:cNvPr>
          <p:cNvSpPr txBox="1"/>
          <p:nvPr/>
        </p:nvSpPr>
        <p:spPr>
          <a:xfrm>
            <a:off x="1033271" y="8258728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Reasoning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48" name="TextBox 49">
            <a:extLst>
              <a:ext uri="{FF2B5EF4-FFF2-40B4-BE49-F238E27FC236}">
                <a16:creationId xmlns:a16="http://schemas.microsoft.com/office/drawing/2014/main" id="{BA326604-7B63-43FD-B2C1-17C42B122E0B}"/>
              </a:ext>
            </a:extLst>
          </p:cNvPr>
          <p:cNvSpPr txBox="1"/>
          <p:nvPr/>
        </p:nvSpPr>
        <p:spPr>
          <a:xfrm>
            <a:off x="5586984" y="8272354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62/145</a:t>
            </a:r>
            <a:endParaRPr sz="2050">
              <a:latin typeface="Microsoft YaHei"/>
            </a:endParaRPr>
          </a:p>
        </p:txBody>
      </p:sp>
      <p:sp>
        <p:nvSpPr>
          <p:cNvPr id="49" name="TextBox 50">
            <a:extLst>
              <a:ext uri="{FF2B5EF4-FFF2-40B4-BE49-F238E27FC236}">
                <a16:creationId xmlns:a16="http://schemas.microsoft.com/office/drawing/2014/main" id="{F638973F-6A9B-4E26-9674-267079445691}"/>
              </a:ext>
            </a:extLst>
          </p:cNvPr>
          <p:cNvSpPr txBox="1"/>
          <p:nvPr/>
        </p:nvSpPr>
        <p:spPr>
          <a:xfrm>
            <a:off x="7946136" y="8272354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411/599</a:t>
            </a:r>
            <a:endParaRPr sz="2050">
              <a:latin typeface="Microsoft YaHei"/>
            </a:endParaRPr>
          </a:p>
        </p:txBody>
      </p:sp>
      <p:sp>
        <p:nvSpPr>
          <p:cNvPr id="50" name="TextBox 51">
            <a:extLst>
              <a:ext uri="{FF2B5EF4-FFF2-40B4-BE49-F238E27FC236}">
                <a16:creationId xmlns:a16="http://schemas.microsoft.com/office/drawing/2014/main" id="{FF206C7E-7305-4A2B-BA60-CB9270B272F8}"/>
              </a:ext>
            </a:extLst>
          </p:cNvPr>
          <p:cNvSpPr txBox="1"/>
          <p:nvPr/>
        </p:nvSpPr>
        <p:spPr>
          <a:xfrm>
            <a:off x="10936224" y="8272354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168/254</a:t>
            </a:r>
          </a:p>
        </p:txBody>
      </p:sp>
      <p:sp>
        <p:nvSpPr>
          <p:cNvPr id="51" name="TextBox 52">
            <a:extLst>
              <a:ext uri="{FF2B5EF4-FFF2-40B4-BE49-F238E27FC236}">
                <a16:creationId xmlns:a16="http://schemas.microsoft.com/office/drawing/2014/main" id="{39F7EF81-0310-4849-900C-8FEE5DD294B8}"/>
              </a:ext>
            </a:extLst>
          </p:cNvPr>
          <p:cNvSpPr txBox="1"/>
          <p:nvPr/>
        </p:nvSpPr>
        <p:spPr>
          <a:xfrm>
            <a:off x="13423392" y="8145397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641/998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64.23%</a:t>
            </a:r>
            <a:endParaRPr sz="1850"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74114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实验结果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Init Split 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阶段提示词重构</a:t>
            </a:r>
          </a:p>
        </p:txBody>
      </p:sp>
      <p:sp>
        <p:nvSpPr>
          <p:cNvPr id="450" name="文本框 449">
            <a:extLst>
              <a:ext uri="{FF2B5EF4-FFF2-40B4-BE49-F238E27FC236}">
                <a16:creationId xmlns:a16="http://schemas.microsoft.com/office/drawing/2014/main" id="{2240D9A7-52FE-4EA9-9FD3-7556CFC8F03F}"/>
              </a:ext>
            </a:extLst>
          </p:cNvPr>
          <p:cNvSpPr txBox="1"/>
          <p:nvPr/>
        </p:nvSpPr>
        <p:spPr>
          <a:xfrm>
            <a:off x="777062" y="10924143"/>
            <a:ext cx="13472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提示词代码 ：</a:t>
            </a:r>
            <a:r>
              <a:rPr lang="en-US" altLang="zh-CN" dirty="0">
                <a:hlinkClick r:id="rId3"/>
              </a:rPr>
              <a:t>https://github.com/xiaoguaiwqx/02-Rubric/blob/init-split-prompts/experiments/evolving_structured_rubrics/init_split.py</a:t>
            </a:r>
            <a:endParaRPr lang="zh-CN" altLang="en-US" dirty="0"/>
          </a:p>
        </p:txBody>
      </p:sp>
      <p:sp>
        <p:nvSpPr>
          <p:cNvPr id="451" name="Rounded Rectangle 4">
            <a:extLst>
              <a:ext uri="{FF2B5EF4-FFF2-40B4-BE49-F238E27FC236}">
                <a16:creationId xmlns:a16="http://schemas.microsoft.com/office/drawing/2014/main" id="{495E3C3B-A5F0-4615-A0B7-9AAE1835C9A7}"/>
              </a:ext>
            </a:extLst>
          </p:cNvPr>
          <p:cNvSpPr/>
          <p:nvPr/>
        </p:nvSpPr>
        <p:spPr>
          <a:xfrm>
            <a:off x="6340839" y="3183840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5">
            <a:extLst>
              <a:ext uri="{FF2B5EF4-FFF2-40B4-BE49-F238E27FC236}">
                <a16:creationId xmlns:a16="http://schemas.microsoft.com/office/drawing/2014/main" id="{6621833C-DB1A-4FCC-9702-543CC03DD21E}"/>
              </a:ext>
            </a:extLst>
          </p:cNvPr>
          <p:cNvSpPr txBox="1"/>
          <p:nvPr/>
        </p:nvSpPr>
        <p:spPr>
          <a:xfrm>
            <a:off x="6477999" y="3293568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453" name="组合 452">
            <a:extLst>
              <a:ext uri="{FF2B5EF4-FFF2-40B4-BE49-F238E27FC236}">
                <a16:creationId xmlns:a16="http://schemas.microsoft.com/office/drawing/2014/main" id="{97A7FD05-70DA-488C-AF15-8A436F281BF1}"/>
              </a:ext>
            </a:extLst>
          </p:cNvPr>
          <p:cNvGrpSpPr>
            <a:grpSpLocks noChangeAspect="1"/>
          </p:cNvGrpSpPr>
          <p:nvPr/>
        </p:nvGrpSpPr>
        <p:grpSpPr>
          <a:xfrm>
            <a:off x="6408170" y="3694749"/>
            <a:ext cx="695141" cy="648000"/>
            <a:chOff x="448056" y="1794303"/>
            <a:chExt cx="562264" cy="524134"/>
          </a:xfrm>
        </p:grpSpPr>
        <p:sp>
          <p:nvSpPr>
            <p:cNvPr id="454" name="Rounded Rectangle 6">
              <a:extLst>
                <a:ext uri="{FF2B5EF4-FFF2-40B4-BE49-F238E27FC236}">
                  <a16:creationId xmlns:a16="http://schemas.microsoft.com/office/drawing/2014/main" id="{B669E1A7-683A-4036-912C-4161C2DA36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5" name="Connector 7">
              <a:extLst>
                <a:ext uri="{FF2B5EF4-FFF2-40B4-BE49-F238E27FC236}">
                  <a16:creationId xmlns:a16="http://schemas.microsoft.com/office/drawing/2014/main" id="{3FA68614-8DAF-4B33-827B-9205ED1F55B6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Connector 8">
              <a:extLst>
                <a:ext uri="{FF2B5EF4-FFF2-40B4-BE49-F238E27FC236}">
                  <a16:creationId xmlns:a16="http://schemas.microsoft.com/office/drawing/2014/main" id="{A2A57D03-8DE3-4E4C-B07A-D5124626C4AF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9">
              <a:extLst>
                <a:ext uri="{FF2B5EF4-FFF2-40B4-BE49-F238E27FC236}">
                  <a16:creationId xmlns:a16="http://schemas.microsoft.com/office/drawing/2014/main" id="{FCCCB693-6FC4-42E8-A903-96196842C77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10">
              <a:extLst>
                <a:ext uri="{FF2B5EF4-FFF2-40B4-BE49-F238E27FC236}">
                  <a16:creationId xmlns:a16="http://schemas.microsoft.com/office/drawing/2014/main" id="{6A47A9F6-644F-4096-80B4-79175029C0DE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9" name="Rounded Rectangle 16">
              <a:extLst>
                <a:ext uri="{FF2B5EF4-FFF2-40B4-BE49-F238E27FC236}">
                  <a16:creationId xmlns:a16="http://schemas.microsoft.com/office/drawing/2014/main" id="{0B4B76C5-0E28-4048-A9BA-90C49C69356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0" name="Connector 17">
              <a:extLst>
                <a:ext uri="{FF2B5EF4-FFF2-40B4-BE49-F238E27FC236}">
                  <a16:creationId xmlns:a16="http://schemas.microsoft.com/office/drawing/2014/main" id="{B1244667-E2BF-4DA0-AEE6-5350EB108A3B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Connector 18">
              <a:extLst>
                <a:ext uri="{FF2B5EF4-FFF2-40B4-BE49-F238E27FC236}">
                  <a16:creationId xmlns:a16="http://schemas.microsoft.com/office/drawing/2014/main" id="{81C0D9B7-C0F6-42EC-858A-5E7CDD833F9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19">
              <a:extLst>
                <a:ext uri="{FF2B5EF4-FFF2-40B4-BE49-F238E27FC236}">
                  <a16:creationId xmlns:a16="http://schemas.microsoft.com/office/drawing/2014/main" id="{168308DA-F4DB-4804-8BB1-04F7D0C3E373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20">
              <a:extLst>
                <a:ext uri="{FF2B5EF4-FFF2-40B4-BE49-F238E27FC236}">
                  <a16:creationId xmlns:a16="http://schemas.microsoft.com/office/drawing/2014/main" id="{3B7D2508-5A1C-4DBA-A9FC-A66357225648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4" name="Rounded Rectangle 26">
              <a:extLst>
                <a:ext uri="{FF2B5EF4-FFF2-40B4-BE49-F238E27FC236}">
                  <a16:creationId xmlns:a16="http://schemas.microsoft.com/office/drawing/2014/main" id="{EC33D975-BEBB-498A-A745-7C10727DB11E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5" name="Connector 27">
              <a:extLst>
                <a:ext uri="{FF2B5EF4-FFF2-40B4-BE49-F238E27FC236}">
                  <a16:creationId xmlns:a16="http://schemas.microsoft.com/office/drawing/2014/main" id="{765BBF0E-C9EA-4637-A0B1-149412BD7049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Connector 28">
              <a:extLst>
                <a:ext uri="{FF2B5EF4-FFF2-40B4-BE49-F238E27FC236}">
                  <a16:creationId xmlns:a16="http://schemas.microsoft.com/office/drawing/2014/main" id="{91AE99F5-C344-4EA8-BBD4-603B647EA0CB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29">
              <a:extLst>
                <a:ext uri="{FF2B5EF4-FFF2-40B4-BE49-F238E27FC236}">
                  <a16:creationId xmlns:a16="http://schemas.microsoft.com/office/drawing/2014/main" id="{587C9EDC-F9BB-49F9-9A61-29A3F259F9BD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30">
              <a:extLst>
                <a:ext uri="{FF2B5EF4-FFF2-40B4-BE49-F238E27FC236}">
                  <a16:creationId xmlns:a16="http://schemas.microsoft.com/office/drawing/2014/main" id="{B6F515F0-1D82-46F8-B7B3-1F7BD0E9AF84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9" name="Rounded Rectangle 36">
              <a:extLst>
                <a:ext uri="{FF2B5EF4-FFF2-40B4-BE49-F238E27FC236}">
                  <a16:creationId xmlns:a16="http://schemas.microsoft.com/office/drawing/2014/main" id="{674B6D15-1AA1-46F5-BD22-62912AD911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0" name="Connector 37">
              <a:extLst>
                <a:ext uri="{FF2B5EF4-FFF2-40B4-BE49-F238E27FC236}">
                  <a16:creationId xmlns:a16="http://schemas.microsoft.com/office/drawing/2014/main" id="{90137608-16E2-430B-AD35-4DD279E7BA95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Connector 38">
              <a:extLst>
                <a:ext uri="{FF2B5EF4-FFF2-40B4-BE49-F238E27FC236}">
                  <a16:creationId xmlns:a16="http://schemas.microsoft.com/office/drawing/2014/main" id="{D79925C3-507F-4F86-9D64-3AF38FEB572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39">
              <a:extLst>
                <a:ext uri="{FF2B5EF4-FFF2-40B4-BE49-F238E27FC236}">
                  <a16:creationId xmlns:a16="http://schemas.microsoft.com/office/drawing/2014/main" id="{1F161F1C-00C6-431E-BFDF-D95698E18032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40">
              <a:extLst>
                <a:ext uri="{FF2B5EF4-FFF2-40B4-BE49-F238E27FC236}">
                  <a16:creationId xmlns:a16="http://schemas.microsoft.com/office/drawing/2014/main" id="{9D762436-2F9D-47FA-8226-D6B90E16CA93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4" name="Rounded Rectangle 46">
              <a:extLst>
                <a:ext uri="{FF2B5EF4-FFF2-40B4-BE49-F238E27FC236}">
                  <a16:creationId xmlns:a16="http://schemas.microsoft.com/office/drawing/2014/main" id="{7344CB15-30CB-4842-82B1-91E0A452964D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5" name="Connector 47">
              <a:extLst>
                <a:ext uri="{FF2B5EF4-FFF2-40B4-BE49-F238E27FC236}">
                  <a16:creationId xmlns:a16="http://schemas.microsoft.com/office/drawing/2014/main" id="{50FBC253-9CAD-46F0-8C32-E6EBFD90CF4F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Connector 48">
              <a:extLst>
                <a:ext uri="{FF2B5EF4-FFF2-40B4-BE49-F238E27FC236}">
                  <a16:creationId xmlns:a16="http://schemas.microsoft.com/office/drawing/2014/main" id="{372032ED-9549-4135-AED0-3EAA1B84CE3D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Connector 49">
              <a:extLst>
                <a:ext uri="{FF2B5EF4-FFF2-40B4-BE49-F238E27FC236}">
                  <a16:creationId xmlns:a16="http://schemas.microsoft.com/office/drawing/2014/main" id="{B7933A7C-E6EF-44F4-BF8F-738F8D8F62D4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Connector 50">
              <a:extLst>
                <a:ext uri="{FF2B5EF4-FFF2-40B4-BE49-F238E27FC236}">
                  <a16:creationId xmlns:a16="http://schemas.microsoft.com/office/drawing/2014/main" id="{068B4188-C3E0-4B43-8F69-D0C2A186AFB1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9" name="Rounded Rectangle 56">
              <a:extLst>
                <a:ext uri="{FF2B5EF4-FFF2-40B4-BE49-F238E27FC236}">
                  <a16:creationId xmlns:a16="http://schemas.microsoft.com/office/drawing/2014/main" id="{FC671A96-ACE1-4B2F-90EC-B2E97C30753F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0" name="Connector 57">
              <a:extLst>
                <a:ext uri="{FF2B5EF4-FFF2-40B4-BE49-F238E27FC236}">
                  <a16:creationId xmlns:a16="http://schemas.microsoft.com/office/drawing/2014/main" id="{E795C48A-1B0F-4548-878D-AAE4FED2DB77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Connector 58">
              <a:extLst>
                <a:ext uri="{FF2B5EF4-FFF2-40B4-BE49-F238E27FC236}">
                  <a16:creationId xmlns:a16="http://schemas.microsoft.com/office/drawing/2014/main" id="{DE6594AD-7F5B-4390-A92A-131128D806E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Connector 59">
              <a:extLst>
                <a:ext uri="{FF2B5EF4-FFF2-40B4-BE49-F238E27FC236}">
                  <a16:creationId xmlns:a16="http://schemas.microsoft.com/office/drawing/2014/main" id="{B872FE32-0D01-4811-8839-6C8EDA3990F4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Connector 60">
              <a:extLst>
                <a:ext uri="{FF2B5EF4-FFF2-40B4-BE49-F238E27FC236}">
                  <a16:creationId xmlns:a16="http://schemas.microsoft.com/office/drawing/2014/main" id="{87493D39-5039-4437-8B08-A56614EE1AA3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4" name="组合 483">
            <a:extLst>
              <a:ext uri="{FF2B5EF4-FFF2-40B4-BE49-F238E27FC236}">
                <a16:creationId xmlns:a16="http://schemas.microsoft.com/office/drawing/2014/main" id="{D83CB436-27EC-4AB1-8FC5-D011FD79CB78}"/>
              </a:ext>
            </a:extLst>
          </p:cNvPr>
          <p:cNvGrpSpPr>
            <a:grpSpLocks noChangeAspect="1"/>
          </p:cNvGrpSpPr>
          <p:nvPr/>
        </p:nvGrpSpPr>
        <p:grpSpPr>
          <a:xfrm>
            <a:off x="7522641" y="3693526"/>
            <a:ext cx="695141" cy="648000"/>
            <a:chOff x="1545336" y="1794303"/>
            <a:chExt cx="562264" cy="524134"/>
          </a:xfrm>
        </p:grpSpPr>
        <p:sp>
          <p:nvSpPr>
            <p:cNvPr id="485" name="Rounded Rectangle 11">
              <a:extLst>
                <a:ext uri="{FF2B5EF4-FFF2-40B4-BE49-F238E27FC236}">
                  <a16:creationId xmlns:a16="http://schemas.microsoft.com/office/drawing/2014/main" id="{456F4591-E5D2-4BA9-B413-89D59EF4D46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6" name="Connector 12">
              <a:extLst>
                <a:ext uri="{FF2B5EF4-FFF2-40B4-BE49-F238E27FC236}">
                  <a16:creationId xmlns:a16="http://schemas.microsoft.com/office/drawing/2014/main" id="{58517807-A807-4F4A-879A-8345C47E3860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Connector 13">
              <a:extLst>
                <a:ext uri="{FF2B5EF4-FFF2-40B4-BE49-F238E27FC236}">
                  <a16:creationId xmlns:a16="http://schemas.microsoft.com/office/drawing/2014/main" id="{AECEC959-65FF-4284-B80C-7CF7A22283DE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Connector 14">
              <a:extLst>
                <a:ext uri="{FF2B5EF4-FFF2-40B4-BE49-F238E27FC236}">
                  <a16:creationId xmlns:a16="http://schemas.microsoft.com/office/drawing/2014/main" id="{0317E6FA-0A5D-4102-8DBC-4D9B7E77BC7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Connector 15">
              <a:extLst>
                <a:ext uri="{FF2B5EF4-FFF2-40B4-BE49-F238E27FC236}">
                  <a16:creationId xmlns:a16="http://schemas.microsoft.com/office/drawing/2014/main" id="{E5363B9B-FBA1-4C17-9224-5BD87631C76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0" name="Rounded Rectangle 21">
              <a:extLst>
                <a:ext uri="{FF2B5EF4-FFF2-40B4-BE49-F238E27FC236}">
                  <a16:creationId xmlns:a16="http://schemas.microsoft.com/office/drawing/2014/main" id="{B37E19A0-2F91-4CFE-884B-DE19AF3715C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1" name="Connector 22">
              <a:extLst>
                <a:ext uri="{FF2B5EF4-FFF2-40B4-BE49-F238E27FC236}">
                  <a16:creationId xmlns:a16="http://schemas.microsoft.com/office/drawing/2014/main" id="{7ADDB6C9-450C-4EAE-AF6F-FF43750CC6A4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Connector 23">
              <a:extLst>
                <a:ext uri="{FF2B5EF4-FFF2-40B4-BE49-F238E27FC236}">
                  <a16:creationId xmlns:a16="http://schemas.microsoft.com/office/drawing/2014/main" id="{F0E7D9F0-358D-46A7-87B4-CC09E0DE5363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Connector 24">
              <a:extLst>
                <a:ext uri="{FF2B5EF4-FFF2-40B4-BE49-F238E27FC236}">
                  <a16:creationId xmlns:a16="http://schemas.microsoft.com/office/drawing/2014/main" id="{543926B5-190A-4277-A55F-942ECD4888D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Connector 25">
              <a:extLst>
                <a:ext uri="{FF2B5EF4-FFF2-40B4-BE49-F238E27FC236}">
                  <a16:creationId xmlns:a16="http://schemas.microsoft.com/office/drawing/2014/main" id="{08108E0F-49E5-425A-9773-0DF775F0D42A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5" name="Rounded Rectangle 31">
              <a:extLst>
                <a:ext uri="{FF2B5EF4-FFF2-40B4-BE49-F238E27FC236}">
                  <a16:creationId xmlns:a16="http://schemas.microsoft.com/office/drawing/2014/main" id="{EF052557-FE97-47B3-BC7C-4BFF4DD90E95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6" name="Connector 32">
              <a:extLst>
                <a:ext uri="{FF2B5EF4-FFF2-40B4-BE49-F238E27FC236}">
                  <a16:creationId xmlns:a16="http://schemas.microsoft.com/office/drawing/2014/main" id="{2A47044C-EA47-4420-B969-6B64461E8E00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Connector 33">
              <a:extLst>
                <a:ext uri="{FF2B5EF4-FFF2-40B4-BE49-F238E27FC236}">
                  <a16:creationId xmlns:a16="http://schemas.microsoft.com/office/drawing/2014/main" id="{4FDB8748-F157-4C78-B6D0-5AC5EDB1E84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Connector 34">
              <a:extLst>
                <a:ext uri="{FF2B5EF4-FFF2-40B4-BE49-F238E27FC236}">
                  <a16:creationId xmlns:a16="http://schemas.microsoft.com/office/drawing/2014/main" id="{01A587EF-328F-4B89-BBA7-05D0FF2C91E8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Connector 35">
              <a:extLst>
                <a:ext uri="{FF2B5EF4-FFF2-40B4-BE49-F238E27FC236}">
                  <a16:creationId xmlns:a16="http://schemas.microsoft.com/office/drawing/2014/main" id="{7D807E5F-229C-4A78-8405-13CE7CBA455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0" name="Rounded Rectangle 41">
              <a:extLst>
                <a:ext uri="{FF2B5EF4-FFF2-40B4-BE49-F238E27FC236}">
                  <a16:creationId xmlns:a16="http://schemas.microsoft.com/office/drawing/2014/main" id="{ABF27B74-00B7-4BD1-9C26-84AF1F4448C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01" name="Connector 42">
              <a:extLst>
                <a:ext uri="{FF2B5EF4-FFF2-40B4-BE49-F238E27FC236}">
                  <a16:creationId xmlns:a16="http://schemas.microsoft.com/office/drawing/2014/main" id="{2C833472-785A-424C-8F7C-915A55690BA0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Connector 43">
              <a:extLst>
                <a:ext uri="{FF2B5EF4-FFF2-40B4-BE49-F238E27FC236}">
                  <a16:creationId xmlns:a16="http://schemas.microsoft.com/office/drawing/2014/main" id="{DA1B0F1F-8CD3-44E9-8405-BA08E70A207E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Connector 44">
              <a:extLst>
                <a:ext uri="{FF2B5EF4-FFF2-40B4-BE49-F238E27FC236}">
                  <a16:creationId xmlns:a16="http://schemas.microsoft.com/office/drawing/2014/main" id="{76946B14-BEB5-4467-B719-FEC558FAE5E4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Connector 45">
              <a:extLst>
                <a:ext uri="{FF2B5EF4-FFF2-40B4-BE49-F238E27FC236}">
                  <a16:creationId xmlns:a16="http://schemas.microsoft.com/office/drawing/2014/main" id="{AF9B6EF3-3B1B-49A0-B6CF-9F7F39B8807A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5" name="Rounded Rectangle 51">
              <a:extLst>
                <a:ext uri="{FF2B5EF4-FFF2-40B4-BE49-F238E27FC236}">
                  <a16:creationId xmlns:a16="http://schemas.microsoft.com/office/drawing/2014/main" id="{42D56234-679B-4037-B6B8-AA67370A1D7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06" name="Connector 52">
              <a:extLst>
                <a:ext uri="{FF2B5EF4-FFF2-40B4-BE49-F238E27FC236}">
                  <a16:creationId xmlns:a16="http://schemas.microsoft.com/office/drawing/2014/main" id="{239ECFB9-072B-4FFD-B29C-CD4273171A2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Connector 53">
              <a:extLst>
                <a:ext uri="{FF2B5EF4-FFF2-40B4-BE49-F238E27FC236}">
                  <a16:creationId xmlns:a16="http://schemas.microsoft.com/office/drawing/2014/main" id="{749EDD70-37A9-4992-A2C7-64CA876E9039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Connector 54">
              <a:extLst>
                <a:ext uri="{FF2B5EF4-FFF2-40B4-BE49-F238E27FC236}">
                  <a16:creationId xmlns:a16="http://schemas.microsoft.com/office/drawing/2014/main" id="{2638B4DC-C588-426D-B7BD-62C281211E21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Connector 55">
              <a:extLst>
                <a:ext uri="{FF2B5EF4-FFF2-40B4-BE49-F238E27FC236}">
                  <a16:creationId xmlns:a16="http://schemas.microsoft.com/office/drawing/2014/main" id="{FD87FE5A-D480-4B72-BCA6-715C93E898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0" name="Rounded Rectangle 61">
              <a:extLst>
                <a:ext uri="{FF2B5EF4-FFF2-40B4-BE49-F238E27FC236}">
                  <a16:creationId xmlns:a16="http://schemas.microsoft.com/office/drawing/2014/main" id="{DA9084AD-04C3-4DE2-AC4C-231A741FE6A8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11" name="Connector 62">
              <a:extLst>
                <a:ext uri="{FF2B5EF4-FFF2-40B4-BE49-F238E27FC236}">
                  <a16:creationId xmlns:a16="http://schemas.microsoft.com/office/drawing/2014/main" id="{B8D1F766-3D53-4A1A-93C6-E3E78AE9FFD2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Connector 63">
              <a:extLst>
                <a:ext uri="{FF2B5EF4-FFF2-40B4-BE49-F238E27FC236}">
                  <a16:creationId xmlns:a16="http://schemas.microsoft.com/office/drawing/2014/main" id="{211C265F-A031-4087-8280-3B912E4D959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Connector 64">
              <a:extLst>
                <a:ext uri="{FF2B5EF4-FFF2-40B4-BE49-F238E27FC236}">
                  <a16:creationId xmlns:a16="http://schemas.microsoft.com/office/drawing/2014/main" id="{E57D6712-FBF8-4313-826B-34E0ED6BB614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Connector 65">
              <a:extLst>
                <a:ext uri="{FF2B5EF4-FFF2-40B4-BE49-F238E27FC236}">
                  <a16:creationId xmlns:a16="http://schemas.microsoft.com/office/drawing/2014/main" id="{06BEF98B-AD83-4FC5-81B5-7BEC99A54173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5" name="Oval 66">
            <a:extLst>
              <a:ext uri="{FF2B5EF4-FFF2-40B4-BE49-F238E27FC236}">
                <a16:creationId xmlns:a16="http://schemas.microsoft.com/office/drawing/2014/main" id="{622981E1-D1E6-49A8-93CE-DFBD50ACEF4A}"/>
              </a:ext>
            </a:extLst>
          </p:cNvPr>
          <p:cNvSpPr/>
          <p:nvPr/>
        </p:nvSpPr>
        <p:spPr>
          <a:xfrm>
            <a:off x="8745711" y="372841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67">
            <a:extLst>
              <a:ext uri="{FF2B5EF4-FFF2-40B4-BE49-F238E27FC236}">
                <a16:creationId xmlns:a16="http://schemas.microsoft.com/office/drawing/2014/main" id="{A2D47660-0294-418C-AA06-95C581005436}"/>
              </a:ext>
            </a:extLst>
          </p:cNvPr>
          <p:cNvSpPr/>
          <p:nvPr/>
        </p:nvSpPr>
        <p:spPr>
          <a:xfrm>
            <a:off x="8806061" y="3835400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68">
            <a:extLst>
              <a:ext uri="{FF2B5EF4-FFF2-40B4-BE49-F238E27FC236}">
                <a16:creationId xmlns:a16="http://schemas.microsoft.com/office/drawing/2014/main" id="{D51516E1-AFE3-40D2-87E3-36D1F7D3370C}"/>
              </a:ext>
            </a:extLst>
          </p:cNvPr>
          <p:cNvSpPr/>
          <p:nvPr/>
        </p:nvSpPr>
        <p:spPr>
          <a:xfrm>
            <a:off x="8920361" y="3835400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69">
            <a:extLst>
              <a:ext uri="{FF2B5EF4-FFF2-40B4-BE49-F238E27FC236}">
                <a16:creationId xmlns:a16="http://schemas.microsoft.com/office/drawing/2014/main" id="{2242C937-5BF1-41D6-BFF0-269C7F97A5BE}"/>
              </a:ext>
            </a:extLst>
          </p:cNvPr>
          <p:cNvSpPr/>
          <p:nvPr/>
        </p:nvSpPr>
        <p:spPr>
          <a:xfrm>
            <a:off x="9074895" y="3847288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70">
            <a:extLst>
              <a:ext uri="{FF2B5EF4-FFF2-40B4-BE49-F238E27FC236}">
                <a16:creationId xmlns:a16="http://schemas.microsoft.com/office/drawing/2014/main" id="{73511029-FE5D-49A2-B9DE-0E3DCC881ABD}"/>
              </a:ext>
            </a:extLst>
          </p:cNvPr>
          <p:cNvSpPr/>
          <p:nvPr/>
        </p:nvSpPr>
        <p:spPr>
          <a:xfrm>
            <a:off x="9135245" y="3954272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71">
            <a:extLst>
              <a:ext uri="{FF2B5EF4-FFF2-40B4-BE49-F238E27FC236}">
                <a16:creationId xmlns:a16="http://schemas.microsoft.com/office/drawing/2014/main" id="{251953E2-529A-4C85-B250-4808393434DD}"/>
              </a:ext>
            </a:extLst>
          </p:cNvPr>
          <p:cNvSpPr/>
          <p:nvPr/>
        </p:nvSpPr>
        <p:spPr>
          <a:xfrm>
            <a:off x="9249545" y="3954272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72">
            <a:extLst>
              <a:ext uri="{FF2B5EF4-FFF2-40B4-BE49-F238E27FC236}">
                <a16:creationId xmlns:a16="http://schemas.microsoft.com/office/drawing/2014/main" id="{973EDA7B-282B-4989-B87A-2DBE5E6FED61}"/>
              </a:ext>
            </a:extLst>
          </p:cNvPr>
          <p:cNvSpPr/>
          <p:nvPr/>
        </p:nvSpPr>
        <p:spPr>
          <a:xfrm>
            <a:off x="8828007" y="410332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73">
            <a:extLst>
              <a:ext uri="{FF2B5EF4-FFF2-40B4-BE49-F238E27FC236}">
                <a16:creationId xmlns:a16="http://schemas.microsoft.com/office/drawing/2014/main" id="{D2EBA387-7A72-42B0-8548-F314526C4B2B}"/>
              </a:ext>
            </a:extLst>
          </p:cNvPr>
          <p:cNvSpPr/>
          <p:nvPr/>
        </p:nvSpPr>
        <p:spPr>
          <a:xfrm>
            <a:off x="8888357" y="4210304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74">
            <a:extLst>
              <a:ext uri="{FF2B5EF4-FFF2-40B4-BE49-F238E27FC236}">
                <a16:creationId xmlns:a16="http://schemas.microsoft.com/office/drawing/2014/main" id="{6AEE6065-FD67-4F20-9250-C496DD0D5D5E}"/>
              </a:ext>
            </a:extLst>
          </p:cNvPr>
          <p:cNvSpPr/>
          <p:nvPr/>
        </p:nvSpPr>
        <p:spPr>
          <a:xfrm>
            <a:off x="9002657" y="4210304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Rounded Rectangle 75">
            <a:extLst>
              <a:ext uri="{FF2B5EF4-FFF2-40B4-BE49-F238E27FC236}">
                <a16:creationId xmlns:a16="http://schemas.microsoft.com/office/drawing/2014/main" id="{F055F598-310E-4F36-9082-7E4E51AA5EED}"/>
              </a:ext>
            </a:extLst>
          </p:cNvPr>
          <p:cNvSpPr/>
          <p:nvPr/>
        </p:nvSpPr>
        <p:spPr>
          <a:xfrm>
            <a:off x="9687543" y="3719272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76">
            <a:extLst>
              <a:ext uri="{FF2B5EF4-FFF2-40B4-BE49-F238E27FC236}">
                <a16:creationId xmlns:a16="http://schemas.microsoft.com/office/drawing/2014/main" id="{CFD03297-67BA-4EFF-ADC5-9CFDC6CCA2E2}"/>
              </a:ext>
            </a:extLst>
          </p:cNvPr>
          <p:cNvSpPr/>
          <p:nvPr/>
        </p:nvSpPr>
        <p:spPr>
          <a:xfrm>
            <a:off x="9756122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77">
            <a:extLst>
              <a:ext uri="{FF2B5EF4-FFF2-40B4-BE49-F238E27FC236}">
                <a16:creationId xmlns:a16="http://schemas.microsoft.com/office/drawing/2014/main" id="{D7F99508-8523-4867-B1AA-F0EE8D18DDF0}"/>
              </a:ext>
            </a:extLst>
          </p:cNvPr>
          <p:cNvSpPr/>
          <p:nvPr/>
        </p:nvSpPr>
        <p:spPr>
          <a:xfrm>
            <a:off x="9971007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78">
            <a:extLst>
              <a:ext uri="{FF2B5EF4-FFF2-40B4-BE49-F238E27FC236}">
                <a16:creationId xmlns:a16="http://schemas.microsoft.com/office/drawing/2014/main" id="{E93118A5-D227-480C-87AC-0FD9128B8597}"/>
              </a:ext>
            </a:extLst>
          </p:cNvPr>
          <p:cNvSpPr/>
          <p:nvPr/>
        </p:nvSpPr>
        <p:spPr>
          <a:xfrm>
            <a:off x="10185890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8" name="Connector 79">
            <a:extLst>
              <a:ext uri="{FF2B5EF4-FFF2-40B4-BE49-F238E27FC236}">
                <a16:creationId xmlns:a16="http://schemas.microsoft.com/office/drawing/2014/main" id="{F88E9BA0-CB98-430E-AD3D-EB8294A103B4}"/>
              </a:ext>
            </a:extLst>
          </p:cNvPr>
          <p:cNvCxnSpPr>
            <a:cxnSpLocks/>
          </p:cNvCxnSpPr>
          <p:nvPr/>
        </p:nvCxnSpPr>
        <p:spPr>
          <a:xfrm>
            <a:off x="7184372" y="4039312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81">
            <a:extLst>
              <a:ext uri="{FF2B5EF4-FFF2-40B4-BE49-F238E27FC236}">
                <a16:creationId xmlns:a16="http://schemas.microsoft.com/office/drawing/2014/main" id="{7C5B5356-680A-4E6F-B941-836FC9168C39}"/>
              </a:ext>
            </a:extLst>
          </p:cNvPr>
          <p:cNvCxnSpPr/>
          <p:nvPr/>
        </p:nvCxnSpPr>
        <p:spPr>
          <a:xfrm>
            <a:off x="9404079" y="4039312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TextBox 82">
            <a:extLst>
              <a:ext uri="{FF2B5EF4-FFF2-40B4-BE49-F238E27FC236}">
                <a16:creationId xmlns:a16="http://schemas.microsoft.com/office/drawing/2014/main" id="{4AC241A1-2930-4A3F-AF4A-BBB05967CC3F}"/>
              </a:ext>
            </a:extLst>
          </p:cNvPr>
          <p:cNvSpPr txBox="1"/>
          <p:nvPr/>
        </p:nvSpPr>
        <p:spPr>
          <a:xfrm>
            <a:off x="6368271" y="4449014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531" name="TextBox 83">
            <a:extLst>
              <a:ext uri="{FF2B5EF4-FFF2-40B4-BE49-F238E27FC236}">
                <a16:creationId xmlns:a16="http://schemas.microsoft.com/office/drawing/2014/main" id="{F696C0A8-DAC7-4C35-9137-C1A1FFA76C56}"/>
              </a:ext>
            </a:extLst>
          </p:cNvPr>
          <p:cNvSpPr txBox="1"/>
          <p:nvPr/>
        </p:nvSpPr>
        <p:spPr>
          <a:xfrm>
            <a:off x="7502127" y="4449014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532" name="TextBox 84">
            <a:extLst>
              <a:ext uri="{FF2B5EF4-FFF2-40B4-BE49-F238E27FC236}">
                <a16:creationId xmlns:a16="http://schemas.microsoft.com/office/drawing/2014/main" id="{87EC0ABB-E547-480C-899C-ADC5518DDE16}"/>
              </a:ext>
            </a:extLst>
          </p:cNvPr>
          <p:cNvSpPr txBox="1"/>
          <p:nvPr/>
        </p:nvSpPr>
        <p:spPr>
          <a:xfrm>
            <a:off x="8626839" y="4449014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533" name="TextBox 85">
            <a:extLst>
              <a:ext uri="{FF2B5EF4-FFF2-40B4-BE49-F238E27FC236}">
                <a16:creationId xmlns:a16="http://schemas.microsoft.com/office/drawing/2014/main" id="{8F23DF86-3070-488A-90BB-531C8A5B9544}"/>
              </a:ext>
            </a:extLst>
          </p:cNvPr>
          <p:cNvSpPr txBox="1"/>
          <p:nvPr/>
        </p:nvSpPr>
        <p:spPr>
          <a:xfrm>
            <a:off x="9605247" y="4449014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cxnSp>
        <p:nvCxnSpPr>
          <p:cNvPr id="534" name="Connector 79">
            <a:extLst>
              <a:ext uri="{FF2B5EF4-FFF2-40B4-BE49-F238E27FC236}">
                <a16:creationId xmlns:a16="http://schemas.microsoft.com/office/drawing/2014/main" id="{3EF7A135-7CCD-4DE6-B558-5DEC6EDE132E}"/>
              </a:ext>
            </a:extLst>
          </p:cNvPr>
          <p:cNvCxnSpPr>
            <a:cxnSpLocks/>
          </p:cNvCxnSpPr>
          <p:nvPr/>
        </p:nvCxnSpPr>
        <p:spPr>
          <a:xfrm>
            <a:off x="8346436" y="4039312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3AF321F-B7E4-403E-AE51-C1520CE91428}"/>
              </a:ext>
            </a:extLst>
          </p:cNvPr>
          <p:cNvSpPr txBox="1"/>
          <p:nvPr/>
        </p:nvSpPr>
        <p:spPr>
          <a:xfrm>
            <a:off x="638017" y="5489045"/>
            <a:ext cx="16450983" cy="1308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原始版本                                                                                重构版本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侧重于发现问题和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worker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的执行困难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侧重解释人类偏好判断模式，提取比较依据</a:t>
            </a:r>
          </a:p>
        </p:txBody>
      </p:sp>
    </p:spTree>
    <p:extLst>
      <p:ext uri="{BB962C8B-B14F-4D97-AF65-F5344CB8AC3E}">
        <p14:creationId xmlns:p14="http://schemas.microsoft.com/office/powerpoint/2010/main" val="3526622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实验结果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Init Split 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阶段提示词重构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926/1247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74.26%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844/1147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73.58%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82/100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82.00%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535/648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82.56%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104/181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57.46%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618/749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82.51%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204/317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64.35%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968/1247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77.63%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880/1147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76.72%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88/100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88.00%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563/648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86.88%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107/181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59.12%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652/749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87.05%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209/317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65.93%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上一版提示词在未参与演化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1147</a:t>
            </a: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的测试结果是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，新版本结果未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76.46%</a:t>
            </a:r>
          </a:p>
        </p:txBody>
      </p:sp>
    </p:spTree>
    <p:extLst>
      <p:ext uri="{BB962C8B-B14F-4D97-AF65-F5344CB8AC3E}">
        <p14:creationId xmlns:p14="http://schemas.microsoft.com/office/powerpoint/2010/main" val="251860056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19142</TotalTime>
  <Words>3499</Words>
  <Application>Microsoft Office PowerPoint</Application>
  <DocSecurity>0</DocSecurity>
  <PresentationFormat>自定义</PresentationFormat>
  <Paragraphs>1062</Paragraphs>
  <Slides>18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5" baseType="lpstr">
      <vt:lpstr>system-ui-zh-cn</vt:lpstr>
      <vt:lpstr>黑体</vt:lpstr>
      <vt:lpstr>微软雅黑</vt:lpstr>
      <vt:lpstr>微软雅黑</vt:lpstr>
      <vt:lpstr>Calibri</vt:lpstr>
      <vt:lpstr>Cambria</vt:lpstr>
      <vt:lpstr>ChatGPT</vt:lpstr>
      <vt:lpstr>PowerPoint 演示文稿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523</cp:revision>
  <dcterms:created xsi:type="dcterms:W3CDTF">2026-09-09T09:53:05Z</dcterms:created>
  <dcterms:modified xsi:type="dcterms:W3CDTF">2026-10-07T06:47:55Z</dcterms:modified>
</cp:coreProperties>
</file>