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sldIdLst>
    <p:sldId id="1288" r:id="rId2"/>
    <p:sldId id="1295" r:id="rId3"/>
    <p:sldId id="1293" r:id="rId4"/>
    <p:sldId id="1291" r:id="rId5"/>
    <p:sldId id="1292" r:id="rId6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4660"/>
  </p:normalViewPr>
  <p:slideViewPr>
    <p:cSldViewPr snapToGrid="0">
      <p:cViewPr varScale="1">
        <p:scale>
          <a:sx n="92" d="100"/>
          <a:sy n="92" d="100"/>
        </p:scale>
        <p:origin x="5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2026/9/19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123906"/>
            <a:ext cx="4270248" cy="2148840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223363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281261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281139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284628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296515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22118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283713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15717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36875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36875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36875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36875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307280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76774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50688E51-09C0-4BBF-B6DE-FBE1B886EA84}"/>
              </a:ext>
            </a:extLst>
          </p:cNvPr>
          <p:cNvCxnSpPr/>
          <p:nvPr/>
        </p:nvCxnSpPr>
        <p:spPr>
          <a:xfrm>
            <a:off x="7439059" y="4318466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31083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31083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/>
          <p:nvPr/>
        </p:nvCxnSpPr>
        <p:spPr>
          <a:xfrm>
            <a:off x="7439059" y="4325531"/>
            <a:ext cx="0" cy="3703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逐例独立反思，汇总反馈后更新整组子准则</a:t>
            </a:r>
            <a:endParaRPr dirty="0"/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通过 </a:t>
            </a:r>
            <a:r>
              <a:rPr lang="en-US" altLang="zh-CN" dirty="0"/>
              <a:t>Split </a:t>
            </a:r>
            <a:r>
              <a:rPr lang="zh-CN" altLang="en-US" dirty="0"/>
              <a:t>建立子树，通过 </a:t>
            </a:r>
            <a:r>
              <a:rPr lang="en-US" altLang="zh-CN" dirty="0"/>
              <a:t>Refine </a:t>
            </a:r>
            <a:r>
              <a:rPr lang="zh-CN" altLang="en-US" dirty="0"/>
              <a:t>改写单个准则</a:t>
            </a:r>
            <a:endParaRPr dirty="0"/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/>
              <a:t>逐例子树反思：演化收益与基线对比</a:t>
            </a:r>
            <a:endParaRPr lang="zh-CN" altLang="en-US" dirty="0"/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逐例子树反思：演化集提升，但验证与测试未获益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9507</TotalTime>
  <Words>1085</Words>
  <Application>Microsoft Office PowerPoint</Application>
  <DocSecurity>0</DocSecurity>
  <PresentationFormat>自定义</PresentationFormat>
  <Paragraphs>245</Paragraphs>
  <Slides>5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黑体</vt:lpstr>
      <vt:lpstr>Microsoft YaHei</vt:lpstr>
      <vt:lpstr>Calibri</vt:lpstr>
      <vt:lpstr>Cambria</vt:lpstr>
      <vt:lpstr>ChatGPT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204</cp:revision>
  <dcterms:created xsi:type="dcterms:W3CDTF">2026-09-09T09:53:05Z</dcterms:created>
  <dcterms:modified xsi:type="dcterms:W3CDTF">2026-09-23T05:30:10Z</dcterms:modified>
</cp:coreProperties>
</file>